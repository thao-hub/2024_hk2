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57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62" r:id="rId31"/>
    <p:sldId id="335" r:id="rId32"/>
    <p:sldId id="358" r:id="rId33"/>
    <p:sldId id="359" r:id="rId34"/>
    <p:sldId id="361" r:id="rId35"/>
    <p:sldId id="363" r:id="rId36"/>
    <p:sldId id="364" r:id="rId37"/>
    <p:sldId id="360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352" r:id="rId55"/>
    <p:sldId id="353" r:id="rId56"/>
    <p:sldId id="354" r:id="rId57"/>
    <p:sldId id="355" r:id="rId58"/>
    <p:sldId id="356" r:id="rId59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00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350514"/>
            <a:ext cx="6480048" cy="918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68" y="350514"/>
            <a:ext cx="6483096" cy="92049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72668" y="350514"/>
            <a:ext cx="6483350" cy="920750"/>
          </a:xfrm>
          <a:custGeom>
            <a:avLst/>
            <a:gdLst/>
            <a:ahLst/>
            <a:cxnLst/>
            <a:rect l="l" t="t" r="r" b="b"/>
            <a:pathLst>
              <a:path w="6483350" h="920750">
                <a:moveTo>
                  <a:pt x="6472428" y="909828"/>
                </a:moveTo>
                <a:lnTo>
                  <a:pt x="75135" y="909828"/>
                </a:lnTo>
                <a:lnTo>
                  <a:pt x="0" y="920496"/>
                </a:lnTo>
                <a:lnTo>
                  <a:pt x="6480048" y="920496"/>
                </a:lnTo>
                <a:lnTo>
                  <a:pt x="6483096" y="917448"/>
                </a:lnTo>
                <a:lnTo>
                  <a:pt x="6483096" y="914400"/>
                </a:lnTo>
                <a:lnTo>
                  <a:pt x="6472428" y="914400"/>
                </a:lnTo>
                <a:lnTo>
                  <a:pt x="6472428" y="909828"/>
                </a:lnTo>
                <a:close/>
              </a:path>
              <a:path w="6483350" h="920750">
                <a:moveTo>
                  <a:pt x="6095" y="909828"/>
                </a:moveTo>
                <a:lnTo>
                  <a:pt x="0" y="909828"/>
                </a:lnTo>
                <a:lnTo>
                  <a:pt x="6095" y="914400"/>
                </a:lnTo>
                <a:lnTo>
                  <a:pt x="6095" y="909828"/>
                </a:lnTo>
                <a:close/>
              </a:path>
              <a:path w="6483350" h="920750">
                <a:moveTo>
                  <a:pt x="6473454" y="1368"/>
                </a:moveTo>
                <a:lnTo>
                  <a:pt x="6472428" y="1514"/>
                </a:lnTo>
                <a:lnTo>
                  <a:pt x="6472428" y="914400"/>
                </a:lnTo>
                <a:lnTo>
                  <a:pt x="6477000" y="909828"/>
                </a:lnTo>
                <a:lnTo>
                  <a:pt x="6483096" y="909828"/>
                </a:lnTo>
                <a:lnTo>
                  <a:pt x="6483096" y="6096"/>
                </a:lnTo>
                <a:lnTo>
                  <a:pt x="6477000" y="6096"/>
                </a:lnTo>
                <a:lnTo>
                  <a:pt x="6473454" y="1368"/>
                </a:lnTo>
                <a:close/>
              </a:path>
              <a:path w="6483350" h="920750">
                <a:moveTo>
                  <a:pt x="6483096" y="909828"/>
                </a:moveTo>
                <a:lnTo>
                  <a:pt x="6477000" y="909828"/>
                </a:lnTo>
                <a:lnTo>
                  <a:pt x="6472428" y="914400"/>
                </a:lnTo>
                <a:lnTo>
                  <a:pt x="6483096" y="914400"/>
                </a:lnTo>
                <a:lnTo>
                  <a:pt x="6483096" y="909828"/>
                </a:lnTo>
                <a:close/>
              </a:path>
              <a:path w="6483350" h="920750">
                <a:moveTo>
                  <a:pt x="6440161" y="6096"/>
                </a:moveTo>
                <a:lnTo>
                  <a:pt x="6095" y="6096"/>
                </a:lnTo>
                <a:lnTo>
                  <a:pt x="6095" y="909828"/>
                </a:lnTo>
                <a:lnTo>
                  <a:pt x="75135" y="909828"/>
                </a:lnTo>
                <a:lnTo>
                  <a:pt x="6440161" y="6096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6096"/>
                </a:lnTo>
                <a:lnTo>
                  <a:pt x="6095" y="6096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1514"/>
                </a:moveTo>
                <a:lnTo>
                  <a:pt x="6440161" y="6096"/>
                </a:lnTo>
                <a:lnTo>
                  <a:pt x="6472428" y="6096"/>
                </a:lnTo>
                <a:lnTo>
                  <a:pt x="6472428" y="1514"/>
                </a:lnTo>
                <a:close/>
              </a:path>
              <a:path w="6483350" h="920750">
                <a:moveTo>
                  <a:pt x="6483096" y="0"/>
                </a:moveTo>
                <a:lnTo>
                  <a:pt x="6473454" y="1368"/>
                </a:lnTo>
                <a:lnTo>
                  <a:pt x="6477000" y="6096"/>
                </a:lnTo>
                <a:lnTo>
                  <a:pt x="6483096" y="6096"/>
                </a:lnTo>
                <a:lnTo>
                  <a:pt x="6483096" y="0"/>
                </a:lnTo>
                <a:close/>
              </a:path>
              <a:path w="6483350" h="920750">
                <a:moveTo>
                  <a:pt x="6472428" y="0"/>
                </a:moveTo>
                <a:lnTo>
                  <a:pt x="6472428" y="1514"/>
                </a:lnTo>
                <a:lnTo>
                  <a:pt x="6473454" y="1368"/>
                </a:lnTo>
                <a:lnTo>
                  <a:pt x="6472428" y="0"/>
                </a:lnTo>
                <a:close/>
              </a:path>
            </a:pathLst>
          </a:custGeom>
          <a:solidFill>
            <a:srgbClr val="396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443" y="748278"/>
            <a:ext cx="1223771" cy="43281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668" y="350514"/>
            <a:ext cx="6480048" cy="918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668" y="350514"/>
            <a:ext cx="6483096" cy="92049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72668" y="350514"/>
            <a:ext cx="6483350" cy="920750"/>
          </a:xfrm>
          <a:custGeom>
            <a:avLst/>
            <a:gdLst/>
            <a:ahLst/>
            <a:cxnLst/>
            <a:rect l="l" t="t" r="r" b="b"/>
            <a:pathLst>
              <a:path w="6483350" h="920750">
                <a:moveTo>
                  <a:pt x="6472428" y="909828"/>
                </a:moveTo>
                <a:lnTo>
                  <a:pt x="75135" y="909828"/>
                </a:lnTo>
                <a:lnTo>
                  <a:pt x="0" y="920496"/>
                </a:lnTo>
                <a:lnTo>
                  <a:pt x="6480048" y="920496"/>
                </a:lnTo>
                <a:lnTo>
                  <a:pt x="6483096" y="917448"/>
                </a:lnTo>
                <a:lnTo>
                  <a:pt x="6483096" y="914400"/>
                </a:lnTo>
                <a:lnTo>
                  <a:pt x="6472428" y="914400"/>
                </a:lnTo>
                <a:lnTo>
                  <a:pt x="6472428" y="909828"/>
                </a:lnTo>
                <a:close/>
              </a:path>
              <a:path w="6483350" h="920750">
                <a:moveTo>
                  <a:pt x="6095" y="909828"/>
                </a:moveTo>
                <a:lnTo>
                  <a:pt x="0" y="909828"/>
                </a:lnTo>
                <a:lnTo>
                  <a:pt x="6095" y="914400"/>
                </a:lnTo>
                <a:lnTo>
                  <a:pt x="6095" y="909828"/>
                </a:lnTo>
                <a:close/>
              </a:path>
              <a:path w="6483350" h="920750">
                <a:moveTo>
                  <a:pt x="6473454" y="1368"/>
                </a:moveTo>
                <a:lnTo>
                  <a:pt x="6472428" y="1514"/>
                </a:lnTo>
                <a:lnTo>
                  <a:pt x="6472428" y="914400"/>
                </a:lnTo>
                <a:lnTo>
                  <a:pt x="6477000" y="909828"/>
                </a:lnTo>
                <a:lnTo>
                  <a:pt x="6483096" y="909828"/>
                </a:lnTo>
                <a:lnTo>
                  <a:pt x="6483096" y="6096"/>
                </a:lnTo>
                <a:lnTo>
                  <a:pt x="6477000" y="6096"/>
                </a:lnTo>
                <a:lnTo>
                  <a:pt x="6473454" y="1368"/>
                </a:lnTo>
                <a:close/>
              </a:path>
              <a:path w="6483350" h="920750">
                <a:moveTo>
                  <a:pt x="6483096" y="909828"/>
                </a:moveTo>
                <a:lnTo>
                  <a:pt x="6477000" y="909828"/>
                </a:lnTo>
                <a:lnTo>
                  <a:pt x="6472428" y="914400"/>
                </a:lnTo>
                <a:lnTo>
                  <a:pt x="6483096" y="914400"/>
                </a:lnTo>
                <a:lnTo>
                  <a:pt x="6483096" y="909828"/>
                </a:lnTo>
                <a:close/>
              </a:path>
              <a:path w="6483350" h="920750">
                <a:moveTo>
                  <a:pt x="6440161" y="6096"/>
                </a:moveTo>
                <a:lnTo>
                  <a:pt x="6095" y="6096"/>
                </a:lnTo>
                <a:lnTo>
                  <a:pt x="6095" y="909828"/>
                </a:lnTo>
                <a:lnTo>
                  <a:pt x="75135" y="909828"/>
                </a:lnTo>
                <a:lnTo>
                  <a:pt x="6440161" y="6096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6096"/>
                </a:lnTo>
                <a:lnTo>
                  <a:pt x="6095" y="6096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1514"/>
                </a:moveTo>
                <a:lnTo>
                  <a:pt x="6440161" y="6096"/>
                </a:lnTo>
                <a:lnTo>
                  <a:pt x="6472428" y="6096"/>
                </a:lnTo>
                <a:lnTo>
                  <a:pt x="6472428" y="1514"/>
                </a:lnTo>
                <a:close/>
              </a:path>
              <a:path w="6483350" h="920750">
                <a:moveTo>
                  <a:pt x="6483096" y="0"/>
                </a:moveTo>
                <a:lnTo>
                  <a:pt x="6473454" y="1368"/>
                </a:lnTo>
                <a:lnTo>
                  <a:pt x="6477000" y="6096"/>
                </a:lnTo>
                <a:lnTo>
                  <a:pt x="6483096" y="6096"/>
                </a:lnTo>
                <a:lnTo>
                  <a:pt x="6483096" y="0"/>
                </a:lnTo>
                <a:close/>
              </a:path>
              <a:path w="6483350" h="920750">
                <a:moveTo>
                  <a:pt x="6472428" y="0"/>
                </a:moveTo>
                <a:lnTo>
                  <a:pt x="6472428" y="1514"/>
                </a:lnTo>
                <a:lnTo>
                  <a:pt x="6473454" y="1368"/>
                </a:lnTo>
                <a:lnTo>
                  <a:pt x="6472428" y="0"/>
                </a:lnTo>
                <a:close/>
              </a:path>
            </a:pathLst>
          </a:custGeom>
          <a:solidFill>
            <a:srgbClr val="396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0132" y="1517500"/>
            <a:ext cx="7870190" cy="818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0132" y="1517500"/>
            <a:ext cx="8073135" cy="2007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90826" y="6973239"/>
            <a:ext cx="36830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20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25.png"/><Relationship Id="rId5" Type="http://schemas.openxmlformats.org/officeDocument/2006/relationships/image" Target="../media/image12.png"/><Relationship Id="rId10" Type="http://schemas.openxmlformats.org/officeDocument/2006/relationships/image" Target="../media/image24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1.png"/><Relationship Id="rId7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34.png"/><Relationship Id="rId4" Type="http://schemas.openxmlformats.org/officeDocument/2006/relationships/image" Target="../media/image11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20.png"/><Relationship Id="rId4" Type="http://schemas.openxmlformats.org/officeDocument/2006/relationships/image" Target="../media/image11.pn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40.png"/><Relationship Id="rId5" Type="http://schemas.openxmlformats.org/officeDocument/2006/relationships/image" Target="../media/image12.png"/><Relationship Id="rId10" Type="http://schemas.openxmlformats.org/officeDocument/2006/relationships/image" Target="../media/image39.png"/><Relationship Id="rId4" Type="http://schemas.openxmlformats.org/officeDocument/2006/relationships/image" Target="../media/image11.png"/><Relationship Id="rId9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43.png"/><Relationship Id="rId5" Type="http://schemas.openxmlformats.org/officeDocument/2006/relationships/image" Target="../media/image12.png"/><Relationship Id="rId10" Type="http://schemas.openxmlformats.org/officeDocument/2006/relationships/image" Target="../media/image42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0" Type="http://schemas.openxmlformats.org/officeDocument/2006/relationships/image" Target="../media/image45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45.png"/><Relationship Id="rId5" Type="http://schemas.openxmlformats.org/officeDocument/2006/relationships/image" Target="../media/image12.png"/><Relationship Id="rId10" Type="http://schemas.openxmlformats.org/officeDocument/2006/relationships/image" Target="../media/image46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Relationship Id="rId1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2.png"/><Relationship Id="rId2" Type="http://schemas.openxmlformats.org/officeDocument/2006/relationships/image" Target="../media/image35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45.png"/><Relationship Id="rId5" Type="http://schemas.openxmlformats.org/officeDocument/2006/relationships/image" Target="../media/image12.png"/><Relationship Id="rId15" Type="http://schemas.openxmlformats.org/officeDocument/2006/relationships/image" Target="../media/image44.png"/><Relationship Id="rId10" Type="http://schemas.openxmlformats.org/officeDocument/2006/relationships/image" Target="../media/image46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Relationship Id="rId1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50.png"/><Relationship Id="rId4" Type="http://schemas.openxmlformats.org/officeDocument/2006/relationships/image" Target="../media/image11.png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50.png"/><Relationship Id="rId4" Type="http://schemas.openxmlformats.org/officeDocument/2006/relationships/image" Target="../media/image11.png"/><Relationship Id="rId9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52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35.png"/><Relationship Id="rId9" Type="http://schemas.openxmlformats.org/officeDocument/2006/relationships/image" Target="../media/image14.png"/><Relationship Id="rId1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9.png"/><Relationship Id="rId7" Type="http://schemas.openxmlformats.org/officeDocument/2006/relationships/image" Target="../media/image1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0.png"/><Relationship Id="rId9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9.png"/><Relationship Id="rId7" Type="http://schemas.openxmlformats.org/officeDocument/2006/relationships/image" Target="../media/image1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0.png"/><Relationship Id="rId9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9.png"/><Relationship Id="rId7" Type="http://schemas.openxmlformats.org/officeDocument/2006/relationships/image" Target="../media/image1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0.png"/><Relationship Id="rId9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9.png"/><Relationship Id="rId7" Type="http://schemas.openxmlformats.org/officeDocument/2006/relationships/image" Target="../media/image1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0.png"/><Relationship Id="rId9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9.png"/><Relationship Id="rId7" Type="http://schemas.openxmlformats.org/officeDocument/2006/relationships/image" Target="../media/image1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0.png"/><Relationship Id="rId9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9.png"/><Relationship Id="rId7" Type="http://schemas.openxmlformats.org/officeDocument/2006/relationships/image" Target="../media/image1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0.png"/><Relationship Id="rId9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63.jpg"/><Relationship Id="rId5" Type="http://schemas.openxmlformats.org/officeDocument/2006/relationships/image" Target="../media/image12.png"/><Relationship Id="rId10" Type="http://schemas.openxmlformats.org/officeDocument/2006/relationships/image" Target="../media/image62.jpg"/><Relationship Id="rId4" Type="http://schemas.openxmlformats.org/officeDocument/2006/relationships/image" Target="../media/image11.png"/><Relationship Id="rId9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6.png"/><Relationship Id="rId7" Type="http://schemas.openxmlformats.org/officeDocument/2006/relationships/image" Target="../media/image1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7.png"/><Relationship Id="rId9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71.jpg"/><Relationship Id="rId4" Type="http://schemas.openxmlformats.org/officeDocument/2006/relationships/image" Target="../media/image11.png"/><Relationship Id="rId9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://www.lamsade.dauphine.fr/~roy/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hyperlink" Target="http://www.math.spbu.ru/user/jvr/DA_html/_lec_2_01.ht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://news.stanford.edu/news/2001/november7/floydob" TargetMode="External"/><Relationship Id="rId9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4.png"/><Relationship Id="rId7" Type="http://schemas.openxmlformats.org/officeDocument/2006/relationships/image" Target="../media/image1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6858000"/>
            <a:chOff x="772668" y="350514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9144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72668" y="350514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628" y="416046"/>
              <a:ext cx="9022080" cy="67010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5152" y="417570"/>
              <a:ext cx="9020810" cy="6699884"/>
            </a:xfrm>
            <a:custGeom>
              <a:avLst/>
              <a:gdLst/>
              <a:ahLst/>
              <a:cxnLst/>
              <a:rect l="l" t="t" r="r" b="b"/>
              <a:pathLst>
                <a:path w="9020810" h="6699884">
                  <a:moveTo>
                    <a:pt x="8703564" y="0"/>
                  </a:moveTo>
                  <a:lnTo>
                    <a:pt x="315467" y="0"/>
                  </a:lnTo>
                  <a:lnTo>
                    <a:pt x="298703" y="1524"/>
                  </a:lnTo>
                  <a:lnTo>
                    <a:pt x="281939" y="4572"/>
                  </a:lnTo>
                  <a:lnTo>
                    <a:pt x="266700" y="7619"/>
                  </a:lnTo>
                  <a:lnTo>
                    <a:pt x="249935" y="10667"/>
                  </a:lnTo>
                  <a:lnTo>
                    <a:pt x="219456" y="19811"/>
                  </a:lnTo>
                  <a:lnTo>
                    <a:pt x="204215" y="25907"/>
                  </a:lnTo>
                  <a:lnTo>
                    <a:pt x="188975" y="33527"/>
                  </a:lnTo>
                  <a:lnTo>
                    <a:pt x="175259" y="41148"/>
                  </a:lnTo>
                  <a:lnTo>
                    <a:pt x="160019" y="48767"/>
                  </a:lnTo>
                  <a:lnTo>
                    <a:pt x="147828" y="57911"/>
                  </a:lnTo>
                  <a:lnTo>
                    <a:pt x="134111" y="67055"/>
                  </a:lnTo>
                  <a:lnTo>
                    <a:pt x="121919" y="76200"/>
                  </a:lnTo>
                  <a:lnTo>
                    <a:pt x="97535" y="97535"/>
                  </a:lnTo>
                  <a:lnTo>
                    <a:pt x="76200" y="121919"/>
                  </a:lnTo>
                  <a:lnTo>
                    <a:pt x="67056" y="134111"/>
                  </a:lnTo>
                  <a:lnTo>
                    <a:pt x="57911" y="147827"/>
                  </a:lnTo>
                  <a:lnTo>
                    <a:pt x="48767" y="160019"/>
                  </a:lnTo>
                  <a:lnTo>
                    <a:pt x="41147" y="175259"/>
                  </a:lnTo>
                  <a:lnTo>
                    <a:pt x="33528" y="188975"/>
                  </a:lnTo>
                  <a:lnTo>
                    <a:pt x="25907" y="204215"/>
                  </a:lnTo>
                  <a:lnTo>
                    <a:pt x="19811" y="219455"/>
                  </a:lnTo>
                  <a:lnTo>
                    <a:pt x="10667" y="249935"/>
                  </a:lnTo>
                  <a:lnTo>
                    <a:pt x="7619" y="266700"/>
                  </a:lnTo>
                  <a:lnTo>
                    <a:pt x="4571" y="281939"/>
                  </a:lnTo>
                  <a:lnTo>
                    <a:pt x="1523" y="298703"/>
                  </a:lnTo>
                  <a:lnTo>
                    <a:pt x="1523" y="316991"/>
                  </a:lnTo>
                  <a:lnTo>
                    <a:pt x="0" y="333755"/>
                  </a:lnTo>
                  <a:lnTo>
                    <a:pt x="0" y="6382511"/>
                  </a:lnTo>
                  <a:lnTo>
                    <a:pt x="1523" y="6399275"/>
                  </a:lnTo>
                  <a:lnTo>
                    <a:pt x="10667" y="6449568"/>
                  </a:lnTo>
                  <a:lnTo>
                    <a:pt x="15239" y="6464808"/>
                  </a:lnTo>
                  <a:lnTo>
                    <a:pt x="21335" y="6480047"/>
                  </a:lnTo>
                  <a:lnTo>
                    <a:pt x="25907" y="6495287"/>
                  </a:lnTo>
                  <a:lnTo>
                    <a:pt x="48767" y="6537959"/>
                  </a:lnTo>
                  <a:lnTo>
                    <a:pt x="76200" y="6577583"/>
                  </a:lnTo>
                  <a:lnTo>
                    <a:pt x="121919" y="6623304"/>
                  </a:lnTo>
                  <a:lnTo>
                    <a:pt x="161544" y="6650735"/>
                  </a:lnTo>
                  <a:lnTo>
                    <a:pt x="234695" y="6684263"/>
                  </a:lnTo>
                  <a:lnTo>
                    <a:pt x="283463" y="6694932"/>
                  </a:lnTo>
                  <a:lnTo>
                    <a:pt x="333756" y="6699504"/>
                  </a:lnTo>
                  <a:lnTo>
                    <a:pt x="8686800" y="6699504"/>
                  </a:lnTo>
                  <a:lnTo>
                    <a:pt x="8721852" y="6696456"/>
                  </a:lnTo>
                  <a:lnTo>
                    <a:pt x="8737092" y="6694932"/>
                  </a:lnTo>
                  <a:lnTo>
                    <a:pt x="8753856" y="6691883"/>
                  </a:lnTo>
                  <a:lnTo>
                    <a:pt x="316991" y="6691883"/>
                  </a:lnTo>
                  <a:lnTo>
                    <a:pt x="283463" y="6688835"/>
                  </a:lnTo>
                  <a:lnTo>
                    <a:pt x="268223" y="6685787"/>
                  </a:lnTo>
                  <a:lnTo>
                    <a:pt x="251459" y="6682739"/>
                  </a:lnTo>
                  <a:lnTo>
                    <a:pt x="236219" y="6678167"/>
                  </a:lnTo>
                  <a:lnTo>
                    <a:pt x="220979" y="6672071"/>
                  </a:lnTo>
                  <a:lnTo>
                    <a:pt x="205739" y="6667500"/>
                  </a:lnTo>
                  <a:lnTo>
                    <a:pt x="192023" y="6659880"/>
                  </a:lnTo>
                  <a:lnTo>
                    <a:pt x="178307" y="6653783"/>
                  </a:lnTo>
                  <a:lnTo>
                    <a:pt x="164591" y="6644639"/>
                  </a:lnTo>
                  <a:lnTo>
                    <a:pt x="150875" y="6637019"/>
                  </a:lnTo>
                  <a:lnTo>
                    <a:pt x="137159" y="6627876"/>
                  </a:lnTo>
                  <a:lnTo>
                    <a:pt x="124967" y="6617208"/>
                  </a:lnTo>
                  <a:lnTo>
                    <a:pt x="114300" y="6608063"/>
                  </a:lnTo>
                  <a:lnTo>
                    <a:pt x="80772" y="6573011"/>
                  </a:lnTo>
                  <a:lnTo>
                    <a:pt x="53339" y="6534911"/>
                  </a:lnTo>
                  <a:lnTo>
                    <a:pt x="32003" y="6492239"/>
                  </a:lnTo>
                  <a:lnTo>
                    <a:pt x="25907" y="6478523"/>
                  </a:lnTo>
                  <a:lnTo>
                    <a:pt x="16763" y="6448044"/>
                  </a:lnTo>
                  <a:lnTo>
                    <a:pt x="13715" y="6431280"/>
                  </a:lnTo>
                  <a:lnTo>
                    <a:pt x="10667" y="6416039"/>
                  </a:lnTo>
                  <a:lnTo>
                    <a:pt x="6095" y="6365747"/>
                  </a:lnTo>
                  <a:lnTo>
                    <a:pt x="6095" y="333755"/>
                  </a:lnTo>
                  <a:lnTo>
                    <a:pt x="10667" y="283463"/>
                  </a:lnTo>
                  <a:lnTo>
                    <a:pt x="25907" y="220979"/>
                  </a:lnTo>
                  <a:lnTo>
                    <a:pt x="39623" y="192024"/>
                  </a:lnTo>
                  <a:lnTo>
                    <a:pt x="45719" y="176783"/>
                  </a:lnTo>
                  <a:lnTo>
                    <a:pt x="54863" y="164591"/>
                  </a:lnTo>
                  <a:lnTo>
                    <a:pt x="62484" y="150875"/>
                  </a:lnTo>
                  <a:lnTo>
                    <a:pt x="71628" y="137159"/>
                  </a:lnTo>
                  <a:lnTo>
                    <a:pt x="80772" y="124967"/>
                  </a:lnTo>
                  <a:lnTo>
                    <a:pt x="91439" y="114300"/>
                  </a:lnTo>
                  <a:lnTo>
                    <a:pt x="102107" y="102107"/>
                  </a:lnTo>
                  <a:lnTo>
                    <a:pt x="150875" y="62483"/>
                  </a:lnTo>
                  <a:lnTo>
                    <a:pt x="192023" y="38100"/>
                  </a:lnTo>
                  <a:lnTo>
                    <a:pt x="251459" y="16763"/>
                  </a:lnTo>
                  <a:lnTo>
                    <a:pt x="268223" y="13715"/>
                  </a:lnTo>
                  <a:lnTo>
                    <a:pt x="283463" y="10667"/>
                  </a:lnTo>
                  <a:lnTo>
                    <a:pt x="300228" y="7619"/>
                  </a:lnTo>
                  <a:lnTo>
                    <a:pt x="316991" y="7619"/>
                  </a:lnTo>
                  <a:lnTo>
                    <a:pt x="333756" y="6095"/>
                  </a:lnTo>
                  <a:lnTo>
                    <a:pt x="8745473" y="6095"/>
                  </a:lnTo>
                  <a:lnTo>
                    <a:pt x="8720328" y="1524"/>
                  </a:lnTo>
                  <a:lnTo>
                    <a:pt x="8703564" y="0"/>
                  </a:lnTo>
                  <a:close/>
                </a:path>
                <a:path w="9020810" h="6699884">
                  <a:moveTo>
                    <a:pt x="8745473" y="6095"/>
                  </a:moveTo>
                  <a:lnTo>
                    <a:pt x="8686800" y="6095"/>
                  </a:lnTo>
                  <a:lnTo>
                    <a:pt x="8703564" y="7619"/>
                  </a:lnTo>
                  <a:lnTo>
                    <a:pt x="8720328" y="7619"/>
                  </a:lnTo>
                  <a:lnTo>
                    <a:pt x="8737092" y="10667"/>
                  </a:lnTo>
                  <a:lnTo>
                    <a:pt x="8752332" y="13715"/>
                  </a:lnTo>
                  <a:lnTo>
                    <a:pt x="8769096" y="16763"/>
                  </a:lnTo>
                  <a:lnTo>
                    <a:pt x="8799576" y="25907"/>
                  </a:lnTo>
                  <a:lnTo>
                    <a:pt x="8814816" y="32003"/>
                  </a:lnTo>
                  <a:lnTo>
                    <a:pt x="8828532" y="39624"/>
                  </a:lnTo>
                  <a:lnTo>
                    <a:pt x="8842248" y="45719"/>
                  </a:lnTo>
                  <a:lnTo>
                    <a:pt x="8855964" y="53339"/>
                  </a:lnTo>
                  <a:lnTo>
                    <a:pt x="8869680" y="62483"/>
                  </a:lnTo>
                  <a:lnTo>
                    <a:pt x="8881872" y="71627"/>
                  </a:lnTo>
                  <a:lnTo>
                    <a:pt x="8895588" y="80772"/>
                  </a:lnTo>
                  <a:lnTo>
                    <a:pt x="8906256" y="91439"/>
                  </a:lnTo>
                  <a:lnTo>
                    <a:pt x="8918448" y="102107"/>
                  </a:lnTo>
                  <a:lnTo>
                    <a:pt x="8929116" y="114300"/>
                  </a:lnTo>
                  <a:lnTo>
                    <a:pt x="8967216" y="164591"/>
                  </a:lnTo>
                  <a:lnTo>
                    <a:pt x="8980932" y="192024"/>
                  </a:lnTo>
                  <a:lnTo>
                    <a:pt x="8988552" y="205739"/>
                  </a:lnTo>
                  <a:lnTo>
                    <a:pt x="8994648" y="220979"/>
                  </a:lnTo>
                  <a:lnTo>
                    <a:pt x="9003792" y="251459"/>
                  </a:lnTo>
                  <a:lnTo>
                    <a:pt x="9006840" y="268224"/>
                  </a:lnTo>
                  <a:lnTo>
                    <a:pt x="9009888" y="283463"/>
                  </a:lnTo>
                  <a:lnTo>
                    <a:pt x="9014460" y="333755"/>
                  </a:lnTo>
                  <a:lnTo>
                    <a:pt x="9014460" y="6365747"/>
                  </a:lnTo>
                  <a:lnTo>
                    <a:pt x="9009888" y="6416039"/>
                  </a:lnTo>
                  <a:lnTo>
                    <a:pt x="9006840" y="6431280"/>
                  </a:lnTo>
                  <a:lnTo>
                    <a:pt x="9003792" y="6448044"/>
                  </a:lnTo>
                  <a:lnTo>
                    <a:pt x="8994648" y="6478523"/>
                  </a:lnTo>
                  <a:lnTo>
                    <a:pt x="8988552" y="6493763"/>
                  </a:lnTo>
                  <a:lnTo>
                    <a:pt x="8980932" y="6507480"/>
                  </a:lnTo>
                  <a:lnTo>
                    <a:pt x="8974836" y="6521196"/>
                  </a:lnTo>
                  <a:lnTo>
                    <a:pt x="8939784" y="6573011"/>
                  </a:lnTo>
                  <a:lnTo>
                    <a:pt x="8906256" y="6608063"/>
                  </a:lnTo>
                  <a:lnTo>
                    <a:pt x="8869680" y="6637019"/>
                  </a:lnTo>
                  <a:lnTo>
                    <a:pt x="8855964" y="6644639"/>
                  </a:lnTo>
                  <a:lnTo>
                    <a:pt x="8842248" y="6653783"/>
                  </a:lnTo>
                  <a:lnTo>
                    <a:pt x="8828532" y="6659880"/>
                  </a:lnTo>
                  <a:lnTo>
                    <a:pt x="8814816" y="6667500"/>
                  </a:lnTo>
                  <a:lnTo>
                    <a:pt x="8799576" y="6672071"/>
                  </a:lnTo>
                  <a:lnTo>
                    <a:pt x="8784336" y="6678167"/>
                  </a:lnTo>
                  <a:lnTo>
                    <a:pt x="8769096" y="6682739"/>
                  </a:lnTo>
                  <a:lnTo>
                    <a:pt x="8752332" y="6685787"/>
                  </a:lnTo>
                  <a:lnTo>
                    <a:pt x="8737092" y="6688835"/>
                  </a:lnTo>
                  <a:lnTo>
                    <a:pt x="8703564" y="6691883"/>
                  </a:lnTo>
                  <a:lnTo>
                    <a:pt x="8753856" y="6691883"/>
                  </a:lnTo>
                  <a:lnTo>
                    <a:pt x="8770620" y="6688835"/>
                  </a:lnTo>
                  <a:lnTo>
                    <a:pt x="8785860" y="6684263"/>
                  </a:lnTo>
                  <a:lnTo>
                    <a:pt x="8831580" y="6665976"/>
                  </a:lnTo>
                  <a:lnTo>
                    <a:pt x="8845296" y="6658356"/>
                  </a:lnTo>
                  <a:lnTo>
                    <a:pt x="8860536" y="6650735"/>
                  </a:lnTo>
                  <a:lnTo>
                    <a:pt x="8872728" y="6641591"/>
                  </a:lnTo>
                  <a:lnTo>
                    <a:pt x="8886444" y="6632448"/>
                  </a:lnTo>
                  <a:lnTo>
                    <a:pt x="8898636" y="6623304"/>
                  </a:lnTo>
                  <a:lnTo>
                    <a:pt x="8944356" y="6577583"/>
                  </a:lnTo>
                  <a:lnTo>
                    <a:pt x="8971788" y="6537959"/>
                  </a:lnTo>
                  <a:lnTo>
                    <a:pt x="8994648" y="6495287"/>
                  </a:lnTo>
                  <a:lnTo>
                    <a:pt x="8999220" y="6480047"/>
                  </a:lnTo>
                  <a:lnTo>
                    <a:pt x="9005316" y="6464808"/>
                  </a:lnTo>
                  <a:lnTo>
                    <a:pt x="9009888" y="6449568"/>
                  </a:lnTo>
                  <a:lnTo>
                    <a:pt x="9019032" y="6399275"/>
                  </a:lnTo>
                  <a:lnTo>
                    <a:pt x="9019032" y="6382511"/>
                  </a:lnTo>
                  <a:lnTo>
                    <a:pt x="9020556" y="6365747"/>
                  </a:lnTo>
                  <a:lnTo>
                    <a:pt x="9020556" y="333755"/>
                  </a:lnTo>
                  <a:lnTo>
                    <a:pt x="9019159" y="316991"/>
                  </a:lnTo>
                  <a:lnTo>
                    <a:pt x="9019032" y="298703"/>
                  </a:lnTo>
                  <a:lnTo>
                    <a:pt x="9015984" y="281939"/>
                  </a:lnTo>
                  <a:lnTo>
                    <a:pt x="9012936" y="266700"/>
                  </a:lnTo>
                  <a:lnTo>
                    <a:pt x="9009888" y="249935"/>
                  </a:lnTo>
                  <a:lnTo>
                    <a:pt x="9005316" y="234695"/>
                  </a:lnTo>
                  <a:lnTo>
                    <a:pt x="8999220" y="219455"/>
                  </a:lnTo>
                  <a:lnTo>
                    <a:pt x="8994648" y="204215"/>
                  </a:lnTo>
                  <a:lnTo>
                    <a:pt x="8987028" y="188975"/>
                  </a:lnTo>
                  <a:lnTo>
                    <a:pt x="8979408" y="175259"/>
                  </a:lnTo>
                  <a:lnTo>
                    <a:pt x="8971788" y="160019"/>
                  </a:lnTo>
                  <a:lnTo>
                    <a:pt x="8944356" y="121919"/>
                  </a:lnTo>
                  <a:lnTo>
                    <a:pt x="8898636" y="76200"/>
                  </a:lnTo>
                  <a:lnTo>
                    <a:pt x="8886444" y="67055"/>
                  </a:lnTo>
                  <a:lnTo>
                    <a:pt x="8872728" y="56387"/>
                  </a:lnTo>
                  <a:lnTo>
                    <a:pt x="8831580" y="33527"/>
                  </a:lnTo>
                  <a:lnTo>
                    <a:pt x="8816340" y="25907"/>
                  </a:lnTo>
                  <a:lnTo>
                    <a:pt x="8801100" y="19811"/>
                  </a:lnTo>
                  <a:lnTo>
                    <a:pt x="8770620" y="10667"/>
                  </a:lnTo>
                  <a:lnTo>
                    <a:pt x="8745473" y="6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76" y="1696206"/>
              <a:ext cx="9043416" cy="18059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90285" y="4266513"/>
            <a:ext cx="55098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5" dirty="0">
                <a:solidFill>
                  <a:srgbClr val="1F497D"/>
                </a:solidFill>
                <a:latin typeface="Tahoma"/>
                <a:cs typeface="Tahoma"/>
              </a:rPr>
              <a:t>Bài</a:t>
            </a:r>
            <a:r>
              <a:rPr sz="3800" spc="-10" dirty="0">
                <a:solidFill>
                  <a:srgbClr val="1F497D"/>
                </a:solidFill>
                <a:latin typeface="Tahoma"/>
                <a:cs typeface="Tahoma"/>
              </a:rPr>
              <a:t> </a:t>
            </a:r>
            <a:r>
              <a:rPr sz="3800" spc="-5" dirty="0">
                <a:solidFill>
                  <a:srgbClr val="1F497D"/>
                </a:solidFill>
                <a:latin typeface="Tahoma"/>
                <a:cs typeface="Tahoma"/>
              </a:rPr>
              <a:t>giảng</a:t>
            </a:r>
            <a:r>
              <a:rPr sz="3800" dirty="0">
                <a:solidFill>
                  <a:srgbClr val="1F497D"/>
                </a:solidFill>
                <a:latin typeface="Tahoma"/>
                <a:cs typeface="Tahoma"/>
              </a:rPr>
              <a:t> Lý</a:t>
            </a:r>
            <a:r>
              <a:rPr sz="3800" spc="-25" dirty="0">
                <a:solidFill>
                  <a:srgbClr val="1F497D"/>
                </a:solidFill>
                <a:latin typeface="Tahoma"/>
                <a:cs typeface="Tahoma"/>
              </a:rPr>
              <a:t> </a:t>
            </a:r>
            <a:r>
              <a:rPr sz="3800" spc="-5" dirty="0">
                <a:solidFill>
                  <a:srgbClr val="1F497D"/>
                </a:solidFill>
                <a:latin typeface="Tahoma"/>
                <a:cs typeface="Tahoma"/>
              </a:rPr>
              <a:t>thuyết</a:t>
            </a:r>
            <a:r>
              <a:rPr sz="3800" dirty="0">
                <a:solidFill>
                  <a:srgbClr val="1F497D"/>
                </a:solidFill>
                <a:latin typeface="Tahoma"/>
                <a:cs typeface="Tahoma"/>
              </a:rPr>
              <a:t> </a:t>
            </a:r>
            <a:r>
              <a:rPr sz="3800" spc="-5" dirty="0">
                <a:solidFill>
                  <a:srgbClr val="1F497D"/>
                </a:solidFill>
                <a:latin typeface="Tahoma"/>
                <a:cs typeface="Tahoma"/>
              </a:rPr>
              <a:t>đồ</a:t>
            </a:r>
            <a:r>
              <a:rPr sz="3800" spc="-20" dirty="0">
                <a:solidFill>
                  <a:srgbClr val="1F497D"/>
                </a:solidFill>
                <a:latin typeface="Tahoma"/>
                <a:cs typeface="Tahoma"/>
              </a:rPr>
              <a:t> </a:t>
            </a:r>
            <a:r>
              <a:rPr sz="3800" spc="-5" dirty="0">
                <a:solidFill>
                  <a:srgbClr val="1F497D"/>
                </a:solidFill>
                <a:latin typeface="Tahoma"/>
                <a:cs typeface="Tahoma"/>
              </a:rPr>
              <a:t>thị</a:t>
            </a:r>
            <a:endParaRPr sz="3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sp>
          <p:nvSpPr>
            <p:cNvPr id="3" name="object 3"/>
            <p:cNvSpPr/>
            <p:nvPr/>
          </p:nvSpPr>
          <p:spPr>
            <a:xfrm>
              <a:off x="870203" y="781806"/>
              <a:ext cx="800100" cy="384175"/>
            </a:xfrm>
            <a:custGeom>
              <a:avLst/>
              <a:gdLst/>
              <a:ahLst/>
              <a:cxnLst/>
              <a:rect l="l" t="t" r="r" b="b"/>
              <a:pathLst>
                <a:path w="800100" h="384175">
                  <a:moveTo>
                    <a:pt x="345948" y="345948"/>
                  </a:moveTo>
                  <a:lnTo>
                    <a:pt x="303276" y="345948"/>
                  </a:lnTo>
                  <a:lnTo>
                    <a:pt x="303276" y="384048"/>
                  </a:lnTo>
                  <a:lnTo>
                    <a:pt x="345948" y="384048"/>
                  </a:lnTo>
                  <a:lnTo>
                    <a:pt x="345948" y="345948"/>
                  </a:lnTo>
                  <a:close/>
                </a:path>
                <a:path w="800100" h="384175">
                  <a:moveTo>
                    <a:pt x="342900" y="86868"/>
                  </a:moveTo>
                  <a:lnTo>
                    <a:pt x="306324" y="86868"/>
                  </a:lnTo>
                  <a:lnTo>
                    <a:pt x="306324" y="307848"/>
                  </a:lnTo>
                  <a:lnTo>
                    <a:pt x="342900" y="307848"/>
                  </a:lnTo>
                  <a:lnTo>
                    <a:pt x="342900" y="86868"/>
                  </a:lnTo>
                  <a:close/>
                </a:path>
                <a:path w="800100" h="384175">
                  <a:moveTo>
                    <a:pt x="435864" y="86868"/>
                  </a:moveTo>
                  <a:lnTo>
                    <a:pt x="397764" y="86868"/>
                  </a:lnTo>
                  <a:lnTo>
                    <a:pt x="397764" y="307848"/>
                  </a:lnTo>
                  <a:lnTo>
                    <a:pt x="435864" y="307848"/>
                  </a:lnTo>
                  <a:lnTo>
                    <a:pt x="435864" y="143255"/>
                  </a:lnTo>
                  <a:lnTo>
                    <a:pt x="442745" y="137588"/>
                  </a:lnTo>
                  <a:lnTo>
                    <a:pt x="478726" y="117919"/>
                  </a:lnTo>
                  <a:lnTo>
                    <a:pt x="493776" y="115824"/>
                  </a:lnTo>
                  <a:lnTo>
                    <a:pt x="563539" y="115824"/>
                  </a:lnTo>
                  <a:lnTo>
                    <a:pt x="562737" y="113799"/>
                  </a:lnTo>
                  <a:lnTo>
                    <a:pt x="560993" y="111251"/>
                  </a:lnTo>
                  <a:lnTo>
                    <a:pt x="435864" y="111251"/>
                  </a:lnTo>
                  <a:lnTo>
                    <a:pt x="435864" y="86868"/>
                  </a:lnTo>
                  <a:close/>
                </a:path>
                <a:path w="800100" h="384175">
                  <a:moveTo>
                    <a:pt x="563539" y="115824"/>
                  </a:moveTo>
                  <a:lnTo>
                    <a:pt x="502920" y="115824"/>
                  </a:lnTo>
                  <a:lnTo>
                    <a:pt x="510540" y="117348"/>
                  </a:lnTo>
                  <a:lnTo>
                    <a:pt x="515112" y="120396"/>
                  </a:lnTo>
                  <a:lnTo>
                    <a:pt x="521208" y="123444"/>
                  </a:lnTo>
                  <a:lnTo>
                    <a:pt x="524256" y="126492"/>
                  </a:lnTo>
                  <a:lnTo>
                    <a:pt x="527304" y="132588"/>
                  </a:lnTo>
                  <a:lnTo>
                    <a:pt x="530352" y="137159"/>
                  </a:lnTo>
                  <a:lnTo>
                    <a:pt x="533400" y="144779"/>
                  </a:lnTo>
                  <a:lnTo>
                    <a:pt x="533400" y="153924"/>
                  </a:lnTo>
                  <a:lnTo>
                    <a:pt x="534281" y="160805"/>
                  </a:lnTo>
                  <a:lnTo>
                    <a:pt x="534733" y="167830"/>
                  </a:lnTo>
                  <a:lnTo>
                    <a:pt x="534900" y="175140"/>
                  </a:lnTo>
                  <a:lnTo>
                    <a:pt x="534924" y="307848"/>
                  </a:lnTo>
                  <a:lnTo>
                    <a:pt x="573024" y="307848"/>
                  </a:lnTo>
                  <a:lnTo>
                    <a:pt x="573024" y="164592"/>
                  </a:lnTo>
                  <a:lnTo>
                    <a:pt x="571881" y="145184"/>
                  </a:lnTo>
                  <a:lnTo>
                    <a:pt x="568452" y="128206"/>
                  </a:lnTo>
                  <a:lnTo>
                    <a:pt x="563539" y="115824"/>
                  </a:lnTo>
                  <a:close/>
                </a:path>
                <a:path w="800100" h="384175">
                  <a:moveTo>
                    <a:pt x="502920" y="80772"/>
                  </a:moveTo>
                  <a:lnTo>
                    <a:pt x="459866" y="92392"/>
                  </a:lnTo>
                  <a:lnTo>
                    <a:pt x="435864" y="111251"/>
                  </a:lnTo>
                  <a:lnTo>
                    <a:pt x="560993" y="111251"/>
                  </a:lnTo>
                  <a:lnTo>
                    <a:pt x="531685" y="86296"/>
                  </a:lnTo>
                  <a:lnTo>
                    <a:pt x="502920" y="80772"/>
                  </a:lnTo>
                  <a:close/>
                </a:path>
                <a:path w="800100" h="384175">
                  <a:moveTo>
                    <a:pt x="71628" y="161544"/>
                  </a:moveTo>
                  <a:lnTo>
                    <a:pt x="32004" y="161544"/>
                  </a:lnTo>
                  <a:lnTo>
                    <a:pt x="32004" y="307848"/>
                  </a:lnTo>
                  <a:lnTo>
                    <a:pt x="100584" y="307848"/>
                  </a:lnTo>
                  <a:lnTo>
                    <a:pt x="118014" y="307586"/>
                  </a:lnTo>
                  <a:lnTo>
                    <a:pt x="160020" y="304800"/>
                  </a:lnTo>
                  <a:lnTo>
                    <a:pt x="205740" y="284988"/>
                  </a:lnTo>
                  <a:lnTo>
                    <a:pt x="219534" y="274320"/>
                  </a:lnTo>
                  <a:lnTo>
                    <a:pt x="71628" y="274320"/>
                  </a:lnTo>
                  <a:lnTo>
                    <a:pt x="71628" y="161544"/>
                  </a:lnTo>
                  <a:close/>
                </a:path>
                <a:path w="800100" h="384175">
                  <a:moveTo>
                    <a:pt x="220173" y="47244"/>
                  </a:moveTo>
                  <a:lnTo>
                    <a:pt x="102108" y="47244"/>
                  </a:lnTo>
                  <a:lnTo>
                    <a:pt x="115014" y="47291"/>
                  </a:lnTo>
                  <a:lnTo>
                    <a:pt x="126492" y="47625"/>
                  </a:lnTo>
                  <a:lnTo>
                    <a:pt x="171807" y="59721"/>
                  </a:lnTo>
                  <a:lnTo>
                    <a:pt x="207049" y="90368"/>
                  </a:lnTo>
                  <a:lnTo>
                    <a:pt x="222313" y="128777"/>
                  </a:lnTo>
                  <a:lnTo>
                    <a:pt x="225552" y="160020"/>
                  </a:lnTo>
                  <a:lnTo>
                    <a:pt x="224742" y="176569"/>
                  </a:lnTo>
                  <a:lnTo>
                    <a:pt x="214884" y="217931"/>
                  </a:lnTo>
                  <a:lnTo>
                    <a:pt x="184404" y="254507"/>
                  </a:lnTo>
                  <a:lnTo>
                    <a:pt x="147828" y="271272"/>
                  </a:lnTo>
                  <a:lnTo>
                    <a:pt x="102108" y="274320"/>
                  </a:lnTo>
                  <a:lnTo>
                    <a:pt x="219534" y="274320"/>
                  </a:lnTo>
                  <a:lnTo>
                    <a:pt x="249936" y="234696"/>
                  </a:lnTo>
                  <a:lnTo>
                    <a:pt x="265580" y="180689"/>
                  </a:lnTo>
                  <a:lnTo>
                    <a:pt x="266700" y="161544"/>
                  </a:lnTo>
                  <a:lnTo>
                    <a:pt x="265580" y="140446"/>
                  </a:lnTo>
                  <a:lnTo>
                    <a:pt x="257055" y="102822"/>
                  </a:lnTo>
                  <a:lnTo>
                    <a:pt x="231266" y="58293"/>
                  </a:lnTo>
                  <a:lnTo>
                    <a:pt x="220173" y="47244"/>
                  </a:lnTo>
                  <a:close/>
                </a:path>
                <a:path w="800100" h="384175">
                  <a:moveTo>
                    <a:pt x="137159" y="132588"/>
                  </a:moveTo>
                  <a:lnTo>
                    <a:pt x="0" y="132588"/>
                  </a:lnTo>
                  <a:lnTo>
                    <a:pt x="0" y="161544"/>
                  </a:lnTo>
                  <a:lnTo>
                    <a:pt x="137159" y="161544"/>
                  </a:lnTo>
                  <a:lnTo>
                    <a:pt x="137159" y="132588"/>
                  </a:lnTo>
                  <a:close/>
                </a:path>
                <a:path w="800100" h="384175">
                  <a:moveTo>
                    <a:pt x="100584" y="12192"/>
                  </a:moveTo>
                  <a:lnTo>
                    <a:pt x="32004" y="12192"/>
                  </a:lnTo>
                  <a:lnTo>
                    <a:pt x="32004" y="132588"/>
                  </a:lnTo>
                  <a:lnTo>
                    <a:pt x="71628" y="132588"/>
                  </a:lnTo>
                  <a:lnTo>
                    <a:pt x="71628" y="47244"/>
                  </a:lnTo>
                  <a:lnTo>
                    <a:pt x="220173" y="47244"/>
                  </a:lnTo>
                  <a:lnTo>
                    <a:pt x="187642" y="26288"/>
                  </a:lnTo>
                  <a:lnTo>
                    <a:pt x="137350" y="14097"/>
                  </a:lnTo>
                  <a:lnTo>
                    <a:pt x="120038" y="12715"/>
                  </a:lnTo>
                  <a:lnTo>
                    <a:pt x="100584" y="12192"/>
                  </a:lnTo>
                  <a:close/>
                </a:path>
                <a:path w="800100" h="384175">
                  <a:moveTo>
                    <a:pt x="345948" y="10668"/>
                  </a:moveTo>
                  <a:lnTo>
                    <a:pt x="303276" y="10668"/>
                  </a:lnTo>
                  <a:lnTo>
                    <a:pt x="303276" y="48768"/>
                  </a:lnTo>
                  <a:lnTo>
                    <a:pt x="345948" y="48768"/>
                  </a:lnTo>
                  <a:lnTo>
                    <a:pt x="345948" y="10668"/>
                  </a:lnTo>
                  <a:close/>
                </a:path>
                <a:path w="800100" h="384175">
                  <a:moveTo>
                    <a:pt x="662940" y="0"/>
                  </a:moveTo>
                  <a:lnTo>
                    <a:pt x="624840" y="0"/>
                  </a:lnTo>
                  <a:lnTo>
                    <a:pt x="624840" y="307848"/>
                  </a:lnTo>
                  <a:lnTo>
                    <a:pt x="662940" y="307848"/>
                  </a:lnTo>
                  <a:lnTo>
                    <a:pt x="662940" y="143255"/>
                  </a:lnTo>
                  <a:lnTo>
                    <a:pt x="669821" y="137588"/>
                  </a:lnTo>
                  <a:lnTo>
                    <a:pt x="705802" y="117919"/>
                  </a:lnTo>
                  <a:lnTo>
                    <a:pt x="720852" y="115824"/>
                  </a:lnTo>
                  <a:lnTo>
                    <a:pt x="790615" y="115824"/>
                  </a:lnTo>
                  <a:lnTo>
                    <a:pt x="789813" y="113799"/>
                  </a:lnTo>
                  <a:lnTo>
                    <a:pt x="788069" y="111251"/>
                  </a:lnTo>
                  <a:lnTo>
                    <a:pt x="662940" y="111251"/>
                  </a:lnTo>
                  <a:lnTo>
                    <a:pt x="662940" y="0"/>
                  </a:lnTo>
                  <a:close/>
                </a:path>
                <a:path w="800100" h="384175">
                  <a:moveTo>
                    <a:pt x="790615" y="115824"/>
                  </a:moveTo>
                  <a:lnTo>
                    <a:pt x="729996" y="115824"/>
                  </a:lnTo>
                  <a:lnTo>
                    <a:pt x="737616" y="117348"/>
                  </a:lnTo>
                  <a:lnTo>
                    <a:pt x="742188" y="120396"/>
                  </a:lnTo>
                  <a:lnTo>
                    <a:pt x="748284" y="123444"/>
                  </a:lnTo>
                  <a:lnTo>
                    <a:pt x="751332" y="126492"/>
                  </a:lnTo>
                  <a:lnTo>
                    <a:pt x="754380" y="132588"/>
                  </a:lnTo>
                  <a:lnTo>
                    <a:pt x="757428" y="137159"/>
                  </a:lnTo>
                  <a:lnTo>
                    <a:pt x="760476" y="144779"/>
                  </a:lnTo>
                  <a:lnTo>
                    <a:pt x="760476" y="153924"/>
                  </a:lnTo>
                  <a:lnTo>
                    <a:pt x="761357" y="160805"/>
                  </a:lnTo>
                  <a:lnTo>
                    <a:pt x="761809" y="167830"/>
                  </a:lnTo>
                  <a:lnTo>
                    <a:pt x="761976" y="175140"/>
                  </a:lnTo>
                  <a:lnTo>
                    <a:pt x="762000" y="307848"/>
                  </a:lnTo>
                  <a:lnTo>
                    <a:pt x="800100" y="307848"/>
                  </a:lnTo>
                  <a:lnTo>
                    <a:pt x="800100" y="164592"/>
                  </a:lnTo>
                  <a:lnTo>
                    <a:pt x="798957" y="145184"/>
                  </a:lnTo>
                  <a:lnTo>
                    <a:pt x="795528" y="128206"/>
                  </a:lnTo>
                  <a:lnTo>
                    <a:pt x="790615" y="115824"/>
                  </a:lnTo>
                  <a:close/>
                </a:path>
                <a:path w="800100" h="384175">
                  <a:moveTo>
                    <a:pt x="729996" y="80772"/>
                  </a:moveTo>
                  <a:lnTo>
                    <a:pt x="686942" y="92392"/>
                  </a:lnTo>
                  <a:lnTo>
                    <a:pt x="662940" y="111251"/>
                  </a:lnTo>
                  <a:lnTo>
                    <a:pt x="788069" y="111251"/>
                  </a:lnTo>
                  <a:lnTo>
                    <a:pt x="758761" y="86296"/>
                  </a:lnTo>
                  <a:lnTo>
                    <a:pt x="729996" y="807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73479" y="868674"/>
              <a:ext cx="43180" cy="297180"/>
            </a:xfrm>
            <a:custGeom>
              <a:avLst/>
              <a:gdLst/>
              <a:ahLst/>
              <a:cxnLst/>
              <a:rect l="l" t="t" r="r" b="b"/>
              <a:pathLst>
                <a:path w="43180" h="297180">
                  <a:moveTo>
                    <a:pt x="0" y="259079"/>
                  </a:moveTo>
                  <a:lnTo>
                    <a:pt x="42671" y="259079"/>
                  </a:lnTo>
                  <a:lnTo>
                    <a:pt x="42671" y="297179"/>
                  </a:lnTo>
                  <a:lnTo>
                    <a:pt x="0" y="297179"/>
                  </a:lnTo>
                  <a:lnTo>
                    <a:pt x="0" y="259079"/>
                  </a:lnTo>
                  <a:close/>
                </a:path>
                <a:path w="43180" h="297180">
                  <a:moveTo>
                    <a:pt x="3047" y="0"/>
                  </a:moveTo>
                  <a:lnTo>
                    <a:pt x="39623" y="0"/>
                  </a:lnTo>
                  <a:lnTo>
                    <a:pt x="39623" y="220979"/>
                  </a:lnTo>
                  <a:lnTo>
                    <a:pt x="3047" y="220979"/>
                  </a:lnTo>
                  <a:lnTo>
                    <a:pt x="3047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8823" y="853434"/>
              <a:ext cx="193547" cy="2453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687" y="819906"/>
              <a:ext cx="172211" cy="2453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0203" y="781806"/>
              <a:ext cx="800100" cy="307975"/>
            </a:xfrm>
            <a:custGeom>
              <a:avLst/>
              <a:gdLst/>
              <a:ahLst/>
              <a:cxnLst/>
              <a:rect l="l" t="t" r="r" b="b"/>
              <a:pathLst>
                <a:path w="800100" h="307975">
                  <a:moveTo>
                    <a:pt x="32003" y="12191"/>
                  </a:moveTo>
                  <a:lnTo>
                    <a:pt x="100583" y="12191"/>
                  </a:lnTo>
                  <a:lnTo>
                    <a:pt x="120038" y="12715"/>
                  </a:lnTo>
                  <a:lnTo>
                    <a:pt x="166115" y="18287"/>
                  </a:lnTo>
                  <a:lnTo>
                    <a:pt x="205739" y="36575"/>
                  </a:lnTo>
                  <a:lnTo>
                    <a:pt x="241315" y="71723"/>
                  </a:lnTo>
                  <a:lnTo>
                    <a:pt x="262318" y="120776"/>
                  </a:lnTo>
                  <a:lnTo>
                    <a:pt x="266699" y="161543"/>
                  </a:lnTo>
                  <a:lnTo>
                    <a:pt x="265580" y="180689"/>
                  </a:lnTo>
                  <a:lnTo>
                    <a:pt x="249935" y="234695"/>
                  </a:lnTo>
                  <a:lnTo>
                    <a:pt x="218860" y="274986"/>
                  </a:lnTo>
                  <a:lnTo>
                    <a:pt x="182879" y="297179"/>
                  </a:lnTo>
                  <a:lnTo>
                    <a:pt x="133730" y="306895"/>
                  </a:lnTo>
                  <a:lnTo>
                    <a:pt x="100583" y="307847"/>
                  </a:lnTo>
                  <a:lnTo>
                    <a:pt x="32003" y="307847"/>
                  </a:lnTo>
                  <a:lnTo>
                    <a:pt x="32003" y="161543"/>
                  </a:lnTo>
                  <a:lnTo>
                    <a:pt x="0" y="161543"/>
                  </a:lnTo>
                  <a:lnTo>
                    <a:pt x="0" y="132587"/>
                  </a:lnTo>
                  <a:lnTo>
                    <a:pt x="32003" y="132587"/>
                  </a:lnTo>
                  <a:lnTo>
                    <a:pt x="32003" y="12191"/>
                  </a:lnTo>
                  <a:close/>
                </a:path>
                <a:path w="800100" h="307975">
                  <a:moveTo>
                    <a:pt x="303275" y="10667"/>
                  </a:moveTo>
                  <a:lnTo>
                    <a:pt x="345947" y="10667"/>
                  </a:lnTo>
                  <a:lnTo>
                    <a:pt x="345947" y="48767"/>
                  </a:lnTo>
                  <a:lnTo>
                    <a:pt x="303275" y="48767"/>
                  </a:lnTo>
                  <a:lnTo>
                    <a:pt x="303275" y="10667"/>
                  </a:lnTo>
                  <a:close/>
                </a:path>
                <a:path w="800100" h="307975">
                  <a:moveTo>
                    <a:pt x="624839" y="0"/>
                  </a:moveTo>
                  <a:lnTo>
                    <a:pt x="662939" y="0"/>
                  </a:lnTo>
                  <a:lnTo>
                    <a:pt x="662939" y="111251"/>
                  </a:lnTo>
                  <a:lnTo>
                    <a:pt x="670940" y="103822"/>
                  </a:lnTo>
                  <a:lnTo>
                    <a:pt x="711898" y="82867"/>
                  </a:lnTo>
                  <a:lnTo>
                    <a:pt x="729995" y="80771"/>
                  </a:lnTo>
                  <a:lnTo>
                    <a:pt x="745164" y="82176"/>
                  </a:lnTo>
                  <a:lnTo>
                    <a:pt x="781811" y="102107"/>
                  </a:lnTo>
                  <a:lnTo>
                    <a:pt x="798956" y="145184"/>
                  </a:lnTo>
                  <a:lnTo>
                    <a:pt x="800099" y="164591"/>
                  </a:lnTo>
                  <a:lnTo>
                    <a:pt x="800099" y="307847"/>
                  </a:lnTo>
                  <a:lnTo>
                    <a:pt x="761999" y="307847"/>
                  </a:lnTo>
                  <a:lnTo>
                    <a:pt x="761999" y="182879"/>
                  </a:lnTo>
                  <a:lnTo>
                    <a:pt x="761976" y="175140"/>
                  </a:lnTo>
                  <a:lnTo>
                    <a:pt x="761809" y="167830"/>
                  </a:lnTo>
                  <a:lnTo>
                    <a:pt x="761357" y="160805"/>
                  </a:lnTo>
                  <a:lnTo>
                    <a:pt x="760475" y="153923"/>
                  </a:lnTo>
                  <a:lnTo>
                    <a:pt x="760475" y="144779"/>
                  </a:lnTo>
                  <a:lnTo>
                    <a:pt x="757427" y="137159"/>
                  </a:lnTo>
                  <a:lnTo>
                    <a:pt x="754379" y="132587"/>
                  </a:lnTo>
                  <a:lnTo>
                    <a:pt x="751331" y="126491"/>
                  </a:lnTo>
                  <a:lnTo>
                    <a:pt x="748283" y="123443"/>
                  </a:lnTo>
                  <a:lnTo>
                    <a:pt x="742187" y="120395"/>
                  </a:lnTo>
                  <a:lnTo>
                    <a:pt x="737615" y="117347"/>
                  </a:lnTo>
                  <a:lnTo>
                    <a:pt x="729995" y="115823"/>
                  </a:lnTo>
                  <a:lnTo>
                    <a:pt x="720851" y="115823"/>
                  </a:lnTo>
                  <a:lnTo>
                    <a:pt x="684156" y="127396"/>
                  </a:lnTo>
                  <a:lnTo>
                    <a:pt x="662939" y="143255"/>
                  </a:lnTo>
                  <a:lnTo>
                    <a:pt x="662939" y="307847"/>
                  </a:lnTo>
                  <a:lnTo>
                    <a:pt x="624839" y="307847"/>
                  </a:lnTo>
                  <a:lnTo>
                    <a:pt x="62483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0991" y="763518"/>
              <a:ext cx="952499" cy="4206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84622" y="1517417"/>
            <a:ext cx="8051165" cy="2479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304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105" dirty="0">
                <a:solidFill>
                  <a:srgbClr val="C00000"/>
                </a:solidFill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đi</a:t>
            </a:r>
            <a:r>
              <a:rPr sz="2600" spc="3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(path)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(độ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dài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n)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tới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trong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thị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vô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hướng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dãy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550" spc="7" baseline="-21241" dirty="0">
                <a:latin typeface="Microsoft Sans Serif"/>
                <a:cs typeface="Microsoft Sans Serif"/>
              </a:rPr>
              <a:t>1</a:t>
            </a:r>
            <a:r>
              <a:rPr sz="2600" spc="5" dirty="0">
                <a:latin typeface="Microsoft Sans Serif"/>
                <a:cs typeface="Microsoft Sans Serif"/>
              </a:rPr>
              <a:t>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550" spc="7" baseline="-21241" dirty="0">
                <a:latin typeface="Microsoft Sans Serif"/>
                <a:cs typeface="Microsoft Sans Serif"/>
              </a:rPr>
              <a:t>2</a:t>
            </a:r>
            <a:r>
              <a:rPr sz="2550" spc="419" baseline="-21241" dirty="0">
                <a:latin typeface="Microsoft Sans Serif"/>
                <a:cs typeface="Microsoft Sans Serif"/>
              </a:rPr>
              <a:t> </a:t>
            </a:r>
            <a:r>
              <a:rPr sz="2600" spc="1130" dirty="0">
                <a:latin typeface="Microsoft Sans Serif"/>
                <a:cs typeface="Microsoft Sans Serif"/>
              </a:rPr>
              <a:t>…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550" spc="7" baseline="-21241" dirty="0">
                <a:latin typeface="Microsoft Sans Serif"/>
                <a:cs typeface="Microsoft Sans Serif"/>
              </a:rPr>
              <a:t>n</a:t>
            </a:r>
            <a:r>
              <a:rPr sz="2550" spc="397" baseline="-21241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của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thị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sao </a:t>
            </a:r>
            <a:r>
              <a:rPr sz="2600" spc="5" dirty="0">
                <a:latin typeface="Microsoft Sans Serif"/>
                <a:cs typeface="Microsoft Sans Serif"/>
              </a:rPr>
              <a:t>cho </a:t>
            </a:r>
            <a:r>
              <a:rPr sz="2600" dirty="0">
                <a:latin typeface="Microsoft Sans Serif"/>
                <a:cs typeface="Microsoft Sans Serif"/>
              </a:rPr>
              <a:t>f(e</a:t>
            </a:r>
            <a:r>
              <a:rPr sz="2550" baseline="-21241" dirty="0">
                <a:latin typeface="Microsoft Sans Serif"/>
                <a:cs typeface="Microsoft Sans Serif"/>
              </a:rPr>
              <a:t>1</a:t>
            </a:r>
            <a:r>
              <a:rPr sz="2600" dirty="0">
                <a:latin typeface="Microsoft Sans Serif"/>
                <a:cs typeface="Microsoft Sans Serif"/>
              </a:rPr>
              <a:t>) = {x</a:t>
            </a:r>
            <a:r>
              <a:rPr sz="2550" baseline="-21241" dirty="0">
                <a:latin typeface="Microsoft Sans Serif"/>
                <a:cs typeface="Microsoft Sans Serif"/>
              </a:rPr>
              <a:t>0</a:t>
            </a:r>
            <a:r>
              <a:rPr sz="2600" dirty="0">
                <a:latin typeface="Microsoft Sans Serif"/>
                <a:cs typeface="Microsoft Sans Serif"/>
              </a:rPr>
              <a:t>, </a:t>
            </a:r>
            <a:r>
              <a:rPr sz="2600" spc="5" dirty="0">
                <a:latin typeface="Microsoft Sans Serif"/>
                <a:cs typeface="Microsoft Sans Serif"/>
              </a:rPr>
              <a:t>x</a:t>
            </a:r>
            <a:r>
              <a:rPr sz="2550" spc="7" baseline="-21241" dirty="0">
                <a:latin typeface="Microsoft Sans Serif"/>
                <a:cs typeface="Microsoft Sans Serif"/>
              </a:rPr>
              <a:t>1</a:t>
            </a:r>
            <a:r>
              <a:rPr sz="2600" spc="5" dirty="0">
                <a:latin typeface="Microsoft Sans Serif"/>
                <a:cs typeface="Microsoft Sans Serif"/>
              </a:rPr>
              <a:t>}, </a:t>
            </a:r>
            <a:r>
              <a:rPr sz="2600" dirty="0">
                <a:latin typeface="Microsoft Sans Serif"/>
                <a:cs typeface="Microsoft Sans Serif"/>
              </a:rPr>
              <a:t>f(e</a:t>
            </a:r>
            <a:r>
              <a:rPr sz="2550" baseline="-21241" dirty="0">
                <a:latin typeface="Microsoft Sans Serif"/>
                <a:cs typeface="Microsoft Sans Serif"/>
              </a:rPr>
              <a:t>2</a:t>
            </a:r>
            <a:r>
              <a:rPr sz="2600" dirty="0">
                <a:latin typeface="Microsoft Sans Serif"/>
                <a:cs typeface="Microsoft Sans Serif"/>
              </a:rPr>
              <a:t>) = {x</a:t>
            </a:r>
            <a:r>
              <a:rPr sz="2550" baseline="-21241" dirty="0">
                <a:latin typeface="Microsoft Sans Serif"/>
                <a:cs typeface="Microsoft Sans Serif"/>
              </a:rPr>
              <a:t>1</a:t>
            </a:r>
            <a:r>
              <a:rPr sz="2600" dirty="0">
                <a:latin typeface="Microsoft Sans Serif"/>
                <a:cs typeface="Microsoft Sans Serif"/>
              </a:rPr>
              <a:t>, </a:t>
            </a:r>
            <a:r>
              <a:rPr sz="2600" spc="285" dirty="0">
                <a:latin typeface="Microsoft Sans Serif"/>
                <a:cs typeface="Microsoft Sans Serif"/>
              </a:rPr>
              <a:t>x</a:t>
            </a:r>
            <a:r>
              <a:rPr sz="2550" spc="427" baseline="-21241" dirty="0">
                <a:latin typeface="Microsoft Sans Serif"/>
                <a:cs typeface="Microsoft Sans Serif"/>
              </a:rPr>
              <a:t>2</a:t>
            </a:r>
            <a:r>
              <a:rPr sz="2600" spc="285" dirty="0">
                <a:latin typeface="Microsoft Sans Serif"/>
                <a:cs typeface="Microsoft Sans Serif"/>
              </a:rPr>
              <a:t>}… </a:t>
            </a:r>
            <a:r>
              <a:rPr sz="2600" dirty="0">
                <a:latin typeface="Microsoft Sans Serif"/>
                <a:cs typeface="Microsoft Sans Serif"/>
              </a:rPr>
              <a:t>f(e</a:t>
            </a:r>
            <a:r>
              <a:rPr sz="2550" baseline="-21241" dirty="0">
                <a:latin typeface="Microsoft Sans Serif"/>
                <a:cs typeface="Microsoft Sans Serif"/>
              </a:rPr>
              <a:t>n</a:t>
            </a:r>
            <a:r>
              <a:rPr sz="2600" dirty="0">
                <a:latin typeface="Microsoft Sans Serif"/>
                <a:cs typeface="Microsoft Sans Serif"/>
              </a:rPr>
              <a:t>) = </a:t>
            </a:r>
            <a:r>
              <a:rPr sz="2600" spc="5" dirty="0">
                <a:latin typeface="Microsoft Sans Serif"/>
                <a:cs typeface="Microsoft Sans Serif"/>
              </a:rPr>
              <a:t>{x</a:t>
            </a:r>
            <a:r>
              <a:rPr sz="2550" spc="7" baseline="-21241" dirty="0">
                <a:latin typeface="Microsoft Sans Serif"/>
                <a:cs typeface="Microsoft Sans Serif"/>
              </a:rPr>
              <a:t>n-1</a:t>
            </a:r>
            <a:r>
              <a:rPr sz="2600" spc="5" dirty="0">
                <a:latin typeface="Microsoft Sans Serif"/>
                <a:cs typeface="Microsoft Sans Serif"/>
              </a:rPr>
              <a:t>, 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x</a:t>
            </a:r>
            <a:r>
              <a:rPr sz="2550" spc="7" baseline="-21241" dirty="0">
                <a:latin typeface="Microsoft Sans Serif"/>
                <a:cs typeface="Microsoft Sans Serif"/>
              </a:rPr>
              <a:t>n</a:t>
            </a:r>
            <a:r>
              <a:rPr sz="2600" spc="5" dirty="0">
                <a:latin typeface="Microsoft Sans Serif"/>
                <a:cs typeface="Microsoft Sans Serif"/>
              </a:rPr>
              <a:t>},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x</a:t>
            </a:r>
            <a:r>
              <a:rPr sz="2550" spc="15" baseline="-21241" dirty="0">
                <a:latin typeface="Microsoft Sans Serif"/>
                <a:cs typeface="Microsoft Sans Serif"/>
              </a:rPr>
              <a:t>0</a:t>
            </a:r>
            <a:r>
              <a:rPr sz="2550" spc="390" baseline="-21241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x</a:t>
            </a:r>
            <a:r>
              <a:rPr sz="2550" spc="15" baseline="-21241" dirty="0">
                <a:latin typeface="Microsoft Sans Serif"/>
                <a:cs typeface="Microsoft Sans Serif"/>
              </a:rPr>
              <a:t>n</a:t>
            </a:r>
            <a:r>
              <a:rPr sz="2550" spc="397" baseline="-21241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95" dirty="0">
                <a:latin typeface="Microsoft Sans Serif"/>
                <a:cs typeface="Microsoft Sans Serif"/>
              </a:rPr>
              <a:t>v.</a:t>
            </a:r>
            <a:endParaRPr sz="2600">
              <a:latin typeface="Microsoft Sans Serif"/>
              <a:cs typeface="Microsoft Sans Serif"/>
            </a:endParaRPr>
          </a:p>
          <a:p>
            <a:pPr marL="311785" marR="30734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Khi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đơn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ký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hiệu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này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bằng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dãy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x</a:t>
            </a:r>
            <a:r>
              <a:rPr sz="2550" spc="7" baseline="-21241" dirty="0">
                <a:latin typeface="Microsoft Sans Serif"/>
                <a:cs typeface="Microsoft Sans Serif"/>
              </a:rPr>
              <a:t>0</a:t>
            </a:r>
            <a:r>
              <a:rPr sz="2600" spc="5" dirty="0">
                <a:latin typeface="Microsoft Sans Serif"/>
                <a:cs typeface="Microsoft Sans Serif"/>
              </a:rPr>
              <a:t>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x</a:t>
            </a:r>
            <a:r>
              <a:rPr sz="2550" spc="7" baseline="-21241" dirty="0">
                <a:latin typeface="Microsoft Sans Serif"/>
                <a:cs typeface="Microsoft Sans Serif"/>
              </a:rPr>
              <a:t>1</a:t>
            </a:r>
            <a:r>
              <a:rPr sz="2600" spc="5" dirty="0">
                <a:latin typeface="Microsoft Sans Serif"/>
                <a:cs typeface="Microsoft Sans Serif"/>
              </a:rPr>
              <a:t>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130" dirty="0">
                <a:latin typeface="Microsoft Sans Serif"/>
                <a:cs typeface="Microsoft Sans Serif"/>
              </a:rPr>
              <a:t>…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x</a:t>
            </a:r>
            <a:r>
              <a:rPr sz="2550" spc="7" baseline="-21241" dirty="0">
                <a:latin typeface="Microsoft Sans Serif"/>
                <a:cs typeface="Microsoft Sans Serif"/>
              </a:rPr>
              <a:t>n</a:t>
            </a:r>
            <a:r>
              <a:rPr sz="2600" spc="5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</a:t>
            </a:r>
            <a:r>
              <a:rPr spc="-55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23" name="object 23"/>
          <p:cNvSpPr txBox="1"/>
          <p:nvPr/>
        </p:nvSpPr>
        <p:spPr>
          <a:xfrm>
            <a:off x="9439683" y="6973239"/>
            <a:ext cx="271145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Tahoma"/>
                <a:cs typeface="Tahoma"/>
              </a:rPr>
              <a:t>2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9093" y="3413454"/>
            <a:ext cx="664845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927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latin typeface="Tahoma"/>
                <a:cs typeface="Tahoma"/>
              </a:rPr>
              <a:t>BÀI </a:t>
            </a:r>
            <a:r>
              <a:rPr sz="4400" b="1" dirty="0">
                <a:latin typeface="Tahoma"/>
                <a:cs typeface="Tahoma"/>
              </a:rPr>
              <a:t>TOÁN </a:t>
            </a:r>
            <a:r>
              <a:rPr sz="4400" b="1" spc="5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ĐƯỜNG</a:t>
            </a:r>
            <a:r>
              <a:rPr sz="4400" b="1" spc="-6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ĐI</a:t>
            </a:r>
            <a:r>
              <a:rPr sz="4400" b="1" spc="-5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NGẮN</a:t>
            </a:r>
            <a:r>
              <a:rPr sz="4400" b="1" spc="-45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NHẤT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CNTT-2025</a:t>
            </a:r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08654"/>
              <a:ext cx="3233927" cy="397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84622" y="1441932"/>
            <a:ext cx="8108950" cy="42722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1785" indent="-274320">
              <a:lnSpc>
                <a:spcPct val="100000"/>
              </a:lnSpc>
              <a:spcBef>
                <a:spcPts val="69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b="1" i="1" spc="-5" dirty="0">
                <a:latin typeface="Arial"/>
                <a:cs typeface="Arial"/>
              </a:rPr>
              <a:t>Định</a:t>
            </a:r>
            <a:r>
              <a:rPr sz="2600" b="1" i="1" spc="-10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nghĩa</a:t>
            </a:r>
            <a:r>
              <a:rPr sz="2600" b="1" i="1" spc="-25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đường</a:t>
            </a:r>
            <a:r>
              <a:rPr sz="2600" b="1" i="1" spc="-25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đi </a:t>
            </a:r>
            <a:r>
              <a:rPr sz="2600" b="1" i="1" spc="-5" dirty="0">
                <a:latin typeface="Arial"/>
                <a:cs typeface="Arial"/>
              </a:rPr>
              <a:t>có</a:t>
            </a:r>
            <a:r>
              <a:rPr sz="2600" b="1" i="1" spc="-10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trọng</a:t>
            </a:r>
            <a:r>
              <a:rPr sz="2600" b="1" i="1" spc="-15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số:</a:t>
            </a:r>
            <a:endParaRPr sz="2600">
              <a:latin typeface="Arial"/>
              <a:cs typeface="Arial"/>
            </a:endParaRPr>
          </a:p>
          <a:p>
            <a:pPr marL="311785" marR="30480" algn="just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Microsoft Sans Serif"/>
                <a:cs typeface="Microsoft Sans Serif"/>
              </a:rPr>
              <a:t>Cho </a:t>
            </a:r>
            <a:r>
              <a:rPr sz="2600" spc="-5" dirty="0">
                <a:latin typeface="Microsoft Sans Serif"/>
                <a:cs typeface="Microsoft Sans Serif"/>
              </a:rPr>
              <a:t>đồ </a:t>
            </a:r>
            <a:r>
              <a:rPr sz="2600" spc="-10" dirty="0">
                <a:latin typeface="Microsoft Sans Serif"/>
                <a:cs typeface="Microsoft Sans Serif"/>
              </a:rPr>
              <a:t>thị </a:t>
            </a:r>
            <a:r>
              <a:rPr sz="2600" dirty="0">
                <a:latin typeface="Microsoft Sans Serif"/>
                <a:cs typeface="Microsoft Sans Serif"/>
              </a:rPr>
              <a:t>G = </a:t>
            </a:r>
            <a:r>
              <a:rPr sz="2600" spc="-80" dirty="0">
                <a:latin typeface="Microsoft Sans Serif"/>
                <a:cs typeface="Microsoft Sans Serif"/>
              </a:rPr>
              <a:t>(V, </a:t>
            </a:r>
            <a:r>
              <a:rPr sz="2600" dirty="0">
                <a:latin typeface="Microsoft Sans Serif"/>
                <a:cs typeface="Microsoft Sans Serif"/>
              </a:rPr>
              <a:t>E) </a:t>
            </a:r>
            <a:r>
              <a:rPr sz="2600" spc="-15" dirty="0">
                <a:latin typeface="Microsoft Sans Serif"/>
                <a:cs typeface="Microsoft Sans Serif"/>
              </a:rPr>
              <a:t>là </a:t>
            </a:r>
            <a:r>
              <a:rPr sz="2600" spc="-5" dirty="0">
                <a:latin typeface="Microsoft Sans Serif"/>
                <a:cs typeface="Microsoft Sans Serif"/>
              </a:rPr>
              <a:t>đồ </a:t>
            </a:r>
            <a:r>
              <a:rPr sz="2600" spc="-10" dirty="0">
                <a:latin typeface="Microsoft Sans Serif"/>
                <a:cs typeface="Microsoft Sans Serif"/>
              </a:rPr>
              <a:t>thị </a:t>
            </a:r>
            <a:r>
              <a:rPr sz="2600" dirty="0">
                <a:latin typeface="Microsoft Sans Serif"/>
                <a:cs typeface="Microsoft Sans Serif"/>
              </a:rPr>
              <a:t>có </a:t>
            </a:r>
            <a:r>
              <a:rPr sz="2600" spc="-5" dirty="0">
                <a:latin typeface="Microsoft Sans Serif"/>
                <a:cs typeface="Microsoft Sans Serif"/>
              </a:rPr>
              <a:t>trọng </a:t>
            </a:r>
            <a:r>
              <a:rPr sz="2600" dirty="0">
                <a:latin typeface="Microsoft Sans Serif"/>
                <a:cs typeface="Microsoft Sans Serif"/>
              </a:rPr>
              <a:t>số và </a:t>
            </a:r>
            <a:r>
              <a:rPr sz="2600" spc="-5" dirty="0">
                <a:latin typeface="Microsoft Sans Serif"/>
                <a:cs typeface="Microsoft Sans Serif"/>
              </a:rPr>
              <a:t>trọng </a:t>
            </a:r>
            <a:r>
              <a:rPr sz="2600" dirty="0">
                <a:latin typeface="Microsoft Sans Serif"/>
                <a:cs typeface="Microsoft Sans Serif"/>
              </a:rPr>
              <a:t>số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mỗi </a:t>
            </a:r>
            <a:r>
              <a:rPr sz="2600" dirty="0">
                <a:latin typeface="Microsoft Sans Serif"/>
                <a:cs typeface="Microsoft Sans Serif"/>
              </a:rPr>
              <a:t>cạnh e </a:t>
            </a:r>
            <a:r>
              <a:rPr sz="2600" spc="-10" dirty="0">
                <a:latin typeface="Microsoft Sans Serif"/>
                <a:cs typeface="Microsoft Sans Serif"/>
              </a:rPr>
              <a:t>là </a:t>
            </a:r>
            <a:r>
              <a:rPr sz="2600" spc="-5" dirty="0">
                <a:latin typeface="Microsoft Sans Serif"/>
                <a:cs typeface="Microsoft Sans Serif"/>
              </a:rPr>
              <a:t>w(e). </a:t>
            </a:r>
            <a:r>
              <a:rPr sz="2600" spc="80" dirty="0">
                <a:latin typeface="Microsoft Sans Serif"/>
                <a:cs typeface="Microsoft Sans Serif"/>
              </a:rPr>
              <a:t>Với </a:t>
            </a:r>
            <a:r>
              <a:rPr sz="2600" dirty="0">
                <a:latin typeface="Microsoft Sans Serif"/>
                <a:cs typeface="Microsoft Sans Serif"/>
              </a:rPr>
              <a:t>G’ </a:t>
            </a:r>
            <a:r>
              <a:rPr sz="2600" spc="-15" dirty="0">
                <a:latin typeface="Microsoft Sans Serif"/>
                <a:cs typeface="Microsoft Sans Serif"/>
              </a:rPr>
              <a:t>là </a:t>
            </a:r>
            <a:r>
              <a:rPr sz="2600" dirty="0">
                <a:latin typeface="Microsoft Sans Serif"/>
                <a:cs typeface="Microsoft Sans Serif"/>
              </a:rPr>
              <a:t>một </a:t>
            </a:r>
            <a:r>
              <a:rPr sz="2600" spc="-5" dirty="0">
                <a:latin typeface="Microsoft Sans Serif"/>
                <a:cs typeface="Microsoft Sans Serif"/>
              </a:rPr>
              <a:t>đồ </a:t>
            </a:r>
            <a:r>
              <a:rPr sz="2600" spc="-10" dirty="0">
                <a:latin typeface="Microsoft Sans Serif"/>
                <a:cs typeface="Microsoft Sans Serif"/>
              </a:rPr>
              <a:t>thị </a:t>
            </a:r>
            <a:r>
              <a:rPr sz="2600" dirty="0">
                <a:latin typeface="Microsoft Sans Serif"/>
                <a:cs typeface="Microsoft Sans Serif"/>
              </a:rPr>
              <a:t>con của G </a:t>
            </a:r>
            <a:r>
              <a:rPr sz="2600" spc="40" dirty="0">
                <a:latin typeface="Microsoft Sans Serif"/>
                <a:cs typeface="Microsoft Sans Serif"/>
              </a:rPr>
              <a:t>thì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G’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định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nghĩa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là:</a:t>
            </a:r>
            <a:endParaRPr sz="2600">
              <a:latin typeface="Microsoft Sans Serif"/>
              <a:cs typeface="Microsoft Sans Serif"/>
            </a:endParaRPr>
          </a:p>
          <a:p>
            <a:pPr marL="144145" algn="ctr">
              <a:lnSpc>
                <a:spcPts val="4580"/>
              </a:lnSpc>
            </a:pPr>
            <a:r>
              <a:rPr sz="3000" i="1" spc="-40" dirty="0">
                <a:latin typeface="Times New Roman"/>
                <a:cs typeface="Times New Roman"/>
              </a:rPr>
              <a:t>w</a:t>
            </a:r>
            <a:r>
              <a:rPr sz="3000" spc="-15" dirty="0">
                <a:latin typeface="Times New Roman"/>
                <a:cs typeface="Times New Roman"/>
              </a:rPr>
              <a:t>(</a:t>
            </a:r>
            <a:r>
              <a:rPr sz="3000" i="1" spc="120" dirty="0">
                <a:latin typeface="Times New Roman"/>
                <a:cs typeface="Times New Roman"/>
              </a:rPr>
              <a:t>G</a:t>
            </a:r>
            <a:r>
              <a:rPr sz="3000" spc="260" dirty="0">
                <a:latin typeface="Times New Roman"/>
                <a:cs typeface="Times New Roman"/>
              </a:rPr>
              <a:t>'</a:t>
            </a:r>
            <a:r>
              <a:rPr sz="3000" dirty="0">
                <a:latin typeface="Times New Roman"/>
                <a:cs typeface="Times New Roman"/>
              </a:rPr>
              <a:t>)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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6750" baseline="-8641" dirty="0">
                <a:latin typeface="Symbol"/>
                <a:cs typeface="Symbol"/>
              </a:rPr>
              <a:t></a:t>
            </a:r>
            <a:r>
              <a:rPr sz="6750" spc="-1019" baseline="-8641" dirty="0">
                <a:latin typeface="Times New Roman"/>
                <a:cs typeface="Times New Roman"/>
              </a:rPr>
              <a:t> </a:t>
            </a:r>
            <a:r>
              <a:rPr sz="3000" i="1" spc="-40" dirty="0">
                <a:latin typeface="Times New Roman"/>
                <a:cs typeface="Times New Roman"/>
              </a:rPr>
              <a:t>w</a:t>
            </a:r>
            <a:r>
              <a:rPr sz="3000" spc="30" dirty="0">
                <a:latin typeface="Times New Roman"/>
                <a:cs typeface="Times New Roman"/>
              </a:rPr>
              <a:t>(</a:t>
            </a:r>
            <a:r>
              <a:rPr sz="3000" i="1" spc="20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709930" algn="ctr">
              <a:lnSpc>
                <a:spcPct val="100000"/>
              </a:lnSpc>
              <a:spcBef>
                <a:spcPts val="215"/>
              </a:spcBef>
            </a:pPr>
            <a:r>
              <a:rPr sz="1750" i="1" spc="-95" dirty="0">
                <a:latin typeface="Times New Roman"/>
                <a:cs typeface="Times New Roman"/>
              </a:rPr>
              <a:t>e</a:t>
            </a:r>
            <a:r>
              <a:rPr sz="1750" spc="-135" dirty="0">
                <a:latin typeface="Symbol"/>
                <a:cs typeface="Symbol"/>
              </a:rPr>
              <a:t></a:t>
            </a:r>
            <a:r>
              <a:rPr sz="1750" i="1" dirty="0">
                <a:latin typeface="Times New Roman"/>
                <a:cs typeface="Times New Roman"/>
              </a:rPr>
              <a:t>G</a:t>
            </a:r>
            <a:r>
              <a:rPr sz="1750" i="1" spc="-2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'</a:t>
            </a:r>
            <a:endParaRPr sz="1750">
              <a:latin typeface="Times New Roman"/>
              <a:cs typeface="Times New Roman"/>
            </a:endParaRPr>
          </a:p>
          <a:p>
            <a:pPr marL="586740" marR="123825" lvl="1" indent="-229235">
              <a:lnSpc>
                <a:spcPct val="100000"/>
              </a:lnSpc>
              <a:spcBef>
                <a:spcPts val="95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873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G’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hay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chu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trình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thì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w(G’)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gọi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độ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dài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G’.</a:t>
            </a:r>
            <a:endParaRPr sz="2400">
              <a:latin typeface="Microsoft Sans Serif"/>
              <a:cs typeface="Microsoft Sans Serif"/>
            </a:endParaRPr>
          </a:p>
          <a:p>
            <a:pPr marL="586740" marR="426084" lvl="1" indent="-229235">
              <a:lnSpc>
                <a:spcPct val="100000"/>
              </a:lnSpc>
              <a:spcBef>
                <a:spcPts val="39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873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G’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một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mạch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(chu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trình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không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lặp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lại)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w(G’)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&lt;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0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thì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ta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goị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G’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i="1" spc="-10" dirty="0">
                <a:latin typeface="Arial"/>
                <a:cs typeface="Arial"/>
              </a:rPr>
              <a:t>mạch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âm</a:t>
            </a:r>
            <a:r>
              <a:rPr sz="2400" spc="-10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08654"/>
              <a:ext cx="3233927" cy="397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622" y="1517417"/>
            <a:ext cx="7995920" cy="2952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80" dirty="0">
                <a:latin typeface="Microsoft Sans Serif"/>
                <a:cs typeface="Microsoft Sans Serif"/>
              </a:rPr>
              <a:t>(V,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E)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</a:t>
            </a:r>
            <a:endParaRPr sz="2600">
              <a:latin typeface="Microsoft Sans Serif"/>
              <a:cs typeface="Microsoft Sans Serif"/>
            </a:endParaRPr>
          </a:p>
          <a:p>
            <a:pPr marL="311785" marR="224790">
              <a:lnSpc>
                <a:spcPct val="100000"/>
              </a:lnSpc>
            </a:pPr>
            <a:r>
              <a:rPr sz="2600" dirty="0">
                <a:latin typeface="Symbol"/>
                <a:cs typeface="Symbol"/>
              </a:rPr>
              <a:t>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Microsoft Sans Serif"/>
                <a:cs typeface="Microsoft Sans Serif"/>
              </a:rPr>
              <a:t>V.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Gọi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tập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hợp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tất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cả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tới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t.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Xét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toán:</a:t>
            </a:r>
            <a:endParaRPr sz="2600">
              <a:latin typeface="Microsoft Sans Serif"/>
              <a:cs typeface="Microsoft Sans Serif"/>
            </a:endParaRPr>
          </a:p>
          <a:p>
            <a:pPr marL="1047115">
              <a:lnSpc>
                <a:spcPct val="100000"/>
              </a:lnSpc>
              <a:spcBef>
                <a:spcPts val="600"/>
              </a:spcBef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p</a:t>
            </a:r>
            <a:r>
              <a:rPr sz="2550" spc="7" baseline="-21241" dirty="0">
                <a:latin typeface="Microsoft Sans Serif"/>
                <a:cs typeface="Microsoft Sans Serif"/>
              </a:rPr>
              <a:t>0</a:t>
            </a:r>
            <a:r>
              <a:rPr sz="2550" spc="405" baseline="-21241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sao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cho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p</a:t>
            </a:r>
            <a:r>
              <a:rPr sz="2550" spc="7" baseline="-21241" dirty="0">
                <a:latin typeface="Microsoft Sans Serif"/>
                <a:cs typeface="Microsoft Sans Serif"/>
              </a:rPr>
              <a:t>0</a:t>
            </a:r>
            <a:r>
              <a:rPr sz="2550" spc="390" baseline="-21241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min{w(p):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P}</a:t>
            </a:r>
            <a:endParaRPr sz="2600">
              <a:latin typeface="Microsoft Sans Serif"/>
              <a:cs typeface="Microsoft Sans Serif"/>
            </a:endParaRPr>
          </a:p>
          <a:p>
            <a:pPr marL="311785" marR="27559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này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gọi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bài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toán</a:t>
            </a:r>
            <a:r>
              <a:rPr sz="2600" spc="3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105" dirty="0">
                <a:solidFill>
                  <a:srgbClr val="C00000"/>
                </a:solidFill>
                <a:latin typeface="Microsoft Sans Serif"/>
                <a:cs typeface="Microsoft Sans Serif"/>
              </a:rPr>
              <a:t>đường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đi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ngắn</a:t>
            </a:r>
            <a:r>
              <a:rPr sz="2600" spc="3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nhất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 (shortest path </a:t>
            </a:r>
            <a:r>
              <a:rPr sz="26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problem) </a:t>
            </a:r>
            <a:r>
              <a:rPr sz="2600" dirty="0">
                <a:latin typeface="Microsoft Sans Serif"/>
                <a:cs typeface="Microsoft Sans Serif"/>
              </a:rPr>
              <a:t>và </a:t>
            </a:r>
            <a:r>
              <a:rPr sz="2600" spc="5" dirty="0">
                <a:latin typeface="Microsoft Sans Serif"/>
                <a:cs typeface="Microsoft Sans Serif"/>
              </a:rPr>
              <a:t>p</a:t>
            </a:r>
            <a:r>
              <a:rPr sz="2550" spc="7" baseline="-21241" dirty="0">
                <a:latin typeface="Microsoft Sans Serif"/>
                <a:cs typeface="Microsoft Sans Serif"/>
              </a:rPr>
              <a:t>0</a:t>
            </a:r>
            <a:r>
              <a:rPr sz="2550" spc="15" baseline="-21241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gọi </a:t>
            </a:r>
            <a:r>
              <a:rPr sz="2600" spc="-10" dirty="0">
                <a:latin typeface="Microsoft Sans Serif"/>
                <a:cs typeface="Microsoft Sans Serif"/>
              </a:rPr>
              <a:t>là </a:t>
            </a:r>
            <a:r>
              <a:rPr sz="2600" spc="105" dirty="0">
                <a:solidFill>
                  <a:srgbClr val="C00000"/>
                </a:solidFill>
                <a:latin typeface="Microsoft Sans Serif"/>
                <a:cs typeface="Microsoft Sans Serif"/>
              </a:rPr>
              <a:t>đường </a:t>
            </a:r>
            <a:r>
              <a:rPr sz="26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đi </a:t>
            </a:r>
            <a:r>
              <a:rPr sz="26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ngắn </a:t>
            </a:r>
            <a:r>
              <a:rPr sz="2600" spc="-68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nhất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(shortest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path)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48278"/>
              <a:ext cx="23484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43545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83185" indent="-5156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Microsoft Sans Serif"/>
                <a:cs typeface="Microsoft Sans Serif"/>
              </a:rPr>
              <a:t>Mặc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dù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bài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phát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biểu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cho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hướng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trọng,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nhưng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sẽ</a:t>
            </a:r>
            <a:r>
              <a:rPr sz="2600" spc="25" dirty="0">
                <a:latin typeface="Microsoft Sans Serif"/>
                <a:cs typeface="Microsoft Sans Serif"/>
              </a:rPr>
              <a:t> trình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bày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đều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thể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áp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dụng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vô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hướng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bằng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xem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mỗi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của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vô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hướng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như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hai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cùng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lượng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nối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cùng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cặp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nhưng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chiều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ngược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nhau.</a:t>
            </a:r>
            <a:endParaRPr sz="2600">
              <a:latin typeface="Microsoft Sans Serif"/>
              <a:cs typeface="Microsoft Sans Serif"/>
            </a:endParaRPr>
          </a:p>
          <a:p>
            <a:pPr marL="527685" marR="5080" indent="-515620">
              <a:lnSpc>
                <a:spcPct val="100000"/>
              </a:lnSpc>
              <a:spcBef>
                <a:spcPts val="595"/>
              </a:spcBef>
              <a:buClr>
                <a:srgbClr val="4F81BD"/>
              </a:buClr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Khi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tìm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40" dirty="0">
                <a:latin typeface="Microsoft Sans Serif"/>
                <a:cs typeface="Microsoft Sans Serif"/>
              </a:rPr>
              <a:t> thì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chúng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thể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bỏ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bớt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chỉ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chừa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lại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lượng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nhỏ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trong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song.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48278"/>
              <a:ext cx="23484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92109" cy="3272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196850" indent="-5156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AutoNum type="arabicPeriod" startAt="3"/>
              <a:tabLst>
                <a:tab pos="527685" algn="l"/>
                <a:tab pos="5283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Đối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khuyên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lượng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</a:t>
            </a:r>
            <a:r>
              <a:rPr sz="2600" spc="35" dirty="0">
                <a:latin typeface="Microsoft Sans Serif"/>
                <a:cs typeface="Microsoft Sans Serif"/>
              </a:rPr>
              <a:t> thì 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cũng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thể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bỏ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mà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làm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ảnh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hưởng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đến 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kết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quả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toán.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khuyên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lượng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</a:t>
            </a:r>
            <a:r>
              <a:rPr sz="2600" spc="35" dirty="0">
                <a:latin typeface="Microsoft Sans Serif"/>
                <a:cs typeface="Microsoft Sans Serif"/>
              </a:rPr>
              <a:t> thì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thể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đưa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toán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đi 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lời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giải.</a:t>
            </a:r>
            <a:endParaRPr sz="2600">
              <a:latin typeface="Microsoft Sans Serif"/>
              <a:cs typeface="Microsoft Sans Serif"/>
            </a:endParaRPr>
          </a:p>
          <a:p>
            <a:pPr marL="527685" marR="5080" indent="-5156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AutoNum type="arabicPeriod" startAt="3"/>
              <a:tabLst>
                <a:tab pos="527685" algn="l"/>
                <a:tab pos="528320" algn="l"/>
              </a:tabLst>
            </a:pPr>
            <a:r>
              <a:rPr sz="2600" dirty="0">
                <a:latin typeface="Microsoft Sans Serif"/>
                <a:cs typeface="Microsoft Sans Serif"/>
              </a:rPr>
              <a:t>Nếu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mạch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trên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600" spc="35" dirty="0">
                <a:latin typeface="Microsoft Sans Serif"/>
                <a:cs typeface="Microsoft Sans Serif"/>
              </a:rPr>
              <a:t> thì 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tồn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tại.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Nhận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xét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4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này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thực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chất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30" dirty="0">
                <a:latin typeface="Microsoft Sans Serif"/>
                <a:cs typeface="Microsoft Sans Serif"/>
              </a:rPr>
              <a:t>mở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rộng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nhận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xét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3.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372313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630126" y="5257337"/>
            <a:ext cx="7202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10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241935" algn="l"/>
              </a:tabLst>
            </a:pPr>
            <a:r>
              <a:rPr sz="2400" dirty="0">
                <a:latin typeface="Microsoft Sans Serif"/>
                <a:cs typeface="Microsoft Sans Serif"/>
              </a:rPr>
              <a:t>Ma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trận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khoảng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cách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còn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được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gọi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trận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>
                <a:latin typeface="Microsoft Sans Serif"/>
                <a:cs typeface="Microsoft Sans Serif"/>
              </a:rPr>
              <a:t>trọng </a:t>
            </a:r>
            <a:r>
              <a:rPr sz="2400" spc="-620">
                <a:latin typeface="Microsoft Sans Serif"/>
                <a:cs typeface="Microsoft Sans Serif"/>
              </a:rPr>
              <a:t> </a:t>
            </a:r>
            <a:r>
              <a:rPr lang="en-US" sz="2400" spc="75">
                <a:latin typeface="Microsoft Sans Serif"/>
                <a:cs typeface="Microsoft Sans Serif"/>
              </a:rPr>
              <a:t>số</a:t>
            </a:r>
            <a:r>
              <a:rPr sz="2400" spc="75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97350" y="4551684"/>
            <a:ext cx="20891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5" dirty="0">
                <a:latin typeface="Symbol"/>
                <a:cs typeface="Symbol"/>
              </a:rPr>
              <a:t>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4597350" y="3960264"/>
            <a:ext cx="20891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5" dirty="0">
                <a:latin typeface="Symbol"/>
                <a:cs typeface="Symbol"/>
              </a:rPr>
              <a:t>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9250" y="3785837"/>
            <a:ext cx="2508885" cy="113538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985"/>
              </a:spcBef>
            </a:pPr>
            <a:r>
              <a:rPr sz="2900" i="1" spc="-20" dirty="0">
                <a:latin typeface="Times New Roman"/>
                <a:cs typeface="Times New Roman"/>
              </a:rPr>
              <a:t>(</a:t>
            </a:r>
            <a:r>
              <a:rPr sz="2900" i="1" dirty="0">
                <a:latin typeface="Times New Roman"/>
                <a:cs typeface="Times New Roman"/>
              </a:rPr>
              <a:t>i</a:t>
            </a:r>
            <a:r>
              <a:rPr sz="2900" i="1" spc="5" dirty="0">
                <a:latin typeface="Times New Roman"/>
                <a:cs typeface="Times New Roman"/>
              </a:rPr>
              <a:t>,</a:t>
            </a:r>
            <a:r>
              <a:rPr sz="2900" i="1" dirty="0">
                <a:latin typeface="Times New Roman"/>
                <a:cs typeface="Times New Roman"/>
              </a:rPr>
              <a:t>j</a:t>
            </a:r>
            <a:r>
              <a:rPr sz="2900" i="1" spc="240" dirty="0">
                <a:latin typeface="Times New Roman"/>
                <a:cs typeface="Times New Roman"/>
              </a:rPr>
              <a:t>)</a:t>
            </a:r>
            <a:r>
              <a:rPr sz="2900" spc="10" dirty="0">
                <a:latin typeface="Symbol"/>
                <a:cs typeface="Symbol"/>
              </a:rPr>
              <a:t></a:t>
            </a:r>
            <a:r>
              <a:rPr sz="2900" spc="-265" dirty="0">
                <a:latin typeface="Times New Roman"/>
                <a:cs typeface="Times New Roman"/>
              </a:rPr>
              <a:t> </a:t>
            </a:r>
            <a:r>
              <a:rPr sz="2900" i="1" spc="5" dirty="0"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85"/>
              </a:spcBef>
              <a:tabLst>
                <a:tab pos="1347470" algn="l"/>
              </a:tabLst>
            </a:pPr>
            <a:r>
              <a:rPr sz="4350" spc="22" baseline="21072" dirty="0">
                <a:latin typeface="Symbol"/>
                <a:cs typeface="Symbol"/>
              </a:rPr>
              <a:t>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229" dirty="0">
                <a:latin typeface="Times New Roman"/>
                <a:cs typeface="Times New Roman"/>
              </a:rPr>
              <a:t> </a:t>
            </a:r>
            <a:r>
              <a:rPr sz="2900" spc="10" dirty="0">
                <a:latin typeface="Symbol"/>
                <a:cs typeface="Symbol"/>
              </a:rPr>
              <a:t>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i="1" spc="-20" dirty="0">
                <a:latin typeface="Times New Roman"/>
                <a:cs typeface="Times New Roman"/>
              </a:rPr>
              <a:t>(</a:t>
            </a:r>
            <a:r>
              <a:rPr sz="2900" i="1" dirty="0">
                <a:latin typeface="Times New Roman"/>
                <a:cs typeface="Times New Roman"/>
              </a:rPr>
              <a:t>i</a:t>
            </a:r>
            <a:r>
              <a:rPr sz="2900" i="1" spc="5" dirty="0">
                <a:latin typeface="Times New Roman"/>
                <a:cs typeface="Times New Roman"/>
              </a:rPr>
              <a:t>,</a:t>
            </a:r>
            <a:r>
              <a:rPr sz="2900" i="1" dirty="0">
                <a:latin typeface="Times New Roman"/>
                <a:cs typeface="Times New Roman"/>
              </a:rPr>
              <a:t>j</a:t>
            </a:r>
            <a:r>
              <a:rPr sz="2900" i="1" spc="240" dirty="0">
                <a:latin typeface="Times New Roman"/>
                <a:cs typeface="Times New Roman"/>
              </a:rPr>
              <a:t>)</a:t>
            </a:r>
            <a:r>
              <a:rPr sz="2900" spc="10" dirty="0">
                <a:latin typeface="Symbol"/>
                <a:cs typeface="Symbol"/>
              </a:rPr>
              <a:t></a:t>
            </a:r>
            <a:r>
              <a:rPr sz="2900" spc="-265" dirty="0">
                <a:latin typeface="Times New Roman"/>
                <a:cs typeface="Times New Roman"/>
              </a:rPr>
              <a:t> </a:t>
            </a:r>
            <a:r>
              <a:rPr sz="2900" i="1" spc="5" dirty="0"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4622" y="1517417"/>
            <a:ext cx="7890509" cy="229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304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145" dirty="0">
                <a:latin typeface="Microsoft Sans Serif"/>
                <a:cs typeface="Microsoft Sans Serif"/>
              </a:rPr>
              <a:t>Từ </a:t>
            </a:r>
            <a:r>
              <a:rPr sz="2600" spc="5" dirty="0">
                <a:latin typeface="Microsoft Sans Serif"/>
                <a:cs typeface="Microsoft Sans Serif"/>
              </a:rPr>
              <a:t>các </a:t>
            </a:r>
            <a:r>
              <a:rPr sz="2600" dirty="0">
                <a:latin typeface="Microsoft Sans Serif"/>
                <a:cs typeface="Microsoft Sans Serif"/>
              </a:rPr>
              <a:t>nhận xét </a:t>
            </a:r>
            <a:r>
              <a:rPr sz="2600" spc="100" dirty="0">
                <a:latin typeface="Microsoft Sans Serif"/>
                <a:cs typeface="Microsoft Sans Serif"/>
              </a:rPr>
              <a:t>vừa </a:t>
            </a:r>
            <a:r>
              <a:rPr sz="2600" dirty="0">
                <a:latin typeface="Microsoft Sans Serif"/>
                <a:cs typeface="Microsoft Sans Serif"/>
              </a:rPr>
              <a:t>nêu, có thể xem </a:t>
            </a:r>
            <a:r>
              <a:rPr sz="2600" spc="145" dirty="0">
                <a:latin typeface="Microsoft Sans Serif"/>
                <a:cs typeface="Microsoft Sans Serif"/>
              </a:rPr>
              <a:t>dữ </a:t>
            </a:r>
            <a:r>
              <a:rPr sz="2600" spc="-10" dirty="0">
                <a:latin typeface="Microsoft Sans Serif"/>
                <a:cs typeface="Microsoft Sans Serif"/>
              </a:rPr>
              <a:t>liệu </a:t>
            </a:r>
            <a:r>
              <a:rPr sz="2600" spc="-5" dirty="0">
                <a:latin typeface="Microsoft Sans Serif"/>
                <a:cs typeface="Microsoft Sans Serif"/>
              </a:rPr>
              <a:t>nhập </a:t>
            </a:r>
            <a:r>
              <a:rPr sz="2600" dirty="0">
                <a:latin typeface="Microsoft Sans Serif"/>
                <a:cs typeface="Microsoft Sans Serif"/>
              </a:rPr>
              <a:t> của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trận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khoảng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cách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(distance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matrix)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định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nghĩa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như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  <a:p>
            <a:pPr marL="586740" lvl="1" indent="-229235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87375" algn="l"/>
              </a:tabLst>
            </a:pPr>
            <a:r>
              <a:rPr sz="2400" dirty="0">
                <a:latin typeface="Microsoft Sans Serif"/>
                <a:cs typeface="Microsoft Sans Serif"/>
              </a:rPr>
              <a:t>Ma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trận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khoảng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cách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là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trận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(D</a:t>
            </a:r>
            <a:r>
              <a:rPr sz="2400" spc="-15" baseline="-20833" dirty="0">
                <a:latin typeface="Microsoft Sans Serif"/>
                <a:cs typeface="Microsoft Sans Serif"/>
              </a:rPr>
              <a:t>ij</a:t>
            </a:r>
            <a:r>
              <a:rPr sz="2400" spc="-10" dirty="0">
                <a:latin typeface="Microsoft Sans Serif"/>
                <a:cs typeface="Microsoft Sans Serif"/>
              </a:rPr>
              <a:t>)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với</a:t>
            </a:r>
            <a:endParaRPr sz="2400">
              <a:latin typeface="Microsoft Sans Serif"/>
              <a:cs typeface="Microsoft Sans Serif"/>
            </a:endParaRPr>
          </a:p>
          <a:p>
            <a:pPr marL="4632960">
              <a:lnSpc>
                <a:spcPct val="100000"/>
              </a:lnSpc>
              <a:spcBef>
                <a:spcPts val="1720"/>
              </a:spcBef>
              <a:tabLst>
                <a:tab pos="5189220" algn="l"/>
              </a:tabLst>
            </a:pPr>
            <a:r>
              <a:rPr sz="2900" i="1" dirty="0">
                <a:latin typeface="Times New Roman"/>
                <a:cs typeface="Times New Roman"/>
              </a:rPr>
              <a:t>i</a:t>
            </a:r>
            <a:r>
              <a:rPr sz="2900" i="1" spc="1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5" dirty="0">
                <a:latin typeface="Times New Roman"/>
                <a:cs typeface="Times New Roman"/>
              </a:rPr>
              <a:t>	</a:t>
            </a:r>
            <a:r>
              <a:rPr sz="2900" i="1" dirty="0">
                <a:latin typeface="Times New Roman"/>
                <a:cs typeface="Times New Roman"/>
              </a:rPr>
              <a:t>j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3487" y="3896196"/>
            <a:ext cx="185610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46735" algn="l"/>
              </a:tabLst>
            </a:pPr>
            <a:r>
              <a:rPr sz="2900" i="1" spc="10" dirty="0">
                <a:latin typeface="Times New Roman"/>
                <a:cs typeface="Times New Roman"/>
              </a:rPr>
              <a:t>D	</a:t>
            </a: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4350" spc="15" baseline="32567" dirty="0">
                <a:latin typeface="Symbol"/>
                <a:cs typeface="Symbol"/>
              </a:rPr>
              <a:t></a:t>
            </a:r>
            <a:r>
              <a:rPr sz="2900" i="1" spc="10" dirty="0">
                <a:latin typeface="Times New Roman"/>
                <a:cs typeface="Times New Roman"/>
              </a:rPr>
              <a:t>w(i,j)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53144" y="4143578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dirty="0">
                <a:latin typeface="Times New Roman"/>
                <a:cs typeface="Times New Roman"/>
              </a:rPr>
              <a:t>ij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97350" y="3339957"/>
            <a:ext cx="39116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350" spc="-30" baseline="-3831" dirty="0">
                <a:latin typeface="Symbol"/>
                <a:cs typeface="Symbol"/>
              </a:rPr>
              <a:t></a:t>
            </a:r>
            <a:r>
              <a:rPr sz="2900" spc="5" dirty="0">
                <a:latin typeface="Times New Roman"/>
                <a:cs typeface="Times New Roman"/>
              </a:rPr>
              <a:t>0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52771" y="2173218"/>
          <a:ext cx="4572000" cy="3428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4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99">
                <a:tc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99"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99"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99"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499"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3096" cy="9204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6472428" y="909828"/>
                  </a:moveTo>
                  <a:lnTo>
                    <a:pt x="75135" y="909828"/>
                  </a:ln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095" y="909828"/>
                  </a:moveTo>
                  <a:lnTo>
                    <a:pt x="0" y="909828"/>
                  </a:lnTo>
                  <a:lnTo>
                    <a:pt x="6095" y="914400"/>
                  </a:lnTo>
                  <a:lnTo>
                    <a:pt x="6095" y="909828"/>
                  </a:lnTo>
                  <a:close/>
                </a:path>
                <a:path w="6483350" h="920750">
                  <a:moveTo>
                    <a:pt x="6473454" y="1368"/>
                  </a:moveTo>
                  <a:lnTo>
                    <a:pt x="6472428" y="1514"/>
                  </a:ln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3454" y="1368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440161" y="6096"/>
                  </a:moveTo>
                  <a:lnTo>
                    <a:pt x="6095" y="6096"/>
                  </a:lnTo>
                  <a:lnTo>
                    <a:pt x="6095" y="909828"/>
                  </a:lnTo>
                  <a:lnTo>
                    <a:pt x="75135" y="909828"/>
                  </a:lnTo>
                  <a:lnTo>
                    <a:pt x="6440161" y="6096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6095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1514"/>
                  </a:moveTo>
                  <a:lnTo>
                    <a:pt x="6440161" y="6096"/>
                  </a:lnTo>
                  <a:lnTo>
                    <a:pt x="6472428" y="6096"/>
                  </a:lnTo>
                  <a:lnTo>
                    <a:pt x="6472428" y="1514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3454" y="1368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1514"/>
                  </a:lnTo>
                  <a:lnTo>
                    <a:pt x="6473454" y="1368"/>
                  </a:lnTo>
                  <a:lnTo>
                    <a:pt x="6472428" y="0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748278"/>
              <a:ext cx="5372099" cy="4358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09572" y="2478018"/>
            <a:ext cx="2147316" cy="252831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745484" y="33172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2069160" y="33172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7560" y="461253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48455" y="461253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6623" y="37287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2383" y="39573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34536" y="39573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20136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38908" y="36524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34336" y="2555132"/>
            <a:ext cx="90995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710">
              <a:lnSpc>
                <a:spcPts val="21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00"/>
              </a:lnSpc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  <a:p>
            <a:pPr marL="78168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97860" y="4033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BF2B8F-3935-AF70-1C7A-C8466F18FA40}"/>
              </a:ext>
            </a:extLst>
          </p:cNvPr>
          <p:cNvSpPr txBox="1"/>
          <p:nvPr/>
        </p:nvSpPr>
        <p:spPr>
          <a:xfrm>
            <a:off x="1308100" y="5915025"/>
            <a:ext cx="7095744" cy="723209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/>
              <a:t> + Đơn đồ thị có hướng : Chương 1 – Slide 17</a:t>
            </a:r>
          </a:p>
          <a:p>
            <a:r>
              <a:rPr lang="en-US"/>
              <a:t> + Đa đồ thị có hướng: Chương 1 – Slide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33070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69815" cy="4384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Hầu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hết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endParaRPr sz="2600">
              <a:latin typeface="Microsoft Sans Serif"/>
              <a:cs typeface="Microsoft Sans Serif"/>
            </a:endParaRPr>
          </a:p>
          <a:p>
            <a:pPr marL="286385" marR="5080">
              <a:lnSpc>
                <a:spcPct val="100000"/>
              </a:lnSpc>
            </a:pPr>
            <a:r>
              <a:rPr sz="2600" spc="40" dirty="0">
                <a:latin typeface="Microsoft Sans Serif"/>
                <a:cs typeface="Microsoft Sans Serif"/>
              </a:rPr>
              <a:t>tìm</a:t>
            </a:r>
            <a:r>
              <a:rPr sz="2600" spc="7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đều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đặt </a:t>
            </a:r>
            <a:r>
              <a:rPr sz="2600" spc="130" dirty="0">
                <a:latin typeface="Microsoft Sans Serif"/>
                <a:cs typeface="Microsoft Sans Serif"/>
              </a:rPr>
              <a:t>cơ sở </a:t>
            </a:r>
            <a:r>
              <a:rPr sz="2600" spc="-5" dirty="0">
                <a:latin typeface="Microsoft Sans Serif"/>
                <a:cs typeface="Microsoft Sans Serif"/>
              </a:rPr>
              <a:t>trên </a:t>
            </a:r>
            <a:r>
              <a:rPr sz="2600" dirty="0">
                <a:latin typeface="Microsoft Sans Serif"/>
                <a:cs typeface="Microsoft Sans Serif"/>
              </a:rPr>
              <a:t>nguyên </a:t>
            </a:r>
            <a:r>
              <a:rPr sz="2600" spc="-15" dirty="0">
                <a:latin typeface="Microsoft Sans Serif"/>
                <a:cs typeface="Microsoft Sans Serif"/>
              </a:rPr>
              <a:t>lý 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Bellman. </a:t>
            </a:r>
            <a:r>
              <a:rPr sz="2600" dirty="0">
                <a:latin typeface="Microsoft Sans Serif"/>
                <a:cs typeface="Microsoft Sans Serif"/>
              </a:rPr>
              <a:t>Đây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nguyên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lý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tổng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quát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bài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toán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tối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ưu </a:t>
            </a:r>
            <a:r>
              <a:rPr sz="2600" spc="1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hóa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rời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rạc,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nhà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học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người </a:t>
            </a:r>
            <a:r>
              <a:rPr sz="2600" dirty="0">
                <a:latin typeface="Microsoft Sans Serif"/>
                <a:cs typeface="Microsoft Sans Serif"/>
              </a:rPr>
              <a:t>Mỹ </a:t>
            </a:r>
            <a:r>
              <a:rPr sz="2600" b="1" spc="-5" dirty="0">
                <a:latin typeface="Arial"/>
                <a:cs typeface="Arial"/>
              </a:rPr>
              <a:t>Richard </a:t>
            </a:r>
            <a:r>
              <a:rPr sz="2600" b="1" dirty="0">
                <a:latin typeface="Arial"/>
                <a:cs typeface="Arial"/>
              </a:rPr>
              <a:t>Ernest 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Bellman </a:t>
            </a:r>
            <a:r>
              <a:rPr sz="2600" dirty="0">
                <a:latin typeface="Microsoft Sans Serif"/>
                <a:cs typeface="Microsoft Sans Serif"/>
              </a:rPr>
              <a:t>(1920 - 1984) </a:t>
            </a:r>
            <a:r>
              <a:rPr sz="2600" spc="95" dirty="0">
                <a:latin typeface="Microsoft Sans Serif"/>
                <a:cs typeface="Microsoft Sans Serif"/>
              </a:rPr>
              <a:t>đưa </a:t>
            </a:r>
            <a:r>
              <a:rPr sz="2600" spc="-5" dirty="0">
                <a:latin typeface="Microsoft Sans Serif"/>
                <a:cs typeface="Microsoft Sans Serif"/>
              </a:rPr>
              <a:t>ra </a:t>
            </a:r>
            <a:r>
              <a:rPr sz="2600" dirty="0">
                <a:latin typeface="Microsoft Sans Serif"/>
                <a:cs typeface="Microsoft Sans Serif"/>
              </a:rPr>
              <a:t> vào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năm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1953.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Nguyên </a:t>
            </a:r>
            <a:r>
              <a:rPr sz="2600" spc="-10" dirty="0">
                <a:latin typeface="Microsoft Sans Serif"/>
                <a:cs typeface="Microsoft Sans Serif"/>
              </a:rPr>
              <a:t>lý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này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còn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gọi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là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nguyên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lý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quy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hoạch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động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Bellman.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6268" y="1569714"/>
            <a:ext cx="2667000" cy="321106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659448" y="4795412"/>
            <a:ext cx="2858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eorgia"/>
                <a:cs typeface="Georgia"/>
              </a:rPr>
              <a:t>Richard</a:t>
            </a:r>
            <a:r>
              <a:rPr sz="1800" b="1" spc="-15" dirty="0">
                <a:latin typeface="Georgia"/>
                <a:cs typeface="Georgia"/>
              </a:rPr>
              <a:t> </a:t>
            </a:r>
            <a:r>
              <a:rPr sz="1800" b="1" spc="-5" dirty="0">
                <a:latin typeface="Georgia"/>
                <a:cs typeface="Georgia"/>
              </a:rPr>
              <a:t>Ernest</a:t>
            </a:r>
            <a:r>
              <a:rPr sz="1800" b="1" spc="-10" dirty="0">
                <a:latin typeface="Georgia"/>
                <a:cs typeface="Georgia"/>
              </a:rPr>
              <a:t> </a:t>
            </a:r>
            <a:r>
              <a:rPr sz="1800" b="1" spc="-5" dirty="0">
                <a:latin typeface="Georgia"/>
                <a:cs typeface="Georgia"/>
              </a:rPr>
              <a:t>Bellman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latin typeface="Georgia"/>
                <a:cs typeface="Georgia"/>
              </a:rPr>
              <a:t>(1920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-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1984)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33070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622" y="1517417"/>
            <a:ext cx="8108315" cy="426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24701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Đối </a:t>
            </a:r>
            <a:r>
              <a:rPr sz="2600" spc="80" dirty="0">
                <a:latin typeface="Microsoft Sans Serif"/>
                <a:cs typeface="Microsoft Sans Serif"/>
              </a:rPr>
              <a:t>với </a:t>
            </a:r>
            <a:r>
              <a:rPr sz="2600" spc="90" dirty="0">
                <a:latin typeface="Microsoft Sans Serif"/>
                <a:cs typeface="Microsoft Sans Serif"/>
              </a:rPr>
              <a:t>trường </a:t>
            </a:r>
            <a:r>
              <a:rPr sz="2600" spc="85" dirty="0">
                <a:latin typeface="Microsoft Sans Serif"/>
                <a:cs typeface="Microsoft Sans Serif"/>
              </a:rPr>
              <a:t>hợp </a:t>
            </a:r>
            <a:r>
              <a:rPr sz="2600" spc="-5" dirty="0">
                <a:latin typeface="Microsoft Sans Serif"/>
                <a:cs typeface="Microsoft Sans Serif"/>
              </a:rPr>
              <a:t>bài toán </a:t>
            </a:r>
            <a:r>
              <a:rPr sz="2600" spc="105" dirty="0">
                <a:latin typeface="Microsoft Sans Serif"/>
                <a:cs typeface="Microsoft Sans Serif"/>
              </a:rPr>
              <a:t>đường </a:t>
            </a:r>
            <a:r>
              <a:rPr sz="2600" spc="-10" dirty="0">
                <a:latin typeface="Microsoft Sans Serif"/>
                <a:cs typeface="Microsoft Sans Serif"/>
              </a:rPr>
              <a:t>đi </a:t>
            </a:r>
            <a:r>
              <a:rPr sz="2600" dirty="0">
                <a:latin typeface="Microsoft Sans Serif"/>
                <a:cs typeface="Microsoft Sans Serif"/>
              </a:rPr>
              <a:t>ngắn nhất </a:t>
            </a:r>
            <a:r>
              <a:rPr sz="2600" spc="40" dirty="0">
                <a:latin typeface="Microsoft Sans Serif"/>
                <a:cs typeface="Microsoft Sans Serif"/>
              </a:rPr>
              <a:t>thì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thể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trình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bày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nguyên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lý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này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như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  <a:p>
            <a:pPr marL="586740" marR="43815" lvl="1" indent="-229235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873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Giả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sử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một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nằm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trên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P.</a:t>
            </a:r>
            <a:endParaRPr sz="2400">
              <a:latin typeface="Microsoft Sans Serif"/>
              <a:cs typeface="Microsoft Sans Serif"/>
            </a:endParaRPr>
          </a:p>
          <a:p>
            <a:pPr marL="586740" marR="353060" lvl="1" indent="-229235">
              <a:lnSpc>
                <a:spcPts val="2870"/>
              </a:lnSpc>
              <a:spcBef>
                <a:spcPts val="51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873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Giả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sử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44" baseline="-20833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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2</a:t>
            </a:r>
            <a:r>
              <a:rPr sz="2400" spc="359" baseline="-20833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với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345" baseline="-20833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Microsoft Sans Serif"/>
                <a:cs typeface="Microsoft Sans Serif"/>
              </a:rPr>
              <a:t>từ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2</a:t>
            </a:r>
            <a:r>
              <a:rPr sz="2400" spc="359" baseline="-20833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v.</a:t>
            </a:r>
            <a:endParaRPr sz="2400">
              <a:latin typeface="Microsoft Sans Serif"/>
              <a:cs typeface="Microsoft Sans Serif"/>
            </a:endParaRPr>
          </a:p>
          <a:p>
            <a:pPr marL="586740" marR="30480" lvl="1" indent="-229235">
              <a:lnSpc>
                <a:spcPct val="100000"/>
              </a:lnSpc>
              <a:spcBef>
                <a:spcPts val="31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873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Nguyên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lý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Bellman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nói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rằng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359" baseline="-20833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cũng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vì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một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khác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1’</a:t>
            </a:r>
            <a:r>
              <a:rPr sz="2400" spc="240" baseline="-20833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 </a:t>
            </a:r>
            <a:r>
              <a:rPr sz="2400" dirty="0">
                <a:latin typeface="Microsoft Sans Serif"/>
                <a:cs typeface="Microsoft Sans Serif"/>
              </a:rPr>
              <a:t>k có trọng </a:t>
            </a:r>
            <a:r>
              <a:rPr sz="2400" spc="95" dirty="0">
                <a:latin typeface="Microsoft Sans Serif"/>
                <a:cs typeface="Microsoft Sans Serif"/>
              </a:rPr>
              <a:t>lượng </a:t>
            </a:r>
            <a:r>
              <a:rPr sz="2400" spc="-5" dirty="0">
                <a:latin typeface="Microsoft Sans Serif"/>
                <a:cs typeface="Microsoft Sans Serif"/>
              </a:rPr>
              <a:t>nhỏ </a:t>
            </a:r>
            <a:r>
              <a:rPr sz="2400" spc="75" dirty="0">
                <a:latin typeface="Microsoft Sans Serif"/>
                <a:cs typeface="Microsoft Sans Serif"/>
              </a:rPr>
              <a:t>hơn hơn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baseline="-20833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thì </a:t>
            </a:r>
            <a:r>
              <a:rPr sz="2400" spc="-10" dirty="0">
                <a:latin typeface="Microsoft Sans Serif"/>
                <a:cs typeface="Microsoft Sans Serif"/>
              </a:rPr>
              <a:t>P</a:t>
            </a:r>
            <a:r>
              <a:rPr sz="2400" spc="-15" baseline="-20833" dirty="0">
                <a:latin typeface="Microsoft Sans Serif"/>
                <a:cs typeface="Microsoft Sans Serif"/>
              </a:rPr>
              <a:t>1’ </a:t>
            </a:r>
            <a:r>
              <a:rPr sz="2400" dirty="0">
                <a:latin typeface="Symbol"/>
                <a:cs typeface="Symbol"/>
              </a:rPr>
              <a:t>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</a:t>
            </a:r>
            <a:r>
              <a:rPr sz="2400" spc="-15" baseline="-20833" dirty="0">
                <a:latin typeface="Microsoft Sans Serif"/>
                <a:cs typeface="Microsoft Sans Serif"/>
              </a:rPr>
              <a:t>2</a:t>
            </a:r>
            <a:r>
              <a:rPr sz="2400" spc="-7" baseline="-20833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là 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mà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trọng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lượng</a:t>
            </a:r>
            <a:r>
              <a:rPr sz="2400" spc="1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nhỏ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hơn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P, </a:t>
            </a:r>
            <a:r>
              <a:rPr sz="2400" spc="-1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điều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này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mâu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thuẫn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với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30" dirty="0">
                <a:latin typeface="Microsoft Sans Serif"/>
                <a:cs typeface="Microsoft Sans Serif"/>
              </a:rPr>
              <a:t>tính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P.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33070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16492" y="4507357"/>
            <a:ext cx="74396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573655" algn="l"/>
              </a:tabLst>
            </a:pPr>
            <a:r>
              <a:rPr sz="2800" spc="-10" dirty="0">
                <a:latin typeface="Georgia"/>
                <a:cs typeface="Georgia"/>
              </a:rPr>
              <a:t>w(P1’)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&lt;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w(P1)	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Georgia"/>
                <a:cs typeface="Georgia"/>
              </a:rPr>
              <a:t>w(P</a:t>
            </a:r>
            <a:r>
              <a:rPr sz="2775" spc="-7" baseline="-21021" dirty="0">
                <a:latin typeface="Georgia"/>
                <a:cs typeface="Georgia"/>
              </a:rPr>
              <a:t>1</a:t>
            </a:r>
            <a:r>
              <a:rPr sz="2800" spc="-5" dirty="0">
                <a:latin typeface="Georgia"/>
                <a:cs typeface="Georgia"/>
              </a:rPr>
              <a:t>’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-5" dirty="0">
                <a:latin typeface="Georgia"/>
                <a:cs typeface="Georgia"/>
              </a:rPr>
              <a:t>P</a:t>
            </a:r>
            <a:r>
              <a:rPr sz="2775" spc="-7" baseline="-21021" dirty="0">
                <a:latin typeface="Georgia"/>
                <a:cs typeface="Georgia"/>
              </a:rPr>
              <a:t>2</a:t>
            </a:r>
            <a:r>
              <a:rPr sz="2800" spc="-5" dirty="0">
                <a:latin typeface="Georgia"/>
                <a:cs typeface="Georgia"/>
              </a:rPr>
              <a:t>)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&lt;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w(P</a:t>
            </a:r>
            <a:r>
              <a:rPr sz="2775" spc="-7" baseline="-21021" dirty="0">
                <a:latin typeface="Georgia"/>
                <a:cs typeface="Georgia"/>
              </a:rPr>
              <a:t>1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-5" dirty="0">
                <a:latin typeface="Georgia"/>
                <a:cs typeface="Georgia"/>
              </a:rPr>
              <a:t>P</a:t>
            </a:r>
            <a:r>
              <a:rPr sz="2775" spc="-7" baseline="-21021" dirty="0">
                <a:latin typeface="Georgia"/>
                <a:cs typeface="Georgia"/>
              </a:rPr>
              <a:t>2</a:t>
            </a:r>
            <a:r>
              <a:rPr sz="2800" spc="-5" dirty="0">
                <a:latin typeface="Georgia"/>
                <a:cs typeface="Georgia"/>
              </a:rPr>
              <a:t>)=w(P)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68295" y="2860542"/>
            <a:ext cx="696595" cy="696595"/>
            <a:chOff x="2368295" y="2860542"/>
            <a:chExt cx="696595" cy="69659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8295" y="2860542"/>
              <a:ext cx="694944" cy="6949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8295" y="2860542"/>
              <a:ext cx="696468" cy="69646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68295" y="2860542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4" h="696595">
                  <a:moveTo>
                    <a:pt x="347472" y="0"/>
                  </a:moveTo>
                  <a:lnTo>
                    <a:pt x="295656" y="4572"/>
                  </a:lnTo>
                  <a:lnTo>
                    <a:pt x="277368" y="7620"/>
                  </a:lnTo>
                  <a:lnTo>
                    <a:pt x="260604" y="12191"/>
                  </a:lnTo>
                  <a:lnTo>
                    <a:pt x="245364" y="16763"/>
                  </a:lnTo>
                  <a:lnTo>
                    <a:pt x="228600" y="21336"/>
                  </a:lnTo>
                  <a:lnTo>
                    <a:pt x="213360" y="27432"/>
                  </a:lnTo>
                  <a:lnTo>
                    <a:pt x="196596" y="35051"/>
                  </a:lnTo>
                  <a:lnTo>
                    <a:pt x="182880" y="42672"/>
                  </a:lnTo>
                  <a:lnTo>
                    <a:pt x="167640" y="50291"/>
                  </a:lnTo>
                  <a:lnTo>
                    <a:pt x="153924" y="59436"/>
                  </a:lnTo>
                  <a:lnTo>
                    <a:pt x="140208" y="70103"/>
                  </a:lnTo>
                  <a:lnTo>
                    <a:pt x="126492" y="79248"/>
                  </a:lnTo>
                  <a:lnTo>
                    <a:pt x="114300" y="91439"/>
                  </a:lnTo>
                  <a:lnTo>
                    <a:pt x="102108" y="102108"/>
                  </a:lnTo>
                  <a:lnTo>
                    <a:pt x="91440" y="114300"/>
                  </a:lnTo>
                  <a:lnTo>
                    <a:pt x="79248" y="126491"/>
                  </a:lnTo>
                  <a:lnTo>
                    <a:pt x="70104" y="140208"/>
                  </a:lnTo>
                  <a:lnTo>
                    <a:pt x="59436" y="153924"/>
                  </a:lnTo>
                  <a:lnTo>
                    <a:pt x="50292" y="167639"/>
                  </a:lnTo>
                  <a:lnTo>
                    <a:pt x="27431" y="213360"/>
                  </a:lnTo>
                  <a:lnTo>
                    <a:pt x="21336" y="228600"/>
                  </a:lnTo>
                  <a:lnTo>
                    <a:pt x="16764" y="245363"/>
                  </a:lnTo>
                  <a:lnTo>
                    <a:pt x="10668" y="262127"/>
                  </a:lnTo>
                  <a:lnTo>
                    <a:pt x="4572" y="295656"/>
                  </a:lnTo>
                  <a:lnTo>
                    <a:pt x="3048" y="312420"/>
                  </a:lnTo>
                  <a:lnTo>
                    <a:pt x="0" y="348996"/>
                  </a:lnTo>
                  <a:lnTo>
                    <a:pt x="1524" y="365760"/>
                  </a:lnTo>
                  <a:lnTo>
                    <a:pt x="3048" y="384048"/>
                  </a:lnTo>
                  <a:lnTo>
                    <a:pt x="4572" y="400812"/>
                  </a:lnTo>
                  <a:lnTo>
                    <a:pt x="7620" y="419100"/>
                  </a:lnTo>
                  <a:lnTo>
                    <a:pt x="12192" y="435863"/>
                  </a:lnTo>
                  <a:lnTo>
                    <a:pt x="16764" y="451103"/>
                  </a:lnTo>
                  <a:lnTo>
                    <a:pt x="21336" y="467867"/>
                  </a:lnTo>
                  <a:lnTo>
                    <a:pt x="27431" y="483108"/>
                  </a:lnTo>
                  <a:lnTo>
                    <a:pt x="50292" y="528827"/>
                  </a:lnTo>
                  <a:lnTo>
                    <a:pt x="59436" y="542544"/>
                  </a:lnTo>
                  <a:lnTo>
                    <a:pt x="70104" y="556260"/>
                  </a:lnTo>
                  <a:lnTo>
                    <a:pt x="79248" y="569976"/>
                  </a:lnTo>
                  <a:lnTo>
                    <a:pt x="91440" y="582167"/>
                  </a:lnTo>
                  <a:lnTo>
                    <a:pt x="102108" y="594360"/>
                  </a:lnTo>
                  <a:lnTo>
                    <a:pt x="114300" y="605027"/>
                  </a:lnTo>
                  <a:lnTo>
                    <a:pt x="126492" y="617220"/>
                  </a:lnTo>
                  <a:lnTo>
                    <a:pt x="140208" y="626363"/>
                  </a:lnTo>
                  <a:lnTo>
                    <a:pt x="153924" y="637032"/>
                  </a:lnTo>
                  <a:lnTo>
                    <a:pt x="213360" y="669036"/>
                  </a:lnTo>
                  <a:lnTo>
                    <a:pt x="278892" y="688848"/>
                  </a:lnTo>
                  <a:lnTo>
                    <a:pt x="348996" y="696467"/>
                  </a:lnTo>
                  <a:lnTo>
                    <a:pt x="400812" y="691896"/>
                  </a:lnTo>
                  <a:lnTo>
                    <a:pt x="419100" y="688848"/>
                  </a:lnTo>
                  <a:lnTo>
                    <a:pt x="430276" y="685800"/>
                  </a:lnTo>
                  <a:lnTo>
                    <a:pt x="330708" y="685800"/>
                  </a:lnTo>
                  <a:lnTo>
                    <a:pt x="297180" y="682751"/>
                  </a:lnTo>
                  <a:lnTo>
                    <a:pt x="246887" y="670560"/>
                  </a:lnTo>
                  <a:lnTo>
                    <a:pt x="201168" y="652272"/>
                  </a:lnTo>
                  <a:lnTo>
                    <a:pt x="187452" y="646176"/>
                  </a:lnTo>
                  <a:lnTo>
                    <a:pt x="172212" y="637032"/>
                  </a:lnTo>
                  <a:lnTo>
                    <a:pt x="158496" y="627888"/>
                  </a:lnTo>
                  <a:lnTo>
                    <a:pt x="146304" y="618744"/>
                  </a:lnTo>
                  <a:lnTo>
                    <a:pt x="132587" y="609600"/>
                  </a:lnTo>
                  <a:lnTo>
                    <a:pt x="120396" y="598932"/>
                  </a:lnTo>
                  <a:lnTo>
                    <a:pt x="109728" y="586739"/>
                  </a:lnTo>
                  <a:lnTo>
                    <a:pt x="97536" y="576072"/>
                  </a:lnTo>
                  <a:lnTo>
                    <a:pt x="86868" y="563879"/>
                  </a:lnTo>
                  <a:lnTo>
                    <a:pt x="77724" y="550163"/>
                  </a:lnTo>
                  <a:lnTo>
                    <a:pt x="67056" y="536448"/>
                  </a:lnTo>
                  <a:lnTo>
                    <a:pt x="59436" y="522732"/>
                  </a:lnTo>
                  <a:lnTo>
                    <a:pt x="50292" y="509015"/>
                  </a:lnTo>
                  <a:lnTo>
                    <a:pt x="42672" y="495300"/>
                  </a:lnTo>
                  <a:lnTo>
                    <a:pt x="30480" y="464820"/>
                  </a:lnTo>
                  <a:lnTo>
                    <a:pt x="25908" y="448056"/>
                  </a:lnTo>
                  <a:lnTo>
                    <a:pt x="21336" y="432815"/>
                  </a:lnTo>
                  <a:lnTo>
                    <a:pt x="16764" y="416051"/>
                  </a:lnTo>
                  <a:lnTo>
                    <a:pt x="13716" y="399288"/>
                  </a:lnTo>
                  <a:lnTo>
                    <a:pt x="10668" y="365760"/>
                  </a:lnTo>
                  <a:lnTo>
                    <a:pt x="10668" y="330708"/>
                  </a:lnTo>
                  <a:lnTo>
                    <a:pt x="16764" y="280415"/>
                  </a:lnTo>
                  <a:lnTo>
                    <a:pt x="30480" y="231648"/>
                  </a:lnTo>
                  <a:lnTo>
                    <a:pt x="44196" y="201167"/>
                  </a:lnTo>
                  <a:lnTo>
                    <a:pt x="50292" y="187451"/>
                  </a:lnTo>
                  <a:lnTo>
                    <a:pt x="59436" y="172212"/>
                  </a:lnTo>
                  <a:lnTo>
                    <a:pt x="68580" y="158496"/>
                  </a:lnTo>
                  <a:lnTo>
                    <a:pt x="77724" y="146303"/>
                  </a:lnTo>
                  <a:lnTo>
                    <a:pt x="86868" y="132587"/>
                  </a:lnTo>
                  <a:lnTo>
                    <a:pt x="97536" y="120396"/>
                  </a:lnTo>
                  <a:lnTo>
                    <a:pt x="109728" y="109727"/>
                  </a:lnTo>
                  <a:lnTo>
                    <a:pt x="120396" y="97536"/>
                  </a:lnTo>
                  <a:lnTo>
                    <a:pt x="132587" y="86867"/>
                  </a:lnTo>
                  <a:lnTo>
                    <a:pt x="146304" y="77724"/>
                  </a:lnTo>
                  <a:lnTo>
                    <a:pt x="158496" y="67056"/>
                  </a:lnTo>
                  <a:lnTo>
                    <a:pt x="172212" y="59436"/>
                  </a:lnTo>
                  <a:lnTo>
                    <a:pt x="187452" y="50291"/>
                  </a:lnTo>
                  <a:lnTo>
                    <a:pt x="201168" y="42672"/>
                  </a:lnTo>
                  <a:lnTo>
                    <a:pt x="231648" y="30479"/>
                  </a:lnTo>
                  <a:lnTo>
                    <a:pt x="248412" y="25908"/>
                  </a:lnTo>
                  <a:lnTo>
                    <a:pt x="263652" y="21336"/>
                  </a:lnTo>
                  <a:lnTo>
                    <a:pt x="280416" y="16763"/>
                  </a:lnTo>
                  <a:lnTo>
                    <a:pt x="297180" y="13715"/>
                  </a:lnTo>
                  <a:lnTo>
                    <a:pt x="330708" y="10667"/>
                  </a:lnTo>
                  <a:lnTo>
                    <a:pt x="434340" y="10667"/>
                  </a:lnTo>
                  <a:lnTo>
                    <a:pt x="400812" y="4572"/>
                  </a:lnTo>
                  <a:lnTo>
                    <a:pt x="347472" y="0"/>
                  </a:lnTo>
                  <a:close/>
                </a:path>
                <a:path w="696594" h="696595">
                  <a:moveTo>
                    <a:pt x="434340" y="10667"/>
                  </a:moveTo>
                  <a:lnTo>
                    <a:pt x="365760" y="10667"/>
                  </a:lnTo>
                  <a:lnTo>
                    <a:pt x="399288" y="13715"/>
                  </a:lnTo>
                  <a:lnTo>
                    <a:pt x="416052" y="16763"/>
                  </a:lnTo>
                  <a:lnTo>
                    <a:pt x="449580" y="25908"/>
                  </a:lnTo>
                  <a:lnTo>
                    <a:pt x="464820" y="30479"/>
                  </a:lnTo>
                  <a:lnTo>
                    <a:pt x="480060" y="36575"/>
                  </a:lnTo>
                  <a:lnTo>
                    <a:pt x="495300" y="44196"/>
                  </a:lnTo>
                  <a:lnTo>
                    <a:pt x="509016" y="50291"/>
                  </a:lnTo>
                  <a:lnTo>
                    <a:pt x="524256" y="59436"/>
                  </a:lnTo>
                  <a:lnTo>
                    <a:pt x="537972" y="68579"/>
                  </a:lnTo>
                  <a:lnTo>
                    <a:pt x="550164" y="77724"/>
                  </a:lnTo>
                  <a:lnTo>
                    <a:pt x="563880" y="86867"/>
                  </a:lnTo>
                  <a:lnTo>
                    <a:pt x="576072" y="97536"/>
                  </a:lnTo>
                  <a:lnTo>
                    <a:pt x="586740" y="109727"/>
                  </a:lnTo>
                  <a:lnTo>
                    <a:pt x="598932" y="120396"/>
                  </a:lnTo>
                  <a:lnTo>
                    <a:pt x="609600" y="132587"/>
                  </a:lnTo>
                  <a:lnTo>
                    <a:pt x="618744" y="146303"/>
                  </a:lnTo>
                  <a:lnTo>
                    <a:pt x="627888" y="158496"/>
                  </a:lnTo>
                  <a:lnTo>
                    <a:pt x="637032" y="172212"/>
                  </a:lnTo>
                  <a:lnTo>
                    <a:pt x="646176" y="187451"/>
                  </a:lnTo>
                  <a:lnTo>
                    <a:pt x="652272" y="201167"/>
                  </a:lnTo>
                  <a:lnTo>
                    <a:pt x="659892" y="216408"/>
                  </a:lnTo>
                  <a:lnTo>
                    <a:pt x="665988" y="231648"/>
                  </a:lnTo>
                  <a:lnTo>
                    <a:pt x="670560" y="248412"/>
                  </a:lnTo>
                  <a:lnTo>
                    <a:pt x="675132" y="263651"/>
                  </a:lnTo>
                  <a:lnTo>
                    <a:pt x="679704" y="280415"/>
                  </a:lnTo>
                  <a:lnTo>
                    <a:pt x="682752" y="297179"/>
                  </a:lnTo>
                  <a:lnTo>
                    <a:pt x="685800" y="330708"/>
                  </a:lnTo>
                  <a:lnTo>
                    <a:pt x="685800" y="365760"/>
                  </a:lnTo>
                  <a:lnTo>
                    <a:pt x="679704" y="416051"/>
                  </a:lnTo>
                  <a:lnTo>
                    <a:pt x="665988" y="464820"/>
                  </a:lnTo>
                  <a:lnTo>
                    <a:pt x="652272" y="495300"/>
                  </a:lnTo>
                  <a:lnTo>
                    <a:pt x="646176" y="509015"/>
                  </a:lnTo>
                  <a:lnTo>
                    <a:pt x="637032" y="524256"/>
                  </a:lnTo>
                  <a:lnTo>
                    <a:pt x="627888" y="537972"/>
                  </a:lnTo>
                  <a:lnTo>
                    <a:pt x="618744" y="550163"/>
                  </a:lnTo>
                  <a:lnTo>
                    <a:pt x="609600" y="563879"/>
                  </a:lnTo>
                  <a:lnTo>
                    <a:pt x="598932" y="576072"/>
                  </a:lnTo>
                  <a:lnTo>
                    <a:pt x="586740" y="586739"/>
                  </a:lnTo>
                  <a:lnTo>
                    <a:pt x="576072" y="598932"/>
                  </a:lnTo>
                  <a:lnTo>
                    <a:pt x="563880" y="609600"/>
                  </a:lnTo>
                  <a:lnTo>
                    <a:pt x="509016" y="646176"/>
                  </a:lnTo>
                  <a:lnTo>
                    <a:pt x="495300" y="652272"/>
                  </a:lnTo>
                  <a:lnTo>
                    <a:pt x="480060" y="659891"/>
                  </a:lnTo>
                  <a:lnTo>
                    <a:pt x="464820" y="665988"/>
                  </a:lnTo>
                  <a:lnTo>
                    <a:pt x="448056" y="670560"/>
                  </a:lnTo>
                  <a:lnTo>
                    <a:pt x="432816" y="675132"/>
                  </a:lnTo>
                  <a:lnTo>
                    <a:pt x="416052" y="679703"/>
                  </a:lnTo>
                  <a:lnTo>
                    <a:pt x="399288" y="682751"/>
                  </a:lnTo>
                  <a:lnTo>
                    <a:pt x="365760" y="685800"/>
                  </a:lnTo>
                  <a:lnTo>
                    <a:pt x="430276" y="685800"/>
                  </a:lnTo>
                  <a:lnTo>
                    <a:pt x="435864" y="684276"/>
                  </a:lnTo>
                  <a:lnTo>
                    <a:pt x="451104" y="679703"/>
                  </a:lnTo>
                  <a:lnTo>
                    <a:pt x="467868" y="675132"/>
                  </a:lnTo>
                  <a:lnTo>
                    <a:pt x="528828" y="646176"/>
                  </a:lnTo>
                  <a:lnTo>
                    <a:pt x="569976" y="615696"/>
                  </a:lnTo>
                  <a:lnTo>
                    <a:pt x="605028" y="582167"/>
                  </a:lnTo>
                  <a:lnTo>
                    <a:pt x="617220" y="569976"/>
                  </a:lnTo>
                  <a:lnTo>
                    <a:pt x="626364" y="556260"/>
                  </a:lnTo>
                  <a:lnTo>
                    <a:pt x="637032" y="542544"/>
                  </a:lnTo>
                  <a:lnTo>
                    <a:pt x="646176" y="528827"/>
                  </a:lnTo>
                  <a:lnTo>
                    <a:pt x="669036" y="483108"/>
                  </a:lnTo>
                  <a:lnTo>
                    <a:pt x="688848" y="417575"/>
                  </a:lnTo>
                  <a:lnTo>
                    <a:pt x="696468" y="347472"/>
                  </a:lnTo>
                  <a:lnTo>
                    <a:pt x="694944" y="330708"/>
                  </a:lnTo>
                  <a:lnTo>
                    <a:pt x="693420" y="312420"/>
                  </a:lnTo>
                  <a:lnTo>
                    <a:pt x="691896" y="295656"/>
                  </a:lnTo>
                  <a:lnTo>
                    <a:pt x="688848" y="277367"/>
                  </a:lnTo>
                  <a:lnTo>
                    <a:pt x="684276" y="260603"/>
                  </a:lnTo>
                  <a:lnTo>
                    <a:pt x="679704" y="245363"/>
                  </a:lnTo>
                  <a:lnTo>
                    <a:pt x="675132" y="228600"/>
                  </a:lnTo>
                  <a:lnTo>
                    <a:pt x="669036" y="213360"/>
                  </a:lnTo>
                  <a:lnTo>
                    <a:pt x="661416" y="196596"/>
                  </a:lnTo>
                  <a:lnTo>
                    <a:pt x="653796" y="182879"/>
                  </a:lnTo>
                  <a:lnTo>
                    <a:pt x="646176" y="167639"/>
                  </a:lnTo>
                  <a:lnTo>
                    <a:pt x="637032" y="153924"/>
                  </a:lnTo>
                  <a:lnTo>
                    <a:pt x="615696" y="126491"/>
                  </a:lnTo>
                  <a:lnTo>
                    <a:pt x="594360" y="102108"/>
                  </a:lnTo>
                  <a:lnTo>
                    <a:pt x="582168" y="91439"/>
                  </a:lnTo>
                  <a:lnTo>
                    <a:pt x="569976" y="79248"/>
                  </a:lnTo>
                  <a:lnTo>
                    <a:pt x="556260" y="70103"/>
                  </a:lnTo>
                  <a:lnTo>
                    <a:pt x="542544" y="59436"/>
                  </a:lnTo>
                  <a:lnTo>
                    <a:pt x="528828" y="50291"/>
                  </a:lnTo>
                  <a:lnTo>
                    <a:pt x="483108" y="27432"/>
                  </a:lnTo>
                  <a:lnTo>
                    <a:pt x="467868" y="21336"/>
                  </a:lnTo>
                  <a:lnTo>
                    <a:pt x="451104" y="16763"/>
                  </a:lnTo>
                  <a:lnTo>
                    <a:pt x="434340" y="10667"/>
                  </a:lnTo>
                  <a:close/>
                </a:path>
              </a:pathLst>
            </a:custGeom>
            <a:solidFill>
              <a:srgbClr val="9D3A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39060" y="3050509"/>
            <a:ext cx="157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u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57571" y="2860542"/>
            <a:ext cx="698500" cy="696595"/>
            <a:chOff x="4957571" y="2860542"/>
            <a:chExt cx="698500" cy="69659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7571" y="2860542"/>
              <a:ext cx="694944" cy="69494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57571" y="2860542"/>
              <a:ext cx="697991" cy="6964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959095" y="2860542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5" h="696595">
                  <a:moveTo>
                    <a:pt x="347471" y="0"/>
                  </a:moveTo>
                  <a:lnTo>
                    <a:pt x="295655" y="4572"/>
                  </a:lnTo>
                  <a:lnTo>
                    <a:pt x="277367" y="7620"/>
                  </a:lnTo>
                  <a:lnTo>
                    <a:pt x="260603" y="12191"/>
                  </a:lnTo>
                  <a:lnTo>
                    <a:pt x="245363" y="16763"/>
                  </a:lnTo>
                  <a:lnTo>
                    <a:pt x="228600" y="21336"/>
                  </a:lnTo>
                  <a:lnTo>
                    <a:pt x="213359" y="27432"/>
                  </a:lnTo>
                  <a:lnTo>
                    <a:pt x="196595" y="35051"/>
                  </a:lnTo>
                  <a:lnTo>
                    <a:pt x="182879" y="42672"/>
                  </a:lnTo>
                  <a:lnTo>
                    <a:pt x="167639" y="50291"/>
                  </a:lnTo>
                  <a:lnTo>
                    <a:pt x="153924" y="59436"/>
                  </a:lnTo>
                  <a:lnTo>
                    <a:pt x="140207" y="70103"/>
                  </a:lnTo>
                  <a:lnTo>
                    <a:pt x="126491" y="79248"/>
                  </a:lnTo>
                  <a:lnTo>
                    <a:pt x="114300" y="91439"/>
                  </a:lnTo>
                  <a:lnTo>
                    <a:pt x="102107" y="102108"/>
                  </a:lnTo>
                  <a:lnTo>
                    <a:pt x="91439" y="114300"/>
                  </a:lnTo>
                  <a:lnTo>
                    <a:pt x="79248" y="126491"/>
                  </a:lnTo>
                  <a:lnTo>
                    <a:pt x="70103" y="140208"/>
                  </a:lnTo>
                  <a:lnTo>
                    <a:pt x="59436" y="153924"/>
                  </a:lnTo>
                  <a:lnTo>
                    <a:pt x="50291" y="167639"/>
                  </a:lnTo>
                  <a:lnTo>
                    <a:pt x="27431" y="213360"/>
                  </a:lnTo>
                  <a:lnTo>
                    <a:pt x="21336" y="228600"/>
                  </a:lnTo>
                  <a:lnTo>
                    <a:pt x="16763" y="245363"/>
                  </a:lnTo>
                  <a:lnTo>
                    <a:pt x="10667" y="262127"/>
                  </a:lnTo>
                  <a:lnTo>
                    <a:pt x="4571" y="295656"/>
                  </a:lnTo>
                  <a:lnTo>
                    <a:pt x="3048" y="312420"/>
                  </a:lnTo>
                  <a:lnTo>
                    <a:pt x="0" y="348996"/>
                  </a:lnTo>
                  <a:lnTo>
                    <a:pt x="1524" y="365760"/>
                  </a:lnTo>
                  <a:lnTo>
                    <a:pt x="3048" y="384048"/>
                  </a:lnTo>
                  <a:lnTo>
                    <a:pt x="4571" y="400812"/>
                  </a:lnTo>
                  <a:lnTo>
                    <a:pt x="7619" y="419100"/>
                  </a:lnTo>
                  <a:lnTo>
                    <a:pt x="12191" y="435863"/>
                  </a:lnTo>
                  <a:lnTo>
                    <a:pt x="16763" y="451103"/>
                  </a:lnTo>
                  <a:lnTo>
                    <a:pt x="21336" y="467867"/>
                  </a:lnTo>
                  <a:lnTo>
                    <a:pt x="27431" y="483108"/>
                  </a:lnTo>
                  <a:lnTo>
                    <a:pt x="50291" y="528827"/>
                  </a:lnTo>
                  <a:lnTo>
                    <a:pt x="59436" y="542544"/>
                  </a:lnTo>
                  <a:lnTo>
                    <a:pt x="70103" y="556260"/>
                  </a:lnTo>
                  <a:lnTo>
                    <a:pt x="79248" y="569976"/>
                  </a:lnTo>
                  <a:lnTo>
                    <a:pt x="91439" y="582167"/>
                  </a:lnTo>
                  <a:lnTo>
                    <a:pt x="102107" y="594360"/>
                  </a:lnTo>
                  <a:lnTo>
                    <a:pt x="114300" y="605027"/>
                  </a:lnTo>
                  <a:lnTo>
                    <a:pt x="126491" y="617220"/>
                  </a:lnTo>
                  <a:lnTo>
                    <a:pt x="140207" y="626363"/>
                  </a:lnTo>
                  <a:lnTo>
                    <a:pt x="153924" y="637032"/>
                  </a:lnTo>
                  <a:lnTo>
                    <a:pt x="213359" y="669036"/>
                  </a:lnTo>
                  <a:lnTo>
                    <a:pt x="278891" y="688848"/>
                  </a:lnTo>
                  <a:lnTo>
                    <a:pt x="348995" y="696467"/>
                  </a:lnTo>
                  <a:lnTo>
                    <a:pt x="400812" y="691896"/>
                  </a:lnTo>
                  <a:lnTo>
                    <a:pt x="419100" y="688848"/>
                  </a:lnTo>
                  <a:lnTo>
                    <a:pt x="430275" y="685800"/>
                  </a:lnTo>
                  <a:lnTo>
                    <a:pt x="330707" y="685800"/>
                  </a:lnTo>
                  <a:lnTo>
                    <a:pt x="297179" y="682751"/>
                  </a:lnTo>
                  <a:lnTo>
                    <a:pt x="246887" y="670560"/>
                  </a:lnTo>
                  <a:lnTo>
                    <a:pt x="201167" y="652272"/>
                  </a:lnTo>
                  <a:lnTo>
                    <a:pt x="187451" y="646176"/>
                  </a:lnTo>
                  <a:lnTo>
                    <a:pt x="172212" y="637032"/>
                  </a:lnTo>
                  <a:lnTo>
                    <a:pt x="158495" y="627888"/>
                  </a:lnTo>
                  <a:lnTo>
                    <a:pt x="146303" y="618744"/>
                  </a:lnTo>
                  <a:lnTo>
                    <a:pt x="132587" y="609600"/>
                  </a:lnTo>
                  <a:lnTo>
                    <a:pt x="120395" y="598932"/>
                  </a:lnTo>
                  <a:lnTo>
                    <a:pt x="109727" y="586739"/>
                  </a:lnTo>
                  <a:lnTo>
                    <a:pt x="97536" y="576072"/>
                  </a:lnTo>
                  <a:lnTo>
                    <a:pt x="86867" y="563879"/>
                  </a:lnTo>
                  <a:lnTo>
                    <a:pt x="77724" y="550163"/>
                  </a:lnTo>
                  <a:lnTo>
                    <a:pt x="67055" y="536448"/>
                  </a:lnTo>
                  <a:lnTo>
                    <a:pt x="59436" y="522732"/>
                  </a:lnTo>
                  <a:lnTo>
                    <a:pt x="50291" y="509015"/>
                  </a:lnTo>
                  <a:lnTo>
                    <a:pt x="42671" y="495300"/>
                  </a:lnTo>
                  <a:lnTo>
                    <a:pt x="30479" y="464820"/>
                  </a:lnTo>
                  <a:lnTo>
                    <a:pt x="25907" y="448056"/>
                  </a:lnTo>
                  <a:lnTo>
                    <a:pt x="21336" y="432815"/>
                  </a:lnTo>
                  <a:lnTo>
                    <a:pt x="16763" y="416051"/>
                  </a:lnTo>
                  <a:lnTo>
                    <a:pt x="13715" y="399288"/>
                  </a:lnTo>
                  <a:lnTo>
                    <a:pt x="10667" y="365760"/>
                  </a:lnTo>
                  <a:lnTo>
                    <a:pt x="10667" y="330708"/>
                  </a:lnTo>
                  <a:lnTo>
                    <a:pt x="16763" y="280415"/>
                  </a:lnTo>
                  <a:lnTo>
                    <a:pt x="30479" y="231648"/>
                  </a:lnTo>
                  <a:lnTo>
                    <a:pt x="44195" y="201167"/>
                  </a:lnTo>
                  <a:lnTo>
                    <a:pt x="50291" y="187451"/>
                  </a:lnTo>
                  <a:lnTo>
                    <a:pt x="59436" y="172212"/>
                  </a:lnTo>
                  <a:lnTo>
                    <a:pt x="68579" y="158496"/>
                  </a:lnTo>
                  <a:lnTo>
                    <a:pt x="77724" y="146303"/>
                  </a:lnTo>
                  <a:lnTo>
                    <a:pt x="86867" y="132587"/>
                  </a:lnTo>
                  <a:lnTo>
                    <a:pt x="97536" y="120396"/>
                  </a:lnTo>
                  <a:lnTo>
                    <a:pt x="109727" y="109727"/>
                  </a:lnTo>
                  <a:lnTo>
                    <a:pt x="120395" y="97536"/>
                  </a:lnTo>
                  <a:lnTo>
                    <a:pt x="132587" y="86867"/>
                  </a:lnTo>
                  <a:lnTo>
                    <a:pt x="146303" y="77724"/>
                  </a:lnTo>
                  <a:lnTo>
                    <a:pt x="158495" y="67056"/>
                  </a:lnTo>
                  <a:lnTo>
                    <a:pt x="172212" y="59436"/>
                  </a:lnTo>
                  <a:lnTo>
                    <a:pt x="187451" y="50291"/>
                  </a:lnTo>
                  <a:lnTo>
                    <a:pt x="201167" y="42672"/>
                  </a:lnTo>
                  <a:lnTo>
                    <a:pt x="231648" y="30479"/>
                  </a:lnTo>
                  <a:lnTo>
                    <a:pt x="248412" y="25908"/>
                  </a:lnTo>
                  <a:lnTo>
                    <a:pt x="263651" y="21336"/>
                  </a:lnTo>
                  <a:lnTo>
                    <a:pt x="280415" y="16763"/>
                  </a:lnTo>
                  <a:lnTo>
                    <a:pt x="297179" y="13715"/>
                  </a:lnTo>
                  <a:lnTo>
                    <a:pt x="330707" y="10667"/>
                  </a:lnTo>
                  <a:lnTo>
                    <a:pt x="434339" y="10667"/>
                  </a:lnTo>
                  <a:lnTo>
                    <a:pt x="400812" y="4572"/>
                  </a:lnTo>
                  <a:lnTo>
                    <a:pt x="347471" y="0"/>
                  </a:lnTo>
                  <a:close/>
                </a:path>
                <a:path w="696595" h="696595">
                  <a:moveTo>
                    <a:pt x="434339" y="10667"/>
                  </a:moveTo>
                  <a:lnTo>
                    <a:pt x="365759" y="10667"/>
                  </a:lnTo>
                  <a:lnTo>
                    <a:pt x="399288" y="13715"/>
                  </a:lnTo>
                  <a:lnTo>
                    <a:pt x="416051" y="16763"/>
                  </a:lnTo>
                  <a:lnTo>
                    <a:pt x="449579" y="25908"/>
                  </a:lnTo>
                  <a:lnTo>
                    <a:pt x="464819" y="30479"/>
                  </a:lnTo>
                  <a:lnTo>
                    <a:pt x="480059" y="36575"/>
                  </a:lnTo>
                  <a:lnTo>
                    <a:pt x="495300" y="44196"/>
                  </a:lnTo>
                  <a:lnTo>
                    <a:pt x="509015" y="50291"/>
                  </a:lnTo>
                  <a:lnTo>
                    <a:pt x="524255" y="59436"/>
                  </a:lnTo>
                  <a:lnTo>
                    <a:pt x="537971" y="68579"/>
                  </a:lnTo>
                  <a:lnTo>
                    <a:pt x="550163" y="77724"/>
                  </a:lnTo>
                  <a:lnTo>
                    <a:pt x="563879" y="86867"/>
                  </a:lnTo>
                  <a:lnTo>
                    <a:pt x="576071" y="97536"/>
                  </a:lnTo>
                  <a:lnTo>
                    <a:pt x="586739" y="109727"/>
                  </a:lnTo>
                  <a:lnTo>
                    <a:pt x="598931" y="120396"/>
                  </a:lnTo>
                  <a:lnTo>
                    <a:pt x="609600" y="132587"/>
                  </a:lnTo>
                  <a:lnTo>
                    <a:pt x="618743" y="146303"/>
                  </a:lnTo>
                  <a:lnTo>
                    <a:pt x="627888" y="158496"/>
                  </a:lnTo>
                  <a:lnTo>
                    <a:pt x="637031" y="172212"/>
                  </a:lnTo>
                  <a:lnTo>
                    <a:pt x="646176" y="187451"/>
                  </a:lnTo>
                  <a:lnTo>
                    <a:pt x="652271" y="201167"/>
                  </a:lnTo>
                  <a:lnTo>
                    <a:pt x="659891" y="216408"/>
                  </a:lnTo>
                  <a:lnTo>
                    <a:pt x="665988" y="231648"/>
                  </a:lnTo>
                  <a:lnTo>
                    <a:pt x="670559" y="248412"/>
                  </a:lnTo>
                  <a:lnTo>
                    <a:pt x="675131" y="263651"/>
                  </a:lnTo>
                  <a:lnTo>
                    <a:pt x="679703" y="280415"/>
                  </a:lnTo>
                  <a:lnTo>
                    <a:pt x="682751" y="297179"/>
                  </a:lnTo>
                  <a:lnTo>
                    <a:pt x="685800" y="330708"/>
                  </a:lnTo>
                  <a:lnTo>
                    <a:pt x="685800" y="365760"/>
                  </a:lnTo>
                  <a:lnTo>
                    <a:pt x="679703" y="416051"/>
                  </a:lnTo>
                  <a:lnTo>
                    <a:pt x="665988" y="464820"/>
                  </a:lnTo>
                  <a:lnTo>
                    <a:pt x="652271" y="495300"/>
                  </a:lnTo>
                  <a:lnTo>
                    <a:pt x="646176" y="509015"/>
                  </a:lnTo>
                  <a:lnTo>
                    <a:pt x="637031" y="524256"/>
                  </a:lnTo>
                  <a:lnTo>
                    <a:pt x="627888" y="537972"/>
                  </a:lnTo>
                  <a:lnTo>
                    <a:pt x="618743" y="550163"/>
                  </a:lnTo>
                  <a:lnTo>
                    <a:pt x="609600" y="563879"/>
                  </a:lnTo>
                  <a:lnTo>
                    <a:pt x="598931" y="576072"/>
                  </a:lnTo>
                  <a:lnTo>
                    <a:pt x="586739" y="586739"/>
                  </a:lnTo>
                  <a:lnTo>
                    <a:pt x="576071" y="598932"/>
                  </a:lnTo>
                  <a:lnTo>
                    <a:pt x="563879" y="609600"/>
                  </a:lnTo>
                  <a:lnTo>
                    <a:pt x="509015" y="646176"/>
                  </a:lnTo>
                  <a:lnTo>
                    <a:pt x="495300" y="652272"/>
                  </a:lnTo>
                  <a:lnTo>
                    <a:pt x="480059" y="659891"/>
                  </a:lnTo>
                  <a:lnTo>
                    <a:pt x="464819" y="665988"/>
                  </a:lnTo>
                  <a:lnTo>
                    <a:pt x="448055" y="670560"/>
                  </a:lnTo>
                  <a:lnTo>
                    <a:pt x="432815" y="675132"/>
                  </a:lnTo>
                  <a:lnTo>
                    <a:pt x="416051" y="679703"/>
                  </a:lnTo>
                  <a:lnTo>
                    <a:pt x="399288" y="682751"/>
                  </a:lnTo>
                  <a:lnTo>
                    <a:pt x="365759" y="685800"/>
                  </a:lnTo>
                  <a:lnTo>
                    <a:pt x="430275" y="685800"/>
                  </a:lnTo>
                  <a:lnTo>
                    <a:pt x="435863" y="684276"/>
                  </a:lnTo>
                  <a:lnTo>
                    <a:pt x="451103" y="679703"/>
                  </a:lnTo>
                  <a:lnTo>
                    <a:pt x="467867" y="675132"/>
                  </a:lnTo>
                  <a:lnTo>
                    <a:pt x="528827" y="646176"/>
                  </a:lnTo>
                  <a:lnTo>
                    <a:pt x="569976" y="615696"/>
                  </a:lnTo>
                  <a:lnTo>
                    <a:pt x="605027" y="582167"/>
                  </a:lnTo>
                  <a:lnTo>
                    <a:pt x="617219" y="569976"/>
                  </a:lnTo>
                  <a:lnTo>
                    <a:pt x="626363" y="556260"/>
                  </a:lnTo>
                  <a:lnTo>
                    <a:pt x="637031" y="542544"/>
                  </a:lnTo>
                  <a:lnTo>
                    <a:pt x="646176" y="528827"/>
                  </a:lnTo>
                  <a:lnTo>
                    <a:pt x="669036" y="483108"/>
                  </a:lnTo>
                  <a:lnTo>
                    <a:pt x="688848" y="417575"/>
                  </a:lnTo>
                  <a:lnTo>
                    <a:pt x="696467" y="347472"/>
                  </a:lnTo>
                  <a:lnTo>
                    <a:pt x="694943" y="330708"/>
                  </a:lnTo>
                  <a:lnTo>
                    <a:pt x="693419" y="312420"/>
                  </a:lnTo>
                  <a:lnTo>
                    <a:pt x="691895" y="295656"/>
                  </a:lnTo>
                  <a:lnTo>
                    <a:pt x="688848" y="277367"/>
                  </a:lnTo>
                  <a:lnTo>
                    <a:pt x="684276" y="260603"/>
                  </a:lnTo>
                  <a:lnTo>
                    <a:pt x="679703" y="245363"/>
                  </a:lnTo>
                  <a:lnTo>
                    <a:pt x="675131" y="228600"/>
                  </a:lnTo>
                  <a:lnTo>
                    <a:pt x="669036" y="213360"/>
                  </a:lnTo>
                  <a:lnTo>
                    <a:pt x="661415" y="196596"/>
                  </a:lnTo>
                  <a:lnTo>
                    <a:pt x="653795" y="182879"/>
                  </a:lnTo>
                  <a:lnTo>
                    <a:pt x="646176" y="167639"/>
                  </a:lnTo>
                  <a:lnTo>
                    <a:pt x="637031" y="153924"/>
                  </a:lnTo>
                  <a:lnTo>
                    <a:pt x="615695" y="126491"/>
                  </a:lnTo>
                  <a:lnTo>
                    <a:pt x="594359" y="102108"/>
                  </a:lnTo>
                  <a:lnTo>
                    <a:pt x="582167" y="91439"/>
                  </a:lnTo>
                  <a:lnTo>
                    <a:pt x="569976" y="79248"/>
                  </a:lnTo>
                  <a:lnTo>
                    <a:pt x="556259" y="70103"/>
                  </a:lnTo>
                  <a:lnTo>
                    <a:pt x="542543" y="59436"/>
                  </a:lnTo>
                  <a:lnTo>
                    <a:pt x="528827" y="50291"/>
                  </a:lnTo>
                  <a:lnTo>
                    <a:pt x="483107" y="27432"/>
                  </a:lnTo>
                  <a:lnTo>
                    <a:pt x="467867" y="21336"/>
                  </a:lnTo>
                  <a:lnTo>
                    <a:pt x="451103" y="16763"/>
                  </a:lnTo>
                  <a:lnTo>
                    <a:pt x="434339" y="10667"/>
                  </a:lnTo>
                  <a:close/>
                </a:path>
              </a:pathLst>
            </a:custGeom>
            <a:solidFill>
              <a:srgbClr val="9D3A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34355" y="305050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472171" y="2935218"/>
            <a:ext cx="698500" cy="698500"/>
            <a:chOff x="7472171" y="2935218"/>
            <a:chExt cx="698500" cy="698500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72171" y="2935218"/>
              <a:ext cx="694944" cy="6949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72171" y="2935218"/>
              <a:ext cx="697992" cy="69799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473695" y="2936742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5" h="696595">
                  <a:moveTo>
                    <a:pt x="347472" y="0"/>
                  </a:moveTo>
                  <a:lnTo>
                    <a:pt x="295655" y="4572"/>
                  </a:lnTo>
                  <a:lnTo>
                    <a:pt x="277368" y="7620"/>
                  </a:lnTo>
                  <a:lnTo>
                    <a:pt x="260603" y="12191"/>
                  </a:lnTo>
                  <a:lnTo>
                    <a:pt x="245363" y="16763"/>
                  </a:lnTo>
                  <a:lnTo>
                    <a:pt x="228600" y="21336"/>
                  </a:lnTo>
                  <a:lnTo>
                    <a:pt x="213359" y="27432"/>
                  </a:lnTo>
                  <a:lnTo>
                    <a:pt x="196596" y="35051"/>
                  </a:lnTo>
                  <a:lnTo>
                    <a:pt x="182879" y="42672"/>
                  </a:lnTo>
                  <a:lnTo>
                    <a:pt x="167639" y="50291"/>
                  </a:lnTo>
                  <a:lnTo>
                    <a:pt x="153924" y="59436"/>
                  </a:lnTo>
                  <a:lnTo>
                    <a:pt x="140207" y="70103"/>
                  </a:lnTo>
                  <a:lnTo>
                    <a:pt x="126492" y="79248"/>
                  </a:lnTo>
                  <a:lnTo>
                    <a:pt x="114300" y="91439"/>
                  </a:lnTo>
                  <a:lnTo>
                    <a:pt x="102107" y="102108"/>
                  </a:lnTo>
                  <a:lnTo>
                    <a:pt x="91439" y="114300"/>
                  </a:lnTo>
                  <a:lnTo>
                    <a:pt x="79248" y="126491"/>
                  </a:lnTo>
                  <a:lnTo>
                    <a:pt x="70103" y="140208"/>
                  </a:lnTo>
                  <a:lnTo>
                    <a:pt x="59435" y="153924"/>
                  </a:lnTo>
                  <a:lnTo>
                    <a:pt x="50292" y="167639"/>
                  </a:lnTo>
                  <a:lnTo>
                    <a:pt x="27431" y="213360"/>
                  </a:lnTo>
                  <a:lnTo>
                    <a:pt x="21335" y="228600"/>
                  </a:lnTo>
                  <a:lnTo>
                    <a:pt x="16763" y="245363"/>
                  </a:lnTo>
                  <a:lnTo>
                    <a:pt x="10668" y="262127"/>
                  </a:lnTo>
                  <a:lnTo>
                    <a:pt x="4572" y="295656"/>
                  </a:lnTo>
                  <a:lnTo>
                    <a:pt x="3048" y="312420"/>
                  </a:lnTo>
                  <a:lnTo>
                    <a:pt x="0" y="348996"/>
                  </a:lnTo>
                  <a:lnTo>
                    <a:pt x="1524" y="365760"/>
                  </a:lnTo>
                  <a:lnTo>
                    <a:pt x="3048" y="384048"/>
                  </a:lnTo>
                  <a:lnTo>
                    <a:pt x="4572" y="400812"/>
                  </a:lnTo>
                  <a:lnTo>
                    <a:pt x="7620" y="419100"/>
                  </a:lnTo>
                  <a:lnTo>
                    <a:pt x="12192" y="435863"/>
                  </a:lnTo>
                  <a:lnTo>
                    <a:pt x="16763" y="451103"/>
                  </a:lnTo>
                  <a:lnTo>
                    <a:pt x="21335" y="467867"/>
                  </a:lnTo>
                  <a:lnTo>
                    <a:pt x="27431" y="483108"/>
                  </a:lnTo>
                  <a:lnTo>
                    <a:pt x="50292" y="528827"/>
                  </a:lnTo>
                  <a:lnTo>
                    <a:pt x="59435" y="542544"/>
                  </a:lnTo>
                  <a:lnTo>
                    <a:pt x="70103" y="556260"/>
                  </a:lnTo>
                  <a:lnTo>
                    <a:pt x="79248" y="569976"/>
                  </a:lnTo>
                  <a:lnTo>
                    <a:pt x="91439" y="582167"/>
                  </a:lnTo>
                  <a:lnTo>
                    <a:pt x="102107" y="594360"/>
                  </a:lnTo>
                  <a:lnTo>
                    <a:pt x="114300" y="605027"/>
                  </a:lnTo>
                  <a:lnTo>
                    <a:pt x="126492" y="617220"/>
                  </a:lnTo>
                  <a:lnTo>
                    <a:pt x="140207" y="626363"/>
                  </a:lnTo>
                  <a:lnTo>
                    <a:pt x="153924" y="637032"/>
                  </a:lnTo>
                  <a:lnTo>
                    <a:pt x="213359" y="669036"/>
                  </a:lnTo>
                  <a:lnTo>
                    <a:pt x="278892" y="688848"/>
                  </a:lnTo>
                  <a:lnTo>
                    <a:pt x="348996" y="696467"/>
                  </a:lnTo>
                  <a:lnTo>
                    <a:pt x="400811" y="691896"/>
                  </a:lnTo>
                  <a:lnTo>
                    <a:pt x="419100" y="688848"/>
                  </a:lnTo>
                  <a:lnTo>
                    <a:pt x="430275" y="685800"/>
                  </a:lnTo>
                  <a:lnTo>
                    <a:pt x="330707" y="685800"/>
                  </a:lnTo>
                  <a:lnTo>
                    <a:pt x="297179" y="682751"/>
                  </a:lnTo>
                  <a:lnTo>
                    <a:pt x="246887" y="670560"/>
                  </a:lnTo>
                  <a:lnTo>
                    <a:pt x="201168" y="652272"/>
                  </a:lnTo>
                  <a:lnTo>
                    <a:pt x="187451" y="646176"/>
                  </a:lnTo>
                  <a:lnTo>
                    <a:pt x="172211" y="637032"/>
                  </a:lnTo>
                  <a:lnTo>
                    <a:pt x="158496" y="627888"/>
                  </a:lnTo>
                  <a:lnTo>
                    <a:pt x="146303" y="618744"/>
                  </a:lnTo>
                  <a:lnTo>
                    <a:pt x="132587" y="609600"/>
                  </a:lnTo>
                  <a:lnTo>
                    <a:pt x="120396" y="598932"/>
                  </a:lnTo>
                  <a:lnTo>
                    <a:pt x="109727" y="586739"/>
                  </a:lnTo>
                  <a:lnTo>
                    <a:pt x="97535" y="576072"/>
                  </a:lnTo>
                  <a:lnTo>
                    <a:pt x="86868" y="563879"/>
                  </a:lnTo>
                  <a:lnTo>
                    <a:pt x="77724" y="550163"/>
                  </a:lnTo>
                  <a:lnTo>
                    <a:pt x="67055" y="536448"/>
                  </a:lnTo>
                  <a:lnTo>
                    <a:pt x="59435" y="522732"/>
                  </a:lnTo>
                  <a:lnTo>
                    <a:pt x="50292" y="509015"/>
                  </a:lnTo>
                  <a:lnTo>
                    <a:pt x="42672" y="495300"/>
                  </a:lnTo>
                  <a:lnTo>
                    <a:pt x="30479" y="464820"/>
                  </a:lnTo>
                  <a:lnTo>
                    <a:pt x="25907" y="448056"/>
                  </a:lnTo>
                  <a:lnTo>
                    <a:pt x="21335" y="432815"/>
                  </a:lnTo>
                  <a:lnTo>
                    <a:pt x="16763" y="416051"/>
                  </a:lnTo>
                  <a:lnTo>
                    <a:pt x="13715" y="399288"/>
                  </a:lnTo>
                  <a:lnTo>
                    <a:pt x="10668" y="365760"/>
                  </a:lnTo>
                  <a:lnTo>
                    <a:pt x="10668" y="330708"/>
                  </a:lnTo>
                  <a:lnTo>
                    <a:pt x="16763" y="280415"/>
                  </a:lnTo>
                  <a:lnTo>
                    <a:pt x="30479" y="231648"/>
                  </a:lnTo>
                  <a:lnTo>
                    <a:pt x="44196" y="201167"/>
                  </a:lnTo>
                  <a:lnTo>
                    <a:pt x="50292" y="187451"/>
                  </a:lnTo>
                  <a:lnTo>
                    <a:pt x="59435" y="172212"/>
                  </a:lnTo>
                  <a:lnTo>
                    <a:pt x="68579" y="158496"/>
                  </a:lnTo>
                  <a:lnTo>
                    <a:pt x="77724" y="146303"/>
                  </a:lnTo>
                  <a:lnTo>
                    <a:pt x="86868" y="132587"/>
                  </a:lnTo>
                  <a:lnTo>
                    <a:pt x="97535" y="120396"/>
                  </a:lnTo>
                  <a:lnTo>
                    <a:pt x="109727" y="109727"/>
                  </a:lnTo>
                  <a:lnTo>
                    <a:pt x="120396" y="97536"/>
                  </a:lnTo>
                  <a:lnTo>
                    <a:pt x="132587" y="86867"/>
                  </a:lnTo>
                  <a:lnTo>
                    <a:pt x="146303" y="77724"/>
                  </a:lnTo>
                  <a:lnTo>
                    <a:pt x="158496" y="67056"/>
                  </a:lnTo>
                  <a:lnTo>
                    <a:pt x="172211" y="59436"/>
                  </a:lnTo>
                  <a:lnTo>
                    <a:pt x="187451" y="50291"/>
                  </a:lnTo>
                  <a:lnTo>
                    <a:pt x="201168" y="42672"/>
                  </a:lnTo>
                  <a:lnTo>
                    <a:pt x="231648" y="30479"/>
                  </a:lnTo>
                  <a:lnTo>
                    <a:pt x="248411" y="25908"/>
                  </a:lnTo>
                  <a:lnTo>
                    <a:pt x="263651" y="21336"/>
                  </a:lnTo>
                  <a:lnTo>
                    <a:pt x="280415" y="16763"/>
                  </a:lnTo>
                  <a:lnTo>
                    <a:pt x="297179" y="13715"/>
                  </a:lnTo>
                  <a:lnTo>
                    <a:pt x="330707" y="10667"/>
                  </a:lnTo>
                  <a:lnTo>
                    <a:pt x="434339" y="10667"/>
                  </a:lnTo>
                  <a:lnTo>
                    <a:pt x="400811" y="4572"/>
                  </a:lnTo>
                  <a:lnTo>
                    <a:pt x="347472" y="0"/>
                  </a:lnTo>
                  <a:close/>
                </a:path>
                <a:path w="696595" h="696595">
                  <a:moveTo>
                    <a:pt x="434339" y="10667"/>
                  </a:moveTo>
                  <a:lnTo>
                    <a:pt x="365759" y="10667"/>
                  </a:lnTo>
                  <a:lnTo>
                    <a:pt x="399287" y="13715"/>
                  </a:lnTo>
                  <a:lnTo>
                    <a:pt x="416051" y="16763"/>
                  </a:lnTo>
                  <a:lnTo>
                    <a:pt x="449579" y="25908"/>
                  </a:lnTo>
                  <a:lnTo>
                    <a:pt x="464820" y="30479"/>
                  </a:lnTo>
                  <a:lnTo>
                    <a:pt x="480059" y="36575"/>
                  </a:lnTo>
                  <a:lnTo>
                    <a:pt x="495300" y="44196"/>
                  </a:lnTo>
                  <a:lnTo>
                    <a:pt x="509015" y="50291"/>
                  </a:lnTo>
                  <a:lnTo>
                    <a:pt x="524255" y="59436"/>
                  </a:lnTo>
                  <a:lnTo>
                    <a:pt x="537972" y="68579"/>
                  </a:lnTo>
                  <a:lnTo>
                    <a:pt x="550163" y="77724"/>
                  </a:lnTo>
                  <a:lnTo>
                    <a:pt x="563879" y="86867"/>
                  </a:lnTo>
                  <a:lnTo>
                    <a:pt x="576072" y="97536"/>
                  </a:lnTo>
                  <a:lnTo>
                    <a:pt x="586739" y="109727"/>
                  </a:lnTo>
                  <a:lnTo>
                    <a:pt x="598931" y="120396"/>
                  </a:lnTo>
                  <a:lnTo>
                    <a:pt x="609600" y="132587"/>
                  </a:lnTo>
                  <a:lnTo>
                    <a:pt x="618744" y="146303"/>
                  </a:lnTo>
                  <a:lnTo>
                    <a:pt x="627887" y="158496"/>
                  </a:lnTo>
                  <a:lnTo>
                    <a:pt x="637031" y="172212"/>
                  </a:lnTo>
                  <a:lnTo>
                    <a:pt x="646176" y="187451"/>
                  </a:lnTo>
                  <a:lnTo>
                    <a:pt x="652272" y="201167"/>
                  </a:lnTo>
                  <a:lnTo>
                    <a:pt x="659892" y="216408"/>
                  </a:lnTo>
                  <a:lnTo>
                    <a:pt x="665987" y="231648"/>
                  </a:lnTo>
                  <a:lnTo>
                    <a:pt x="670559" y="248412"/>
                  </a:lnTo>
                  <a:lnTo>
                    <a:pt x="675131" y="263651"/>
                  </a:lnTo>
                  <a:lnTo>
                    <a:pt x="679703" y="280415"/>
                  </a:lnTo>
                  <a:lnTo>
                    <a:pt x="682751" y="297179"/>
                  </a:lnTo>
                  <a:lnTo>
                    <a:pt x="685800" y="330708"/>
                  </a:lnTo>
                  <a:lnTo>
                    <a:pt x="685800" y="365760"/>
                  </a:lnTo>
                  <a:lnTo>
                    <a:pt x="679703" y="416051"/>
                  </a:lnTo>
                  <a:lnTo>
                    <a:pt x="665987" y="464820"/>
                  </a:lnTo>
                  <a:lnTo>
                    <a:pt x="652272" y="495300"/>
                  </a:lnTo>
                  <a:lnTo>
                    <a:pt x="646176" y="509015"/>
                  </a:lnTo>
                  <a:lnTo>
                    <a:pt x="637031" y="524256"/>
                  </a:lnTo>
                  <a:lnTo>
                    <a:pt x="627887" y="537972"/>
                  </a:lnTo>
                  <a:lnTo>
                    <a:pt x="618744" y="550163"/>
                  </a:lnTo>
                  <a:lnTo>
                    <a:pt x="609600" y="563879"/>
                  </a:lnTo>
                  <a:lnTo>
                    <a:pt x="598931" y="576072"/>
                  </a:lnTo>
                  <a:lnTo>
                    <a:pt x="586739" y="586739"/>
                  </a:lnTo>
                  <a:lnTo>
                    <a:pt x="576072" y="598932"/>
                  </a:lnTo>
                  <a:lnTo>
                    <a:pt x="563879" y="609600"/>
                  </a:lnTo>
                  <a:lnTo>
                    <a:pt x="509015" y="646176"/>
                  </a:lnTo>
                  <a:lnTo>
                    <a:pt x="495300" y="652272"/>
                  </a:lnTo>
                  <a:lnTo>
                    <a:pt x="480059" y="659891"/>
                  </a:lnTo>
                  <a:lnTo>
                    <a:pt x="464820" y="665988"/>
                  </a:lnTo>
                  <a:lnTo>
                    <a:pt x="448055" y="670560"/>
                  </a:lnTo>
                  <a:lnTo>
                    <a:pt x="432815" y="675132"/>
                  </a:lnTo>
                  <a:lnTo>
                    <a:pt x="416051" y="679703"/>
                  </a:lnTo>
                  <a:lnTo>
                    <a:pt x="399287" y="682751"/>
                  </a:lnTo>
                  <a:lnTo>
                    <a:pt x="365759" y="685800"/>
                  </a:lnTo>
                  <a:lnTo>
                    <a:pt x="430275" y="685800"/>
                  </a:lnTo>
                  <a:lnTo>
                    <a:pt x="435863" y="684276"/>
                  </a:lnTo>
                  <a:lnTo>
                    <a:pt x="451103" y="679703"/>
                  </a:lnTo>
                  <a:lnTo>
                    <a:pt x="467868" y="675132"/>
                  </a:lnTo>
                  <a:lnTo>
                    <a:pt x="528827" y="646176"/>
                  </a:lnTo>
                  <a:lnTo>
                    <a:pt x="569976" y="615696"/>
                  </a:lnTo>
                  <a:lnTo>
                    <a:pt x="605027" y="582167"/>
                  </a:lnTo>
                  <a:lnTo>
                    <a:pt x="617220" y="569976"/>
                  </a:lnTo>
                  <a:lnTo>
                    <a:pt x="626363" y="556260"/>
                  </a:lnTo>
                  <a:lnTo>
                    <a:pt x="637031" y="542544"/>
                  </a:lnTo>
                  <a:lnTo>
                    <a:pt x="646176" y="528827"/>
                  </a:lnTo>
                  <a:lnTo>
                    <a:pt x="669035" y="483108"/>
                  </a:lnTo>
                  <a:lnTo>
                    <a:pt x="688848" y="417575"/>
                  </a:lnTo>
                  <a:lnTo>
                    <a:pt x="696468" y="347472"/>
                  </a:lnTo>
                  <a:lnTo>
                    <a:pt x="694944" y="330708"/>
                  </a:lnTo>
                  <a:lnTo>
                    <a:pt x="693420" y="312420"/>
                  </a:lnTo>
                  <a:lnTo>
                    <a:pt x="691896" y="295656"/>
                  </a:lnTo>
                  <a:lnTo>
                    <a:pt x="688848" y="277367"/>
                  </a:lnTo>
                  <a:lnTo>
                    <a:pt x="684276" y="260603"/>
                  </a:lnTo>
                  <a:lnTo>
                    <a:pt x="679703" y="245363"/>
                  </a:lnTo>
                  <a:lnTo>
                    <a:pt x="675131" y="228600"/>
                  </a:lnTo>
                  <a:lnTo>
                    <a:pt x="669035" y="213360"/>
                  </a:lnTo>
                  <a:lnTo>
                    <a:pt x="661415" y="196596"/>
                  </a:lnTo>
                  <a:lnTo>
                    <a:pt x="653796" y="182879"/>
                  </a:lnTo>
                  <a:lnTo>
                    <a:pt x="646176" y="167639"/>
                  </a:lnTo>
                  <a:lnTo>
                    <a:pt x="637031" y="153924"/>
                  </a:lnTo>
                  <a:lnTo>
                    <a:pt x="615696" y="126491"/>
                  </a:lnTo>
                  <a:lnTo>
                    <a:pt x="594359" y="102108"/>
                  </a:lnTo>
                  <a:lnTo>
                    <a:pt x="582168" y="91439"/>
                  </a:lnTo>
                  <a:lnTo>
                    <a:pt x="569976" y="79248"/>
                  </a:lnTo>
                  <a:lnTo>
                    <a:pt x="556259" y="70103"/>
                  </a:lnTo>
                  <a:lnTo>
                    <a:pt x="542544" y="59436"/>
                  </a:lnTo>
                  <a:lnTo>
                    <a:pt x="528827" y="50291"/>
                  </a:lnTo>
                  <a:lnTo>
                    <a:pt x="483107" y="27432"/>
                  </a:lnTo>
                  <a:lnTo>
                    <a:pt x="467868" y="21336"/>
                  </a:lnTo>
                  <a:lnTo>
                    <a:pt x="451103" y="16763"/>
                  </a:lnTo>
                  <a:lnTo>
                    <a:pt x="434339" y="10667"/>
                  </a:lnTo>
                  <a:close/>
                </a:path>
              </a:pathLst>
            </a:custGeom>
            <a:solidFill>
              <a:srgbClr val="9D3A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753527" y="3126632"/>
            <a:ext cx="13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v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697480" y="2205222"/>
            <a:ext cx="5151120" cy="1993900"/>
          </a:xfrm>
          <a:custGeom>
            <a:avLst/>
            <a:gdLst/>
            <a:ahLst/>
            <a:cxnLst/>
            <a:rect l="l" t="t" r="r" b="b"/>
            <a:pathLst>
              <a:path w="5151120" h="1993900">
                <a:moveTo>
                  <a:pt x="2602573" y="543902"/>
                </a:moveTo>
                <a:lnTo>
                  <a:pt x="2599944" y="534924"/>
                </a:lnTo>
                <a:lnTo>
                  <a:pt x="2599944" y="533400"/>
                </a:lnTo>
                <a:lnTo>
                  <a:pt x="2598420" y="533400"/>
                </a:lnTo>
                <a:lnTo>
                  <a:pt x="2598420" y="531876"/>
                </a:lnTo>
                <a:lnTo>
                  <a:pt x="2590800" y="516636"/>
                </a:lnTo>
                <a:lnTo>
                  <a:pt x="2551176" y="455676"/>
                </a:lnTo>
                <a:lnTo>
                  <a:pt x="2499360" y="396240"/>
                </a:lnTo>
                <a:lnTo>
                  <a:pt x="2468880" y="368808"/>
                </a:lnTo>
                <a:lnTo>
                  <a:pt x="2418588" y="327660"/>
                </a:lnTo>
                <a:lnTo>
                  <a:pt x="2382012" y="300228"/>
                </a:lnTo>
                <a:lnTo>
                  <a:pt x="2363724" y="288036"/>
                </a:lnTo>
                <a:lnTo>
                  <a:pt x="2343912" y="274320"/>
                </a:lnTo>
                <a:lnTo>
                  <a:pt x="2302764" y="249936"/>
                </a:lnTo>
                <a:lnTo>
                  <a:pt x="2258568" y="225552"/>
                </a:lnTo>
                <a:lnTo>
                  <a:pt x="2214372" y="202692"/>
                </a:lnTo>
                <a:lnTo>
                  <a:pt x="2167128" y="179832"/>
                </a:lnTo>
                <a:lnTo>
                  <a:pt x="2118360" y="158496"/>
                </a:lnTo>
                <a:lnTo>
                  <a:pt x="2068068" y="138684"/>
                </a:lnTo>
                <a:lnTo>
                  <a:pt x="2016252" y="118872"/>
                </a:lnTo>
                <a:lnTo>
                  <a:pt x="1908048" y="85344"/>
                </a:lnTo>
                <a:lnTo>
                  <a:pt x="1851660" y="70104"/>
                </a:lnTo>
                <a:lnTo>
                  <a:pt x="1737360" y="42672"/>
                </a:lnTo>
                <a:lnTo>
                  <a:pt x="1711883" y="38100"/>
                </a:lnTo>
                <a:lnTo>
                  <a:pt x="1677924" y="32004"/>
                </a:lnTo>
                <a:lnTo>
                  <a:pt x="1618488" y="22860"/>
                </a:lnTo>
                <a:lnTo>
                  <a:pt x="1559052" y="15240"/>
                </a:lnTo>
                <a:lnTo>
                  <a:pt x="1498092" y="9144"/>
                </a:lnTo>
                <a:lnTo>
                  <a:pt x="1437132" y="4572"/>
                </a:lnTo>
                <a:lnTo>
                  <a:pt x="1376172" y="1524"/>
                </a:lnTo>
                <a:lnTo>
                  <a:pt x="1315212" y="0"/>
                </a:lnTo>
                <a:lnTo>
                  <a:pt x="1254252" y="1524"/>
                </a:lnTo>
                <a:lnTo>
                  <a:pt x="1191768" y="4572"/>
                </a:lnTo>
                <a:lnTo>
                  <a:pt x="1132332" y="9144"/>
                </a:lnTo>
                <a:lnTo>
                  <a:pt x="1071372" y="15240"/>
                </a:lnTo>
                <a:lnTo>
                  <a:pt x="1010412" y="22860"/>
                </a:lnTo>
                <a:lnTo>
                  <a:pt x="950976" y="32004"/>
                </a:lnTo>
                <a:lnTo>
                  <a:pt x="835152" y="56388"/>
                </a:lnTo>
                <a:lnTo>
                  <a:pt x="778764" y="70104"/>
                </a:lnTo>
                <a:lnTo>
                  <a:pt x="722376" y="85344"/>
                </a:lnTo>
                <a:lnTo>
                  <a:pt x="667512" y="102108"/>
                </a:lnTo>
                <a:lnTo>
                  <a:pt x="614172" y="120396"/>
                </a:lnTo>
                <a:lnTo>
                  <a:pt x="562356" y="138684"/>
                </a:lnTo>
                <a:lnTo>
                  <a:pt x="512064" y="160020"/>
                </a:lnTo>
                <a:lnTo>
                  <a:pt x="463296" y="181356"/>
                </a:lnTo>
                <a:lnTo>
                  <a:pt x="416052" y="202692"/>
                </a:lnTo>
                <a:lnTo>
                  <a:pt x="370332" y="227076"/>
                </a:lnTo>
                <a:lnTo>
                  <a:pt x="327660" y="251460"/>
                </a:lnTo>
                <a:lnTo>
                  <a:pt x="286512" y="275844"/>
                </a:lnTo>
                <a:lnTo>
                  <a:pt x="248412" y="301752"/>
                </a:lnTo>
                <a:lnTo>
                  <a:pt x="228600" y="315468"/>
                </a:lnTo>
                <a:lnTo>
                  <a:pt x="211836" y="329184"/>
                </a:lnTo>
                <a:lnTo>
                  <a:pt x="193548" y="341376"/>
                </a:lnTo>
                <a:lnTo>
                  <a:pt x="131064" y="397764"/>
                </a:lnTo>
                <a:lnTo>
                  <a:pt x="103632" y="428244"/>
                </a:lnTo>
                <a:lnTo>
                  <a:pt x="57912" y="487680"/>
                </a:lnTo>
                <a:lnTo>
                  <a:pt x="32004" y="533400"/>
                </a:lnTo>
                <a:lnTo>
                  <a:pt x="12192" y="580644"/>
                </a:lnTo>
                <a:lnTo>
                  <a:pt x="9144" y="597408"/>
                </a:lnTo>
                <a:lnTo>
                  <a:pt x="4572" y="612648"/>
                </a:lnTo>
                <a:lnTo>
                  <a:pt x="1524" y="646176"/>
                </a:lnTo>
                <a:lnTo>
                  <a:pt x="0" y="661416"/>
                </a:lnTo>
                <a:lnTo>
                  <a:pt x="38100" y="661416"/>
                </a:lnTo>
                <a:lnTo>
                  <a:pt x="39624" y="647700"/>
                </a:lnTo>
                <a:lnTo>
                  <a:pt x="41148" y="632460"/>
                </a:lnTo>
                <a:lnTo>
                  <a:pt x="42672" y="618744"/>
                </a:lnTo>
                <a:lnTo>
                  <a:pt x="59436" y="563880"/>
                </a:lnTo>
                <a:lnTo>
                  <a:pt x="80772" y="521208"/>
                </a:lnTo>
                <a:lnTo>
                  <a:pt x="120396" y="466344"/>
                </a:lnTo>
                <a:lnTo>
                  <a:pt x="172212" y="411480"/>
                </a:lnTo>
                <a:lnTo>
                  <a:pt x="202692" y="384048"/>
                </a:lnTo>
                <a:lnTo>
                  <a:pt x="217932" y="371856"/>
                </a:lnTo>
                <a:lnTo>
                  <a:pt x="234696" y="358140"/>
                </a:lnTo>
                <a:lnTo>
                  <a:pt x="251460" y="345948"/>
                </a:lnTo>
                <a:lnTo>
                  <a:pt x="269748" y="332232"/>
                </a:lnTo>
                <a:lnTo>
                  <a:pt x="288036" y="320040"/>
                </a:lnTo>
                <a:lnTo>
                  <a:pt x="347472" y="283464"/>
                </a:lnTo>
                <a:lnTo>
                  <a:pt x="388620" y="259080"/>
                </a:lnTo>
                <a:lnTo>
                  <a:pt x="432816" y="236220"/>
                </a:lnTo>
                <a:lnTo>
                  <a:pt x="478536" y="214884"/>
                </a:lnTo>
                <a:lnTo>
                  <a:pt x="576072" y="175260"/>
                </a:lnTo>
                <a:lnTo>
                  <a:pt x="627875" y="155448"/>
                </a:lnTo>
                <a:lnTo>
                  <a:pt x="733044" y="121920"/>
                </a:lnTo>
                <a:lnTo>
                  <a:pt x="787908" y="106680"/>
                </a:lnTo>
                <a:lnTo>
                  <a:pt x="844296" y="92964"/>
                </a:lnTo>
                <a:lnTo>
                  <a:pt x="900684" y="80772"/>
                </a:lnTo>
                <a:lnTo>
                  <a:pt x="958596" y="70104"/>
                </a:lnTo>
                <a:lnTo>
                  <a:pt x="1016508" y="60960"/>
                </a:lnTo>
                <a:lnTo>
                  <a:pt x="1075944" y="53340"/>
                </a:lnTo>
                <a:lnTo>
                  <a:pt x="1135380" y="47244"/>
                </a:lnTo>
                <a:lnTo>
                  <a:pt x="1194816" y="42672"/>
                </a:lnTo>
                <a:lnTo>
                  <a:pt x="1255776" y="39624"/>
                </a:lnTo>
                <a:lnTo>
                  <a:pt x="1315212" y="38100"/>
                </a:lnTo>
                <a:lnTo>
                  <a:pt x="1376172" y="39624"/>
                </a:lnTo>
                <a:lnTo>
                  <a:pt x="1435608" y="42672"/>
                </a:lnTo>
                <a:lnTo>
                  <a:pt x="1495044" y="47244"/>
                </a:lnTo>
                <a:lnTo>
                  <a:pt x="1554480" y="53340"/>
                </a:lnTo>
                <a:lnTo>
                  <a:pt x="1613916" y="60960"/>
                </a:lnTo>
                <a:lnTo>
                  <a:pt x="1671828" y="70104"/>
                </a:lnTo>
                <a:lnTo>
                  <a:pt x="1729740" y="80772"/>
                </a:lnTo>
                <a:lnTo>
                  <a:pt x="1786128" y="92964"/>
                </a:lnTo>
                <a:lnTo>
                  <a:pt x="1842516" y="106680"/>
                </a:lnTo>
                <a:lnTo>
                  <a:pt x="1897380" y="121920"/>
                </a:lnTo>
                <a:lnTo>
                  <a:pt x="2004060" y="155448"/>
                </a:lnTo>
                <a:lnTo>
                  <a:pt x="2054352" y="173736"/>
                </a:lnTo>
                <a:lnTo>
                  <a:pt x="2104644" y="193548"/>
                </a:lnTo>
                <a:lnTo>
                  <a:pt x="2151888" y="214884"/>
                </a:lnTo>
                <a:lnTo>
                  <a:pt x="2197608" y="236220"/>
                </a:lnTo>
                <a:lnTo>
                  <a:pt x="2241804" y="259080"/>
                </a:lnTo>
                <a:lnTo>
                  <a:pt x="2324100" y="307848"/>
                </a:lnTo>
                <a:lnTo>
                  <a:pt x="2378964" y="344424"/>
                </a:lnTo>
                <a:lnTo>
                  <a:pt x="2395728" y="358140"/>
                </a:lnTo>
                <a:lnTo>
                  <a:pt x="2412492" y="370332"/>
                </a:lnTo>
                <a:lnTo>
                  <a:pt x="2427732" y="384048"/>
                </a:lnTo>
                <a:lnTo>
                  <a:pt x="2444496" y="397764"/>
                </a:lnTo>
                <a:lnTo>
                  <a:pt x="2458212" y="411480"/>
                </a:lnTo>
                <a:lnTo>
                  <a:pt x="2510028" y="464820"/>
                </a:lnTo>
                <a:lnTo>
                  <a:pt x="2549652" y="521208"/>
                </a:lnTo>
                <a:lnTo>
                  <a:pt x="2565298" y="552577"/>
                </a:lnTo>
                <a:lnTo>
                  <a:pt x="2582189" y="548640"/>
                </a:lnTo>
                <a:lnTo>
                  <a:pt x="2595270" y="545592"/>
                </a:lnTo>
                <a:lnTo>
                  <a:pt x="2602573" y="543902"/>
                </a:lnTo>
                <a:close/>
              </a:path>
              <a:path w="5151120" h="1993900">
                <a:moveTo>
                  <a:pt x="2639568" y="1472184"/>
                </a:moveTo>
                <a:lnTo>
                  <a:pt x="2630728" y="1434084"/>
                </a:lnTo>
                <a:lnTo>
                  <a:pt x="2610612" y="1347216"/>
                </a:lnTo>
                <a:lnTo>
                  <a:pt x="2528316" y="1444752"/>
                </a:lnTo>
                <a:lnTo>
                  <a:pt x="2564828" y="1453769"/>
                </a:lnTo>
                <a:lnTo>
                  <a:pt x="2563584" y="1457782"/>
                </a:lnTo>
                <a:lnTo>
                  <a:pt x="2549652" y="1482852"/>
                </a:lnTo>
                <a:lnTo>
                  <a:pt x="2531364" y="1510284"/>
                </a:lnTo>
                <a:lnTo>
                  <a:pt x="2510028" y="1537716"/>
                </a:lnTo>
                <a:lnTo>
                  <a:pt x="2485644" y="1565148"/>
                </a:lnTo>
                <a:lnTo>
                  <a:pt x="2471928" y="1577340"/>
                </a:lnTo>
                <a:lnTo>
                  <a:pt x="2444496" y="1604772"/>
                </a:lnTo>
                <a:lnTo>
                  <a:pt x="2429256" y="1616964"/>
                </a:lnTo>
                <a:lnTo>
                  <a:pt x="2412492" y="1630680"/>
                </a:lnTo>
                <a:lnTo>
                  <a:pt x="2378964" y="1655064"/>
                </a:lnTo>
                <a:lnTo>
                  <a:pt x="2324100" y="1693164"/>
                </a:lnTo>
                <a:lnTo>
                  <a:pt x="2284476" y="1716024"/>
                </a:lnTo>
                <a:lnTo>
                  <a:pt x="2241804" y="1738884"/>
                </a:lnTo>
                <a:lnTo>
                  <a:pt x="2197608" y="1761744"/>
                </a:lnTo>
                <a:lnTo>
                  <a:pt x="2151888" y="1783080"/>
                </a:lnTo>
                <a:lnTo>
                  <a:pt x="2104644" y="1802892"/>
                </a:lnTo>
                <a:lnTo>
                  <a:pt x="2054352" y="1822704"/>
                </a:lnTo>
                <a:lnTo>
                  <a:pt x="2004060" y="1840992"/>
                </a:lnTo>
                <a:lnTo>
                  <a:pt x="1897380" y="1874520"/>
                </a:lnTo>
                <a:lnTo>
                  <a:pt x="1842516" y="1889760"/>
                </a:lnTo>
                <a:lnTo>
                  <a:pt x="1787652" y="1901952"/>
                </a:lnTo>
                <a:lnTo>
                  <a:pt x="1729740" y="1914144"/>
                </a:lnTo>
                <a:lnTo>
                  <a:pt x="1671828" y="1924812"/>
                </a:lnTo>
                <a:lnTo>
                  <a:pt x="1613916" y="1933956"/>
                </a:lnTo>
                <a:lnTo>
                  <a:pt x="1554480" y="1941576"/>
                </a:lnTo>
                <a:lnTo>
                  <a:pt x="1495044" y="1947672"/>
                </a:lnTo>
                <a:lnTo>
                  <a:pt x="1435608" y="1952244"/>
                </a:lnTo>
                <a:lnTo>
                  <a:pt x="1376172" y="1955292"/>
                </a:lnTo>
                <a:lnTo>
                  <a:pt x="1255776" y="1955292"/>
                </a:lnTo>
                <a:lnTo>
                  <a:pt x="1194816" y="1952244"/>
                </a:lnTo>
                <a:lnTo>
                  <a:pt x="1135380" y="1947672"/>
                </a:lnTo>
                <a:lnTo>
                  <a:pt x="1075944" y="1941576"/>
                </a:lnTo>
                <a:lnTo>
                  <a:pt x="1016508" y="1933956"/>
                </a:lnTo>
                <a:lnTo>
                  <a:pt x="958596" y="1924812"/>
                </a:lnTo>
                <a:lnTo>
                  <a:pt x="900684" y="1914144"/>
                </a:lnTo>
                <a:lnTo>
                  <a:pt x="844296" y="1901952"/>
                </a:lnTo>
                <a:lnTo>
                  <a:pt x="733044" y="1874520"/>
                </a:lnTo>
                <a:lnTo>
                  <a:pt x="627875" y="1840992"/>
                </a:lnTo>
                <a:lnTo>
                  <a:pt x="576072" y="1822704"/>
                </a:lnTo>
                <a:lnTo>
                  <a:pt x="478536" y="1783080"/>
                </a:lnTo>
                <a:lnTo>
                  <a:pt x="432816" y="1761744"/>
                </a:lnTo>
                <a:lnTo>
                  <a:pt x="388620" y="1738884"/>
                </a:lnTo>
                <a:lnTo>
                  <a:pt x="347472" y="1716024"/>
                </a:lnTo>
                <a:lnTo>
                  <a:pt x="288036" y="1679448"/>
                </a:lnTo>
                <a:lnTo>
                  <a:pt x="251460" y="1655064"/>
                </a:lnTo>
                <a:lnTo>
                  <a:pt x="217932" y="1629156"/>
                </a:lnTo>
                <a:lnTo>
                  <a:pt x="202692" y="1616964"/>
                </a:lnTo>
                <a:lnTo>
                  <a:pt x="187452" y="1603248"/>
                </a:lnTo>
                <a:lnTo>
                  <a:pt x="172212" y="1591056"/>
                </a:lnTo>
                <a:lnTo>
                  <a:pt x="144780" y="1563624"/>
                </a:lnTo>
                <a:lnTo>
                  <a:pt x="109728" y="1524000"/>
                </a:lnTo>
                <a:lnTo>
                  <a:pt x="80772" y="1482852"/>
                </a:lnTo>
                <a:lnTo>
                  <a:pt x="59436" y="1441704"/>
                </a:lnTo>
                <a:lnTo>
                  <a:pt x="45720" y="1400556"/>
                </a:lnTo>
                <a:lnTo>
                  <a:pt x="38100" y="1345692"/>
                </a:lnTo>
                <a:lnTo>
                  <a:pt x="0" y="1345692"/>
                </a:lnTo>
                <a:lnTo>
                  <a:pt x="1524" y="1360932"/>
                </a:lnTo>
                <a:lnTo>
                  <a:pt x="3048" y="1377696"/>
                </a:lnTo>
                <a:lnTo>
                  <a:pt x="4572" y="1392936"/>
                </a:lnTo>
                <a:lnTo>
                  <a:pt x="9144" y="1408176"/>
                </a:lnTo>
                <a:lnTo>
                  <a:pt x="13716" y="1424940"/>
                </a:lnTo>
                <a:lnTo>
                  <a:pt x="18288" y="1440180"/>
                </a:lnTo>
                <a:lnTo>
                  <a:pt x="39624" y="1485900"/>
                </a:lnTo>
                <a:lnTo>
                  <a:pt x="79248" y="1546860"/>
                </a:lnTo>
                <a:lnTo>
                  <a:pt x="91440" y="1560576"/>
                </a:lnTo>
                <a:lnTo>
                  <a:pt x="103632" y="1575816"/>
                </a:lnTo>
                <a:lnTo>
                  <a:pt x="146304" y="1618488"/>
                </a:lnTo>
                <a:lnTo>
                  <a:pt x="176784" y="1645920"/>
                </a:lnTo>
                <a:lnTo>
                  <a:pt x="193548" y="1659636"/>
                </a:lnTo>
                <a:lnTo>
                  <a:pt x="211836" y="1671828"/>
                </a:lnTo>
                <a:lnTo>
                  <a:pt x="248412" y="1699260"/>
                </a:lnTo>
                <a:lnTo>
                  <a:pt x="286512" y="1723644"/>
                </a:lnTo>
                <a:lnTo>
                  <a:pt x="327660" y="1748028"/>
                </a:lnTo>
                <a:lnTo>
                  <a:pt x="370332" y="1772412"/>
                </a:lnTo>
                <a:lnTo>
                  <a:pt x="416052" y="1795272"/>
                </a:lnTo>
                <a:lnTo>
                  <a:pt x="463296" y="1816608"/>
                </a:lnTo>
                <a:lnTo>
                  <a:pt x="512064" y="1837944"/>
                </a:lnTo>
                <a:lnTo>
                  <a:pt x="562356" y="1857756"/>
                </a:lnTo>
                <a:lnTo>
                  <a:pt x="614172" y="1876044"/>
                </a:lnTo>
                <a:lnTo>
                  <a:pt x="667512" y="1894332"/>
                </a:lnTo>
                <a:lnTo>
                  <a:pt x="722376" y="1911096"/>
                </a:lnTo>
                <a:lnTo>
                  <a:pt x="778764" y="1926336"/>
                </a:lnTo>
                <a:lnTo>
                  <a:pt x="835152" y="1940052"/>
                </a:lnTo>
                <a:lnTo>
                  <a:pt x="893064" y="1952244"/>
                </a:lnTo>
                <a:lnTo>
                  <a:pt x="950976" y="1962912"/>
                </a:lnTo>
                <a:lnTo>
                  <a:pt x="1010412" y="1972056"/>
                </a:lnTo>
                <a:lnTo>
                  <a:pt x="1071372" y="1979676"/>
                </a:lnTo>
                <a:lnTo>
                  <a:pt x="1132332" y="1985772"/>
                </a:lnTo>
                <a:lnTo>
                  <a:pt x="1193292" y="1990344"/>
                </a:lnTo>
                <a:lnTo>
                  <a:pt x="1254252" y="1993392"/>
                </a:lnTo>
                <a:lnTo>
                  <a:pt x="1376172" y="1993392"/>
                </a:lnTo>
                <a:lnTo>
                  <a:pt x="1437132" y="1990344"/>
                </a:lnTo>
                <a:lnTo>
                  <a:pt x="1498092" y="1985772"/>
                </a:lnTo>
                <a:lnTo>
                  <a:pt x="1559052" y="1979676"/>
                </a:lnTo>
                <a:lnTo>
                  <a:pt x="1618488" y="1972056"/>
                </a:lnTo>
                <a:lnTo>
                  <a:pt x="1677924" y="1962912"/>
                </a:lnTo>
                <a:lnTo>
                  <a:pt x="1720367" y="1955292"/>
                </a:lnTo>
                <a:lnTo>
                  <a:pt x="1737360" y="1952244"/>
                </a:lnTo>
                <a:lnTo>
                  <a:pt x="1795272" y="1940052"/>
                </a:lnTo>
                <a:lnTo>
                  <a:pt x="1851660" y="1926336"/>
                </a:lnTo>
                <a:lnTo>
                  <a:pt x="1908048" y="1911096"/>
                </a:lnTo>
                <a:lnTo>
                  <a:pt x="2016252" y="1877568"/>
                </a:lnTo>
                <a:lnTo>
                  <a:pt x="2068068" y="1859280"/>
                </a:lnTo>
                <a:lnTo>
                  <a:pt x="2118360" y="1839468"/>
                </a:lnTo>
                <a:lnTo>
                  <a:pt x="2167128" y="1818132"/>
                </a:lnTo>
                <a:lnTo>
                  <a:pt x="2214372" y="1796796"/>
                </a:lnTo>
                <a:lnTo>
                  <a:pt x="2258568" y="1773936"/>
                </a:lnTo>
                <a:lnTo>
                  <a:pt x="2302764" y="1749552"/>
                </a:lnTo>
                <a:lnTo>
                  <a:pt x="2342388" y="1725168"/>
                </a:lnTo>
                <a:lnTo>
                  <a:pt x="2363724" y="1712976"/>
                </a:lnTo>
                <a:lnTo>
                  <a:pt x="2382012" y="1699260"/>
                </a:lnTo>
                <a:lnTo>
                  <a:pt x="2400300" y="1687068"/>
                </a:lnTo>
                <a:lnTo>
                  <a:pt x="2418588" y="1673352"/>
                </a:lnTo>
                <a:lnTo>
                  <a:pt x="2435352" y="1659636"/>
                </a:lnTo>
                <a:lnTo>
                  <a:pt x="2452116" y="1647444"/>
                </a:lnTo>
                <a:lnTo>
                  <a:pt x="2468880" y="1633728"/>
                </a:lnTo>
                <a:lnTo>
                  <a:pt x="2484120" y="1620012"/>
                </a:lnTo>
                <a:lnTo>
                  <a:pt x="2526792" y="1577340"/>
                </a:lnTo>
                <a:lnTo>
                  <a:pt x="2538984" y="1562100"/>
                </a:lnTo>
                <a:lnTo>
                  <a:pt x="2551176" y="1548384"/>
                </a:lnTo>
                <a:lnTo>
                  <a:pt x="2572512" y="1517904"/>
                </a:lnTo>
                <a:lnTo>
                  <a:pt x="2581656" y="1502664"/>
                </a:lnTo>
                <a:lnTo>
                  <a:pt x="2590800" y="1488948"/>
                </a:lnTo>
                <a:lnTo>
                  <a:pt x="2598420" y="1473708"/>
                </a:lnTo>
                <a:lnTo>
                  <a:pt x="2598420" y="1472184"/>
                </a:lnTo>
                <a:lnTo>
                  <a:pt x="2599944" y="1470660"/>
                </a:lnTo>
                <a:lnTo>
                  <a:pt x="2599944" y="1469136"/>
                </a:lnTo>
                <a:lnTo>
                  <a:pt x="2601887" y="1462900"/>
                </a:lnTo>
                <a:lnTo>
                  <a:pt x="2639568" y="1472184"/>
                </a:lnTo>
                <a:close/>
              </a:path>
              <a:path w="5151120" h="1993900">
                <a:moveTo>
                  <a:pt x="2641092" y="534924"/>
                </a:moveTo>
                <a:lnTo>
                  <a:pt x="2602573" y="543902"/>
                </a:lnTo>
                <a:lnTo>
                  <a:pt x="2565298" y="552577"/>
                </a:lnTo>
                <a:lnTo>
                  <a:pt x="2529840" y="560832"/>
                </a:lnTo>
                <a:lnTo>
                  <a:pt x="2610612" y="659892"/>
                </a:lnTo>
                <a:lnTo>
                  <a:pt x="2631795" y="573024"/>
                </a:lnTo>
                <a:lnTo>
                  <a:pt x="2641092" y="534924"/>
                </a:lnTo>
                <a:close/>
              </a:path>
              <a:path w="5151120" h="1993900">
                <a:moveTo>
                  <a:pt x="5112182" y="621258"/>
                </a:moveTo>
                <a:lnTo>
                  <a:pt x="5109972" y="614172"/>
                </a:lnTo>
                <a:lnTo>
                  <a:pt x="5109972" y="612648"/>
                </a:lnTo>
                <a:lnTo>
                  <a:pt x="5108448" y="611124"/>
                </a:lnTo>
                <a:lnTo>
                  <a:pt x="5093208" y="583692"/>
                </a:lnTo>
                <a:lnTo>
                  <a:pt x="5084064" y="571500"/>
                </a:lnTo>
                <a:lnTo>
                  <a:pt x="5073396" y="557784"/>
                </a:lnTo>
                <a:lnTo>
                  <a:pt x="5062728" y="545592"/>
                </a:lnTo>
                <a:lnTo>
                  <a:pt x="5052060" y="531876"/>
                </a:lnTo>
                <a:lnTo>
                  <a:pt x="5027676" y="507492"/>
                </a:lnTo>
                <a:lnTo>
                  <a:pt x="5015484" y="493776"/>
                </a:lnTo>
                <a:lnTo>
                  <a:pt x="4988052" y="469392"/>
                </a:lnTo>
                <a:lnTo>
                  <a:pt x="4972812" y="458724"/>
                </a:lnTo>
                <a:lnTo>
                  <a:pt x="4957572" y="446532"/>
                </a:lnTo>
                <a:lnTo>
                  <a:pt x="4925568" y="423672"/>
                </a:lnTo>
                <a:lnTo>
                  <a:pt x="4890516" y="400812"/>
                </a:lnTo>
                <a:lnTo>
                  <a:pt x="4855464" y="379476"/>
                </a:lnTo>
                <a:lnTo>
                  <a:pt x="4817364" y="358140"/>
                </a:lnTo>
                <a:lnTo>
                  <a:pt x="4777740" y="338328"/>
                </a:lnTo>
                <a:lnTo>
                  <a:pt x="4736592" y="318516"/>
                </a:lnTo>
                <a:lnTo>
                  <a:pt x="4693920" y="300228"/>
                </a:lnTo>
                <a:lnTo>
                  <a:pt x="4649724" y="281940"/>
                </a:lnTo>
                <a:lnTo>
                  <a:pt x="4604004" y="265176"/>
                </a:lnTo>
                <a:lnTo>
                  <a:pt x="4556760" y="249936"/>
                </a:lnTo>
                <a:lnTo>
                  <a:pt x="4459224" y="222504"/>
                </a:lnTo>
                <a:lnTo>
                  <a:pt x="4408932" y="210312"/>
                </a:lnTo>
                <a:lnTo>
                  <a:pt x="4365815" y="201168"/>
                </a:lnTo>
                <a:lnTo>
                  <a:pt x="4358640" y="199644"/>
                </a:lnTo>
                <a:lnTo>
                  <a:pt x="4255008" y="181356"/>
                </a:lnTo>
                <a:lnTo>
                  <a:pt x="4148328" y="169164"/>
                </a:lnTo>
                <a:lnTo>
                  <a:pt x="4041648" y="163068"/>
                </a:lnTo>
                <a:lnTo>
                  <a:pt x="3933444" y="163068"/>
                </a:lnTo>
                <a:lnTo>
                  <a:pt x="3880091" y="166116"/>
                </a:lnTo>
                <a:lnTo>
                  <a:pt x="3773424" y="175260"/>
                </a:lnTo>
                <a:lnTo>
                  <a:pt x="3721608" y="182880"/>
                </a:lnTo>
                <a:lnTo>
                  <a:pt x="3668268" y="192024"/>
                </a:lnTo>
                <a:lnTo>
                  <a:pt x="3617976" y="201168"/>
                </a:lnTo>
                <a:lnTo>
                  <a:pt x="3515868" y="225552"/>
                </a:lnTo>
                <a:lnTo>
                  <a:pt x="3467100" y="239268"/>
                </a:lnTo>
                <a:lnTo>
                  <a:pt x="3419856" y="254508"/>
                </a:lnTo>
                <a:lnTo>
                  <a:pt x="3372612" y="271272"/>
                </a:lnTo>
                <a:lnTo>
                  <a:pt x="3326892" y="288036"/>
                </a:lnTo>
                <a:lnTo>
                  <a:pt x="3282696" y="306324"/>
                </a:lnTo>
                <a:lnTo>
                  <a:pt x="3240024" y="326136"/>
                </a:lnTo>
                <a:lnTo>
                  <a:pt x="3198876" y="345948"/>
                </a:lnTo>
                <a:lnTo>
                  <a:pt x="3159252" y="367284"/>
                </a:lnTo>
                <a:lnTo>
                  <a:pt x="3121152" y="388620"/>
                </a:lnTo>
                <a:lnTo>
                  <a:pt x="3084576" y="411480"/>
                </a:lnTo>
                <a:lnTo>
                  <a:pt x="3051048" y="435864"/>
                </a:lnTo>
                <a:lnTo>
                  <a:pt x="3019044" y="458724"/>
                </a:lnTo>
                <a:lnTo>
                  <a:pt x="3003804" y="470916"/>
                </a:lnTo>
                <a:lnTo>
                  <a:pt x="2988564" y="484632"/>
                </a:lnTo>
                <a:lnTo>
                  <a:pt x="2961132" y="509016"/>
                </a:lnTo>
                <a:lnTo>
                  <a:pt x="2935224" y="534924"/>
                </a:lnTo>
                <a:lnTo>
                  <a:pt x="2924556" y="548640"/>
                </a:lnTo>
                <a:lnTo>
                  <a:pt x="2912364" y="562356"/>
                </a:lnTo>
                <a:lnTo>
                  <a:pt x="2874264" y="617220"/>
                </a:lnTo>
                <a:lnTo>
                  <a:pt x="2854452" y="659892"/>
                </a:lnTo>
                <a:lnTo>
                  <a:pt x="2848356" y="673608"/>
                </a:lnTo>
                <a:lnTo>
                  <a:pt x="2843784" y="688848"/>
                </a:lnTo>
                <a:lnTo>
                  <a:pt x="2840736" y="702564"/>
                </a:lnTo>
                <a:lnTo>
                  <a:pt x="2837688" y="717804"/>
                </a:lnTo>
                <a:lnTo>
                  <a:pt x="2834640" y="731520"/>
                </a:lnTo>
                <a:lnTo>
                  <a:pt x="2833116" y="746760"/>
                </a:lnTo>
                <a:lnTo>
                  <a:pt x="2833116" y="760476"/>
                </a:lnTo>
                <a:lnTo>
                  <a:pt x="2871216" y="762000"/>
                </a:lnTo>
                <a:lnTo>
                  <a:pt x="2871216" y="748284"/>
                </a:lnTo>
                <a:lnTo>
                  <a:pt x="2874264" y="723900"/>
                </a:lnTo>
                <a:lnTo>
                  <a:pt x="2889504" y="673608"/>
                </a:lnTo>
                <a:lnTo>
                  <a:pt x="2907792" y="635508"/>
                </a:lnTo>
                <a:lnTo>
                  <a:pt x="2924556" y="611124"/>
                </a:lnTo>
                <a:lnTo>
                  <a:pt x="2933700" y="597408"/>
                </a:lnTo>
                <a:lnTo>
                  <a:pt x="2964180" y="560832"/>
                </a:lnTo>
                <a:lnTo>
                  <a:pt x="3000756" y="524256"/>
                </a:lnTo>
                <a:lnTo>
                  <a:pt x="3041904" y="489204"/>
                </a:lnTo>
                <a:lnTo>
                  <a:pt x="3073908" y="464820"/>
                </a:lnTo>
                <a:lnTo>
                  <a:pt x="3105912" y="443484"/>
                </a:lnTo>
                <a:lnTo>
                  <a:pt x="3140964" y="420624"/>
                </a:lnTo>
                <a:lnTo>
                  <a:pt x="3177540" y="399288"/>
                </a:lnTo>
                <a:lnTo>
                  <a:pt x="3215640" y="379476"/>
                </a:lnTo>
                <a:lnTo>
                  <a:pt x="3256788" y="359664"/>
                </a:lnTo>
                <a:lnTo>
                  <a:pt x="3297936" y="341376"/>
                </a:lnTo>
                <a:lnTo>
                  <a:pt x="3340608" y="323088"/>
                </a:lnTo>
                <a:lnTo>
                  <a:pt x="3386328" y="306324"/>
                </a:lnTo>
                <a:lnTo>
                  <a:pt x="3432048" y="291084"/>
                </a:lnTo>
                <a:lnTo>
                  <a:pt x="3479292" y="275844"/>
                </a:lnTo>
                <a:lnTo>
                  <a:pt x="3526536" y="262128"/>
                </a:lnTo>
                <a:lnTo>
                  <a:pt x="3575304" y="249936"/>
                </a:lnTo>
                <a:lnTo>
                  <a:pt x="3675888" y="228600"/>
                </a:lnTo>
                <a:lnTo>
                  <a:pt x="3777996" y="213360"/>
                </a:lnTo>
                <a:lnTo>
                  <a:pt x="3883139" y="204216"/>
                </a:lnTo>
                <a:lnTo>
                  <a:pt x="3934968" y="201168"/>
                </a:lnTo>
                <a:lnTo>
                  <a:pt x="4041648" y="201168"/>
                </a:lnTo>
                <a:lnTo>
                  <a:pt x="4146804" y="207264"/>
                </a:lnTo>
                <a:lnTo>
                  <a:pt x="4250436" y="219456"/>
                </a:lnTo>
                <a:lnTo>
                  <a:pt x="4300728" y="227076"/>
                </a:lnTo>
                <a:lnTo>
                  <a:pt x="4450080" y="259080"/>
                </a:lnTo>
                <a:lnTo>
                  <a:pt x="4546092" y="286512"/>
                </a:lnTo>
                <a:lnTo>
                  <a:pt x="4591812" y="301752"/>
                </a:lnTo>
                <a:lnTo>
                  <a:pt x="4636008" y="318516"/>
                </a:lnTo>
                <a:lnTo>
                  <a:pt x="4678680" y="335280"/>
                </a:lnTo>
                <a:lnTo>
                  <a:pt x="4721352" y="353568"/>
                </a:lnTo>
                <a:lnTo>
                  <a:pt x="4760976" y="371856"/>
                </a:lnTo>
                <a:lnTo>
                  <a:pt x="4800600" y="391668"/>
                </a:lnTo>
                <a:lnTo>
                  <a:pt x="4837176" y="411480"/>
                </a:lnTo>
                <a:lnTo>
                  <a:pt x="4904232" y="454152"/>
                </a:lnTo>
                <a:lnTo>
                  <a:pt x="4934712" y="477012"/>
                </a:lnTo>
                <a:lnTo>
                  <a:pt x="4949952" y="487680"/>
                </a:lnTo>
                <a:lnTo>
                  <a:pt x="4963668" y="499872"/>
                </a:lnTo>
                <a:lnTo>
                  <a:pt x="4977384" y="510540"/>
                </a:lnTo>
                <a:lnTo>
                  <a:pt x="5001768" y="534924"/>
                </a:lnTo>
                <a:lnTo>
                  <a:pt x="5013960" y="545592"/>
                </a:lnTo>
                <a:lnTo>
                  <a:pt x="5024628" y="557784"/>
                </a:lnTo>
                <a:lnTo>
                  <a:pt x="5033772" y="569976"/>
                </a:lnTo>
                <a:lnTo>
                  <a:pt x="5044440" y="582168"/>
                </a:lnTo>
                <a:lnTo>
                  <a:pt x="5053584" y="594360"/>
                </a:lnTo>
                <a:lnTo>
                  <a:pt x="5061204" y="606552"/>
                </a:lnTo>
                <a:lnTo>
                  <a:pt x="5068824" y="617220"/>
                </a:lnTo>
                <a:lnTo>
                  <a:pt x="5075301" y="627583"/>
                </a:lnTo>
                <a:lnTo>
                  <a:pt x="5076241" y="630618"/>
                </a:lnTo>
                <a:lnTo>
                  <a:pt x="5080851" y="629412"/>
                </a:lnTo>
                <a:lnTo>
                  <a:pt x="5092560" y="626364"/>
                </a:lnTo>
                <a:lnTo>
                  <a:pt x="5112182" y="621258"/>
                </a:lnTo>
                <a:close/>
              </a:path>
              <a:path w="5151120" h="1993900">
                <a:moveTo>
                  <a:pt x="5151120" y="611124"/>
                </a:moveTo>
                <a:lnTo>
                  <a:pt x="5112182" y="621258"/>
                </a:lnTo>
                <a:lnTo>
                  <a:pt x="5076241" y="630618"/>
                </a:lnTo>
                <a:lnTo>
                  <a:pt x="5039868" y="640080"/>
                </a:lnTo>
                <a:lnTo>
                  <a:pt x="5125212" y="736092"/>
                </a:lnTo>
                <a:lnTo>
                  <a:pt x="5142903" y="650748"/>
                </a:lnTo>
                <a:lnTo>
                  <a:pt x="5151120" y="611124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832783" y="1823613"/>
            <a:ext cx="280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P</a:t>
            </a:r>
            <a:r>
              <a:rPr sz="1800" spc="-7" baseline="-20833" dirty="0">
                <a:latin typeface="Georgia"/>
                <a:cs typeface="Georgia"/>
              </a:rPr>
              <a:t>1</a:t>
            </a:r>
            <a:endParaRPr sz="1800" baseline="-20833">
              <a:latin typeface="Georgia"/>
              <a:cs typeface="Georgi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3" name="object 33"/>
          <p:cNvSpPr txBox="1"/>
          <p:nvPr/>
        </p:nvSpPr>
        <p:spPr>
          <a:xfrm>
            <a:off x="3883075" y="3728765"/>
            <a:ext cx="332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P</a:t>
            </a:r>
            <a:r>
              <a:rPr sz="1800" spc="-7" baseline="-20833" dirty="0">
                <a:latin typeface="Georgia"/>
                <a:cs typeface="Georgia"/>
              </a:rPr>
              <a:t>1</a:t>
            </a:r>
            <a:r>
              <a:rPr sz="1800" spc="-5" dirty="0">
                <a:latin typeface="Georgia"/>
                <a:cs typeface="Georgia"/>
              </a:rPr>
              <a:t>’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66839" y="1899965"/>
            <a:ext cx="30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P</a:t>
            </a:r>
            <a:r>
              <a:rPr sz="1800" spc="-7" baseline="-20833" dirty="0">
                <a:latin typeface="Georgia"/>
                <a:cs typeface="Georgia"/>
              </a:rPr>
              <a:t>2</a:t>
            </a:r>
            <a:endParaRPr sz="1800" baseline="-20833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247387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00975" cy="3116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Gọi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</a:t>
            </a:r>
            <a:r>
              <a:rPr sz="2600" spc="-15" dirty="0">
                <a:latin typeface="Microsoft Sans Serif"/>
                <a:cs typeface="Microsoft Sans Serif"/>
              </a:rPr>
              <a:t> 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từ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95" dirty="0">
                <a:latin typeface="Microsoft Sans Serif"/>
                <a:cs typeface="Microsoft Sans Serif"/>
              </a:rPr>
              <a:t>v,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giả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sử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chứa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mạch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Symbol"/>
                <a:cs typeface="Symbol"/>
              </a:rPr>
              <a:t></a:t>
            </a:r>
            <a:r>
              <a:rPr sz="2600" spc="-5" dirty="0">
                <a:latin typeface="Microsoft Sans Serif"/>
                <a:cs typeface="Microsoft Sans Serif"/>
              </a:rPr>
              <a:t>.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Có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trường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hợp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đây:</a:t>
            </a:r>
            <a:endParaRPr sz="2600">
              <a:latin typeface="Microsoft Sans Serif"/>
              <a:cs typeface="Microsoft Sans Serif"/>
            </a:endParaRPr>
          </a:p>
          <a:p>
            <a:pPr marL="561340" marR="51435" lvl="1" indent="-229235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L(</a:t>
            </a:r>
            <a:r>
              <a:rPr sz="2400" spc="-5" dirty="0">
                <a:latin typeface="Symbol"/>
                <a:cs typeface="Symbol"/>
              </a:rPr>
              <a:t></a:t>
            </a:r>
            <a:r>
              <a:rPr sz="2400" spc="-5" dirty="0">
                <a:latin typeface="Microsoft Sans Serif"/>
                <a:cs typeface="Microsoft Sans Serif"/>
              </a:rPr>
              <a:t>)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0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thì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thể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cải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tiến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bằng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cách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bỏ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mạch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Symbol"/>
                <a:cs typeface="Symbol"/>
              </a:rPr>
              <a:t></a:t>
            </a:r>
            <a:r>
              <a:rPr sz="2400" spc="-5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561340" marR="133350" lvl="1" indent="-229235">
              <a:lnSpc>
                <a:spcPct val="100000"/>
              </a:lnSpc>
              <a:spcBef>
                <a:spcPts val="409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L(</a:t>
            </a:r>
            <a:r>
              <a:rPr sz="2400" spc="-5" dirty="0">
                <a:latin typeface="Symbol"/>
                <a:cs typeface="Symbol"/>
              </a:rPr>
              <a:t></a:t>
            </a:r>
            <a:r>
              <a:rPr sz="2400" spc="-5" dirty="0">
                <a:latin typeface="Microsoft Sans Serif"/>
                <a:cs typeface="Microsoft Sans Serif"/>
              </a:rPr>
              <a:t>)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&lt;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0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thì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không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tồn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tại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vì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quay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vòng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tại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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càng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nhiều 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vòng </a:t>
            </a:r>
            <a:r>
              <a:rPr sz="2400" spc="35" dirty="0">
                <a:latin typeface="Microsoft Sans Serif"/>
                <a:cs typeface="Microsoft Sans Serif"/>
              </a:rPr>
              <a:t>thì </a:t>
            </a:r>
            <a:r>
              <a:rPr sz="2400" dirty="0">
                <a:latin typeface="Microsoft Sans Serif"/>
                <a:cs typeface="Microsoft Sans Serif"/>
              </a:rPr>
              <a:t>trọng </a:t>
            </a:r>
            <a:r>
              <a:rPr sz="2400" spc="90" dirty="0">
                <a:latin typeface="Microsoft Sans Serif"/>
                <a:cs typeface="Microsoft Sans Serif"/>
              </a:rPr>
              <a:t>lượng </a:t>
            </a:r>
            <a:r>
              <a:rPr sz="2400" spc="95" dirty="0">
                <a:latin typeface="Microsoft Sans Serif"/>
                <a:cs typeface="Microsoft Sans Serif"/>
              </a:rPr>
              <a:t>đường </a:t>
            </a:r>
            <a:r>
              <a:rPr sz="2400" spc="-10" dirty="0">
                <a:latin typeface="Microsoft Sans Serif"/>
                <a:cs typeface="Microsoft Sans Serif"/>
              </a:rPr>
              <a:t>đi </a:t>
            </a:r>
            <a:r>
              <a:rPr sz="2400" dirty="0">
                <a:latin typeface="Microsoft Sans Serif"/>
                <a:cs typeface="Microsoft Sans Serif"/>
              </a:rPr>
              <a:t>P càng </a:t>
            </a:r>
            <a:r>
              <a:rPr sz="2400" spc="-5" dirty="0">
                <a:latin typeface="Microsoft Sans Serif"/>
                <a:cs typeface="Microsoft Sans Serif"/>
              </a:rPr>
              <a:t>nhỏ </a:t>
            </a:r>
            <a:r>
              <a:rPr sz="2400" spc="-10" dirty="0">
                <a:latin typeface="Microsoft Sans Serif"/>
                <a:cs typeface="Microsoft Sans Serif"/>
              </a:rPr>
              <a:t>đi, </a:t>
            </a:r>
            <a:r>
              <a:rPr sz="2400" spc="90" dirty="0">
                <a:latin typeface="Microsoft Sans Serif"/>
                <a:cs typeface="Microsoft Sans Serif"/>
              </a:rPr>
              <a:t>tức </a:t>
            </a:r>
            <a:r>
              <a:rPr sz="2400" spc="-15" dirty="0">
                <a:latin typeface="Microsoft Sans Serif"/>
                <a:cs typeface="Microsoft Sans Serif"/>
              </a:rPr>
              <a:t>là 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L(P)</a:t>
            </a:r>
            <a:r>
              <a:rPr sz="2400" spc="-5" dirty="0">
                <a:latin typeface="Symbol"/>
                <a:cs typeface="Symbol"/>
              </a:rPr>
              <a:t>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dirty="0">
                <a:latin typeface="Symbol"/>
                <a:cs typeface="Symbol"/>
              </a:rPr>
              <a:t></a:t>
            </a:r>
            <a:r>
              <a:rPr sz="2400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49717" y="3351206"/>
            <a:ext cx="6991350" cy="12623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3200" b="1" spc="-5" dirty="0">
                <a:latin typeface="Tahoma"/>
                <a:cs typeface="Tahoma"/>
              </a:rPr>
              <a:t>BÀI</a:t>
            </a:r>
            <a:r>
              <a:rPr sz="3200" b="1" spc="-1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TOÁN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ĐƯỜNG</a:t>
            </a:r>
            <a:r>
              <a:rPr sz="3200" b="1" spc="-4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ĐI</a:t>
            </a:r>
            <a:r>
              <a:rPr sz="3200" b="1" spc="-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NGẮN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NHẤT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4000" b="1" spc="-10" dirty="0">
                <a:solidFill>
                  <a:srgbClr val="0070C0"/>
                </a:solidFill>
                <a:latin typeface="Tahoma"/>
                <a:cs typeface="Tahoma"/>
              </a:rPr>
              <a:t>THUẬT</a:t>
            </a:r>
            <a:r>
              <a:rPr sz="4000" b="1" spc="-1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4000" b="1" spc="-10" dirty="0">
                <a:solidFill>
                  <a:srgbClr val="0070C0"/>
                </a:solidFill>
                <a:latin typeface="Tahoma"/>
                <a:cs typeface="Tahoma"/>
              </a:rPr>
              <a:t>TOÁN </a:t>
            </a:r>
            <a:r>
              <a:rPr sz="4000" b="1" spc="-5" dirty="0">
                <a:solidFill>
                  <a:srgbClr val="0070C0"/>
                </a:solidFill>
                <a:latin typeface="Tahoma"/>
                <a:cs typeface="Tahoma"/>
              </a:rPr>
              <a:t>DIJKSTRA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44119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5539105" cy="2007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b="1" dirty="0">
                <a:latin typeface="Arial"/>
                <a:cs typeface="Arial"/>
              </a:rPr>
              <a:t>Edsger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20" dirty="0">
                <a:latin typeface="Arial"/>
                <a:cs typeface="Arial"/>
              </a:rPr>
              <a:t>Wybe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Dijkstra</a:t>
            </a:r>
            <a:r>
              <a:rPr sz="2600" b="1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/</a:t>
            </a:r>
            <a:r>
              <a:rPr sz="2600" u="heavy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dɛɪkstra</a:t>
            </a:r>
            <a:r>
              <a:rPr sz="2600" spc="20" dirty="0">
                <a:latin typeface="Microsoft Sans Serif"/>
                <a:cs typeface="Microsoft Sans Serif"/>
              </a:rPr>
              <a:t>/ </a:t>
            </a:r>
            <a:r>
              <a:rPr sz="2600" spc="-15" dirty="0">
                <a:latin typeface="Microsoft Sans Serif"/>
                <a:cs typeface="Microsoft Sans Serif"/>
              </a:rPr>
              <a:t>là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nhà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học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người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Hà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Lan.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Ông </a:t>
            </a:r>
            <a:r>
              <a:rPr sz="2600" spc="95" dirty="0">
                <a:latin typeface="Microsoft Sans Serif"/>
                <a:cs typeface="Microsoft Sans Serif"/>
              </a:rPr>
              <a:t>đưa </a:t>
            </a:r>
            <a:r>
              <a:rPr sz="2600" spc="-5" dirty="0">
                <a:latin typeface="Microsoft Sans Serif"/>
                <a:cs typeface="Microsoft Sans Serif"/>
              </a:rPr>
              <a:t>ra </a:t>
            </a:r>
            <a:r>
              <a:rPr sz="2600" dirty="0">
                <a:latin typeface="Microsoft Sans Serif"/>
                <a:cs typeface="Microsoft Sans Serif"/>
              </a:rPr>
              <a:t>thuật toán </a:t>
            </a:r>
            <a:r>
              <a:rPr sz="2600" spc="40" dirty="0">
                <a:latin typeface="Microsoft Sans Serif"/>
                <a:cs typeface="Microsoft Sans Serif"/>
              </a:rPr>
              <a:t>tìm </a:t>
            </a:r>
            <a:r>
              <a:rPr sz="2600" spc="105" dirty="0">
                <a:latin typeface="Microsoft Sans Serif"/>
                <a:cs typeface="Microsoft Sans Serif"/>
              </a:rPr>
              <a:t>đường </a:t>
            </a:r>
            <a:r>
              <a:rPr sz="2600" spc="-15" dirty="0">
                <a:latin typeface="Microsoft Sans Serif"/>
                <a:cs typeface="Microsoft Sans Serif"/>
              </a:rPr>
              <a:t>đi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 nhất </a:t>
            </a:r>
            <a:r>
              <a:rPr sz="2600" spc="685" dirty="0">
                <a:latin typeface="Microsoft Sans Serif"/>
                <a:cs typeface="Microsoft Sans Serif"/>
              </a:rPr>
              <a:t>– </a:t>
            </a:r>
            <a:r>
              <a:rPr sz="2600" dirty="0">
                <a:latin typeface="Microsoft Sans Serif"/>
                <a:cs typeface="Microsoft Sans Serif"/>
              </a:rPr>
              <a:t>thuật toán mang </a:t>
            </a:r>
            <a:r>
              <a:rPr sz="2600" spc="-5" dirty="0">
                <a:latin typeface="Microsoft Sans Serif"/>
                <a:cs typeface="Microsoft Sans Serif"/>
              </a:rPr>
              <a:t>tên </a:t>
            </a:r>
            <a:r>
              <a:rPr sz="2600" dirty="0">
                <a:latin typeface="Microsoft Sans Serif"/>
                <a:cs typeface="Microsoft Sans Serif"/>
              </a:rPr>
              <a:t> ông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vào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năm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1959.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25868" y="1417314"/>
            <a:ext cx="2401824" cy="268681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329931" y="4185965"/>
            <a:ext cx="2354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Dijkstra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(1930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–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2002)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301294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94403" y="973830"/>
              <a:ext cx="195580" cy="27940"/>
            </a:xfrm>
            <a:custGeom>
              <a:avLst/>
              <a:gdLst/>
              <a:ahLst/>
              <a:cxnLst/>
              <a:rect l="l" t="t" r="r" b="b"/>
              <a:pathLst>
                <a:path w="195579" h="27940">
                  <a:moveTo>
                    <a:pt x="195072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195072" y="27431"/>
                  </a:lnTo>
                  <a:lnTo>
                    <a:pt x="19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94403" y="973830"/>
              <a:ext cx="195580" cy="27940"/>
            </a:xfrm>
            <a:custGeom>
              <a:avLst/>
              <a:gdLst/>
              <a:ahLst/>
              <a:cxnLst/>
              <a:rect l="l" t="t" r="r" b="b"/>
              <a:pathLst>
                <a:path w="195579" h="27940">
                  <a:moveTo>
                    <a:pt x="0" y="0"/>
                  </a:moveTo>
                  <a:lnTo>
                    <a:pt x="195071" y="0"/>
                  </a:lnTo>
                  <a:lnTo>
                    <a:pt x="195071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7491" y="801618"/>
              <a:ext cx="2197607" cy="3749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10022" y="1461765"/>
            <a:ext cx="7760970" cy="167703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4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Xét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80" dirty="0">
                <a:latin typeface="Microsoft Sans Serif"/>
                <a:cs typeface="Microsoft Sans Serif"/>
              </a:rPr>
              <a:t>(V,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E)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giả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sử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âm.</a:t>
            </a:r>
            <a:endParaRPr sz="2600">
              <a:latin typeface="Microsoft Sans Serif"/>
              <a:cs typeface="Microsoft Sans Serif"/>
            </a:endParaRPr>
          </a:p>
          <a:p>
            <a:pPr marL="561340" marR="5080" lvl="1" indent="-229235">
              <a:lnSpc>
                <a:spcPct val="100000"/>
              </a:lnSpc>
              <a:spcBef>
                <a:spcPts val="40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130" dirty="0">
                <a:latin typeface="Microsoft Sans Serif"/>
                <a:cs typeface="Microsoft Sans Serif"/>
              </a:rPr>
              <a:t>Dữ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liệu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nhập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thuật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toán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trận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>
                <a:latin typeface="Microsoft Sans Serif"/>
                <a:cs typeface="Microsoft Sans Serif"/>
              </a:rPr>
              <a:t>trọng</a:t>
            </a:r>
            <a:r>
              <a:rPr sz="2400" spc="5">
                <a:latin typeface="Microsoft Sans Serif"/>
                <a:cs typeface="Microsoft Sans Serif"/>
              </a:rPr>
              <a:t> </a:t>
            </a:r>
            <a:r>
              <a:rPr lang="en-US" sz="2400" spc="90">
                <a:latin typeface="Microsoft Sans Serif"/>
                <a:cs typeface="Microsoft Sans Serif"/>
              </a:rPr>
              <a:t>số (Ma trận khoảng cách)</a:t>
            </a:r>
            <a:r>
              <a:rPr sz="2400" spc="4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hai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u,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cho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trước.</a:t>
            </a:r>
            <a:endParaRPr sz="2400">
              <a:latin typeface="Microsoft Sans Serif"/>
              <a:cs typeface="Microsoft Sans Serif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130" dirty="0">
                <a:latin typeface="Microsoft Sans Serif"/>
                <a:cs typeface="Microsoft Sans Serif"/>
              </a:rPr>
              <a:t>Dữ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liệu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xuất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v.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44119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762" y="1482374"/>
            <a:ext cx="8058784" cy="47694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11785" marR="2698750" indent="-311785">
              <a:lnSpc>
                <a:spcPts val="2590"/>
              </a:lnSpc>
              <a:spcBef>
                <a:spcPts val="425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Bước 1.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Gán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gán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nhãn: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L[u]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0;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L[k]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+</a:t>
            </a:r>
            <a:r>
              <a:rPr sz="2400" dirty="0">
                <a:latin typeface="Symbol"/>
                <a:cs typeface="Symbol"/>
              </a:rPr>
              <a:t>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V\{u};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Prev[k]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-1,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V.</a:t>
            </a:r>
            <a:endParaRPr sz="2400">
              <a:latin typeface="Microsoft Sans Serif"/>
              <a:cs typeface="Microsoft Sans Serif"/>
            </a:endParaRPr>
          </a:p>
          <a:p>
            <a:pPr marL="311785" marR="30480" indent="-274320">
              <a:lnSpc>
                <a:spcPts val="2590"/>
              </a:lnSpc>
              <a:spcBef>
                <a:spcPts val="61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2. </a:t>
            </a: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thì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dừng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giá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trị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L[v]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chính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độ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dài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Prev[v]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là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nằm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ngay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trước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trên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đó.</a:t>
            </a:r>
            <a:endParaRPr sz="2400">
              <a:latin typeface="Microsoft Sans Serif"/>
              <a:cs typeface="Microsoft Sans Serif"/>
            </a:endParaRPr>
          </a:p>
          <a:p>
            <a:pPr marL="311785" marR="467995" indent="-274320">
              <a:lnSpc>
                <a:spcPts val="2590"/>
              </a:lnSpc>
              <a:spcBef>
                <a:spcPts val="605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Bước 3.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Chọn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cho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L[i]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nhỏ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gán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T\{i}.</a:t>
            </a:r>
            <a:endParaRPr sz="2400">
              <a:latin typeface="Microsoft Sans Serif"/>
              <a:cs typeface="Microsoft Sans Serif"/>
            </a:endParaRPr>
          </a:p>
          <a:p>
            <a:pPr marL="311785" indent="-274320">
              <a:lnSpc>
                <a:spcPct val="100000"/>
              </a:lnSpc>
              <a:spcBef>
                <a:spcPts val="275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4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4.</a:t>
            </a:r>
            <a:endParaRPr sz="2400">
              <a:latin typeface="Arial"/>
              <a:cs typeface="Arial"/>
            </a:endParaRPr>
          </a:p>
          <a:p>
            <a:pPr marL="586105" lvl="1" indent="-229235">
              <a:lnSpc>
                <a:spcPct val="100000"/>
              </a:lnSpc>
              <a:spcBef>
                <a:spcPts val="140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586740" algn="l"/>
              </a:tabLst>
            </a:pPr>
            <a:r>
              <a:rPr sz="2200" spc="65" dirty="0">
                <a:latin typeface="Microsoft Sans Serif"/>
                <a:cs typeface="Microsoft Sans Serif"/>
              </a:rPr>
              <a:t>Với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Symbol"/>
                <a:cs typeface="Symbol"/>
              </a:rPr>
              <a:t></a:t>
            </a:r>
            <a:r>
              <a:rPr sz="2200" spc="-10" dirty="0">
                <a:latin typeface="Microsoft Sans Serif"/>
                <a:cs typeface="Microsoft Sans Serif"/>
              </a:rPr>
              <a:t>k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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T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và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120" dirty="0">
                <a:latin typeface="Microsoft Sans Serif"/>
                <a:cs typeface="Microsoft Sans Serif"/>
              </a:rPr>
              <a:t>từ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đỉnh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105" dirty="0">
                <a:latin typeface="Microsoft Sans Serif"/>
                <a:cs typeface="Microsoft Sans Serif"/>
              </a:rPr>
              <a:t>(ở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114" dirty="0">
                <a:latin typeface="Microsoft Sans Serif"/>
                <a:cs typeface="Microsoft Sans Serif"/>
              </a:rPr>
              <a:t>bước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3)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đến</a:t>
            </a:r>
            <a:r>
              <a:rPr sz="2200" spc="4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đỉnh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k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có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cạnh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nối:</a:t>
            </a:r>
            <a:endParaRPr sz="2200">
              <a:latin typeface="Microsoft Sans Serif"/>
              <a:cs typeface="Microsoft Sans Serif"/>
            </a:endParaRPr>
          </a:p>
          <a:p>
            <a:pPr marR="3173095" algn="ctr">
              <a:lnSpc>
                <a:spcPct val="100000"/>
              </a:lnSpc>
              <a:spcBef>
                <a:spcPts val="305"/>
              </a:spcBef>
            </a:pPr>
            <a:r>
              <a:rPr sz="2400" spc="-5" dirty="0">
                <a:latin typeface="Microsoft Sans Serif"/>
                <a:cs typeface="Microsoft Sans Serif"/>
              </a:rPr>
              <a:t>nếu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L[k]</a:t>
            </a: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sz="24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L[i]</a:t>
            </a: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400" i="1" spc="-7" baseline="-20833" dirty="0">
                <a:solidFill>
                  <a:srgbClr val="FF0000"/>
                </a:solidFill>
                <a:latin typeface="Arial"/>
                <a:cs typeface="Arial"/>
              </a:rPr>
              <a:t>ik</a:t>
            </a:r>
            <a:r>
              <a:rPr sz="2400" i="1" spc="315" baseline="-208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thì</a:t>
            </a:r>
            <a:endParaRPr sz="2400">
              <a:latin typeface="Microsoft Sans Serif"/>
              <a:cs typeface="Microsoft Sans Serif"/>
            </a:endParaRPr>
          </a:p>
          <a:p>
            <a:pPr marL="144145" algn="ctr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Microsoft Sans Serif"/>
                <a:cs typeface="Microsoft Sans Serif"/>
              </a:rPr>
              <a:t>Gán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L[k]</a:t>
            </a:r>
            <a:r>
              <a:rPr sz="24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 L[i]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400" i="1" spc="-7" baseline="-20833" dirty="0">
                <a:solidFill>
                  <a:srgbClr val="FF0000"/>
                </a:solidFill>
                <a:latin typeface="Arial"/>
                <a:cs typeface="Arial"/>
              </a:rPr>
              <a:t>ik</a:t>
            </a:r>
            <a:r>
              <a:rPr sz="2400" i="1" spc="322" baseline="-208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Prev[k]</a:t>
            </a:r>
            <a:r>
              <a:rPr sz="24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586105" lvl="1" indent="-229235">
              <a:lnSpc>
                <a:spcPct val="100000"/>
              </a:lnSpc>
              <a:spcBef>
                <a:spcPts val="140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586740" algn="l"/>
              </a:tabLst>
            </a:pPr>
            <a:r>
              <a:rPr sz="2200" spc="40" dirty="0">
                <a:latin typeface="Microsoft Sans Serif"/>
                <a:cs typeface="Microsoft Sans Serif"/>
              </a:rPr>
              <a:t>Trở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về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bước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2.</a:t>
            </a:r>
            <a:endParaRPr sz="22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25418"/>
              <a:ext cx="4817363" cy="4587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82255" cy="453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6637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145" dirty="0">
                <a:latin typeface="Microsoft Sans Serif"/>
                <a:cs typeface="Microsoft Sans Serif"/>
              </a:rPr>
              <a:t>Ta</a:t>
            </a:r>
            <a:r>
              <a:rPr sz="2600" spc="-1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thấy rằng </a:t>
            </a:r>
            <a:r>
              <a:rPr sz="2600" spc="260" dirty="0">
                <a:latin typeface="Microsoft Sans Serif"/>
                <a:cs typeface="Microsoft Sans Serif"/>
              </a:rPr>
              <a:t>ở </a:t>
            </a:r>
            <a:r>
              <a:rPr sz="2600" spc="-5" dirty="0">
                <a:latin typeface="Microsoft Sans Serif"/>
                <a:cs typeface="Microsoft Sans Serif"/>
              </a:rPr>
              <a:t>mỗi </a:t>
            </a:r>
            <a:r>
              <a:rPr sz="2600" spc="-10" dirty="0">
                <a:latin typeface="Microsoft Sans Serif"/>
                <a:cs typeface="Microsoft Sans Serif"/>
              </a:rPr>
              <a:t>lần lặp, </a:t>
            </a:r>
            <a:r>
              <a:rPr sz="2600" spc="-5" dirty="0">
                <a:latin typeface="Microsoft Sans Serif"/>
                <a:cs typeface="Microsoft Sans Serif"/>
              </a:rPr>
              <a:t>tại </a:t>
            </a:r>
            <a:r>
              <a:rPr sz="2600" spc="135" dirty="0">
                <a:latin typeface="Microsoft Sans Serif"/>
                <a:cs typeface="Microsoft Sans Serif"/>
              </a:rPr>
              <a:t>bước </a:t>
            </a:r>
            <a:r>
              <a:rPr sz="2600" dirty="0">
                <a:latin typeface="Microsoft Sans Serif"/>
                <a:cs typeface="Microsoft Sans Serif"/>
              </a:rPr>
              <a:t>3 của thuật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đỉnh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mới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sẽ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kết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nạp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vào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thỏa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30" dirty="0">
                <a:latin typeface="Microsoft Sans Serif"/>
                <a:cs typeface="Microsoft Sans Serif"/>
              </a:rPr>
              <a:t>tính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chất: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đường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đi từ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 s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đến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sẽ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là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đường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đi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 ngắn nhất 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chỉ</a:t>
            </a:r>
            <a:r>
              <a:rPr sz="26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đi</a:t>
            </a:r>
            <a:r>
              <a:rPr sz="2600" i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qua các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đỉnh</a:t>
            </a:r>
            <a:r>
              <a:rPr sz="2600"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đã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được</a:t>
            </a:r>
            <a:r>
              <a:rPr sz="2600" i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chọn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ở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lần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lặp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 trước</a:t>
            </a:r>
            <a:r>
              <a:rPr sz="2600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286385" marR="49784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100" dirty="0">
                <a:latin typeface="Microsoft Sans Serif"/>
                <a:cs typeface="Microsoft Sans Serif"/>
              </a:rPr>
              <a:t>Như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vậy,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Dijkstra</a:t>
            </a:r>
            <a:r>
              <a:rPr sz="2600" dirty="0">
                <a:latin typeface="Microsoft Sans Serif"/>
                <a:cs typeface="Microsoft Sans Serif"/>
              </a:rPr>
              <a:t> sẽ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đúng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đắn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nếu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260" dirty="0">
                <a:latin typeface="Microsoft Sans Serif"/>
                <a:cs typeface="Microsoft Sans Serif"/>
              </a:rPr>
              <a:t>ở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bước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3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trong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mỗi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lần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lặp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 đường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đi </a:t>
            </a:r>
            <a:r>
              <a:rPr sz="2600" i="1" spc="-7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ngắn nhất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từ s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đến i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trên</a:t>
            </a:r>
            <a:r>
              <a:rPr sz="2600" i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toàn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cục</a:t>
            </a:r>
            <a:r>
              <a:rPr sz="2600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Do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đó,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để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chứng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minh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30" dirty="0">
                <a:latin typeface="Microsoft Sans Serif"/>
                <a:cs typeface="Microsoft Sans Serif"/>
              </a:rPr>
              <a:t>tính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đúng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đắn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Dijkstra, </a:t>
            </a:r>
            <a:r>
              <a:rPr sz="2600" dirty="0">
                <a:latin typeface="Microsoft Sans Serif"/>
                <a:cs typeface="Microsoft Sans Serif"/>
              </a:rPr>
              <a:t>ta </a:t>
            </a:r>
            <a:r>
              <a:rPr sz="2600" spc="-5" dirty="0">
                <a:latin typeface="Microsoft Sans Serif"/>
                <a:cs typeface="Microsoft Sans Serif"/>
              </a:rPr>
              <a:t>phải </a:t>
            </a:r>
            <a:r>
              <a:rPr sz="2600" spc="60" dirty="0">
                <a:latin typeface="Microsoft Sans Serif"/>
                <a:cs typeface="Microsoft Sans Serif"/>
              </a:rPr>
              <a:t>chứng </a:t>
            </a:r>
            <a:r>
              <a:rPr sz="2600" spc="-5" dirty="0">
                <a:latin typeface="Microsoft Sans Serif"/>
                <a:cs typeface="Microsoft Sans Serif"/>
              </a:rPr>
              <a:t>minh </a:t>
            </a:r>
            <a:r>
              <a:rPr sz="2600" spc="135" dirty="0">
                <a:latin typeface="Microsoft Sans Serif"/>
                <a:cs typeface="Microsoft Sans Serif"/>
              </a:rPr>
              <a:t>được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đường đi ngắn </a:t>
            </a:r>
            <a:r>
              <a:rPr sz="26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nhất cục bộ (chỉ đi qua các đỉnh đã được chọn) </a:t>
            </a:r>
            <a:r>
              <a:rPr sz="26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cũng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đường</a:t>
            </a:r>
            <a:r>
              <a:rPr sz="2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đi ngắn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nhất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C00000"/>
                </a:solidFill>
                <a:latin typeface="Arial"/>
                <a:cs typeface="Arial"/>
              </a:rPr>
              <a:t>trên</a:t>
            </a:r>
            <a:r>
              <a:rPr sz="2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toàn</a:t>
            </a:r>
            <a:r>
              <a:rPr sz="2600" b="1" spc="-5" dirty="0">
                <a:solidFill>
                  <a:srgbClr val="C00000"/>
                </a:solidFill>
                <a:latin typeface="Arial"/>
                <a:cs typeface="Arial"/>
              </a:rPr>
              <a:t> cục.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15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25418"/>
              <a:ext cx="4817363" cy="4587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85125" cy="461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Ký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hiệu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tập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nhãn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cố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định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đã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chọn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hay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bị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loại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khỏi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260" dirty="0">
                <a:latin typeface="Microsoft Sans Serif"/>
                <a:cs typeface="Microsoft Sans Serif"/>
              </a:rPr>
              <a:t>ở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bước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3).</a:t>
            </a:r>
            <a:endParaRPr sz="2600">
              <a:latin typeface="Microsoft Sans Serif"/>
              <a:cs typeface="Microsoft Sans Serif"/>
            </a:endParaRPr>
          </a:p>
          <a:p>
            <a:pPr marL="286385" marR="76835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100" dirty="0">
                <a:latin typeface="Microsoft Sans Serif"/>
                <a:cs typeface="Microsoft Sans Serif"/>
              </a:rPr>
              <a:t>Như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vậy,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kết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thúc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mỗi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bước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lặp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nhãn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tạm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thời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L[k]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ta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độ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dài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chỉ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qua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những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đỉnh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nằm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hoàn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toàn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trong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tập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S.</a:t>
            </a:r>
            <a:endParaRPr sz="2600">
              <a:latin typeface="Microsoft Sans Serif"/>
              <a:cs typeface="Microsoft Sans Serif"/>
            </a:endParaRPr>
          </a:p>
          <a:p>
            <a:pPr marL="286385" marR="5461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Giả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sử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rằng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u*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chọn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260" dirty="0">
                <a:latin typeface="Microsoft Sans Serif"/>
                <a:cs typeface="Microsoft Sans Serif"/>
              </a:rPr>
              <a:t>ở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bước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3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lần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lặp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nào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đó,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tức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u*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chọn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thành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 </a:t>
            </a:r>
            <a:r>
              <a:rPr sz="2600" dirty="0">
                <a:latin typeface="Microsoft Sans Serif"/>
                <a:cs typeface="Microsoft Sans Serif"/>
              </a:rPr>
              <a:t> có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nhãn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cố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định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để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đưa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tập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S.</a:t>
            </a:r>
            <a:endParaRPr sz="2600">
              <a:latin typeface="Microsoft Sans Serif"/>
              <a:cs typeface="Microsoft Sans Serif"/>
            </a:endParaRPr>
          </a:p>
          <a:p>
            <a:pPr marL="286385" marR="133350" indent="-274320" algn="just">
              <a:lnSpc>
                <a:spcPct val="100000"/>
              </a:lnSpc>
              <a:spcBef>
                <a:spcPts val="59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145" dirty="0">
                <a:latin typeface="Microsoft Sans Serif"/>
                <a:cs typeface="Microsoft Sans Serif"/>
              </a:rPr>
              <a:t>Ta </a:t>
            </a:r>
            <a:r>
              <a:rPr sz="2600" dirty="0">
                <a:latin typeface="Microsoft Sans Serif"/>
                <a:cs typeface="Microsoft Sans Serif"/>
              </a:rPr>
              <a:t>cần </a:t>
            </a:r>
            <a:r>
              <a:rPr sz="2600" spc="60" dirty="0">
                <a:latin typeface="Microsoft Sans Serif"/>
                <a:cs typeface="Microsoft Sans Serif"/>
              </a:rPr>
              <a:t>chứng </a:t>
            </a:r>
            <a:r>
              <a:rPr sz="2600" spc="-5" dirty="0">
                <a:latin typeface="Microsoft Sans Serif"/>
                <a:cs typeface="Microsoft Sans Serif"/>
              </a:rPr>
              <a:t>minh </a:t>
            </a:r>
            <a:r>
              <a:rPr sz="2600" spc="105" dirty="0">
                <a:latin typeface="Microsoft Sans Serif"/>
                <a:cs typeface="Microsoft Sans Serif"/>
              </a:rPr>
              <a:t>đường </a:t>
            </a:r>
            <a:r>
              <a:rPr sz="2600" spc="-10" dirty="0">
                <a:latin typeface="Microsoft Sans Serif"/>
                <a:cs typeface="Microsoft Sans Serif"/>
              </a:rPr>
              <a:t>đi </a:t>
            </a:r>
            <a:r>
              <a:rPr sz="2600" dirty="0">
                <a:latin typeface="Microsoft Sans Serif"/>
                <a:cs typeface="Microsoft Sans Serif"/>
              </a:rPr>
              <a:t>ngắn nhất </a:t>
            </a:r>
            <a:r>
              <a:rPr sz="2600" spc="140" dirty="0">
                <a:latin typeface="Microsoft Sans Serif"/>
                <a:cs typeface="Microsoft Sans Serif"/>
              </a:rPr>
              <a:t>từ </a:t>
            </a:r>
            <a:r>
              <a:rPr sz="2600" dirty="0">
                <a:latin typeface="Microsoft Sans Serif"/>
                <a:cs typeface="Microsoft Sans Serif"/>
              </a:rPr>
              <a:t>s </a:t>
            </a:r>
            <a:r>
              <a:rPr sz="2600" spc="-5" dirty="0">
                <a:latin typeface="Microsoft Sans Serif"/>
                <a:cs typeface="Microsoft Sans Serif"/>
              </a:rPr>
              <a:t>đến u*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qua các </a:t>
            </a:r>
            <a:r>
              <a:rPr sz="2600" spc="-5" dirty="0">
                <a:latin typeface="Microsoft Sans Serif"/>
                <a:cs typeface="Microsoft Sans Serif"/>
              </a:rPr>
              <a:t>đỉnh trên tập </a:t>
            </a:r>
            <a:r>
              <a:rPr sz="2600" dirty="0">
                <a:latin typeface="Microsoft Sans Serif"/>
                <a:cs typeface="Microsoft Sans Serif"/>
              </a:rPr>
              <a:t>S cũng </a:t>
            </a:r>
            <a:r>
              <a:rPr sz="2600" spc="-10" dirty="0">
                <a:latin typeface="Microsoft Sans Serif"/>
                <a:cs typeface="Microsoft Sans Serif"/>
              </a:rPr>
              <a:t>là </a:t>
            </a:r>
            <a:r>
              <a:rPr sz="2600" spc="105" dirty="0">
                <a:latin typeface="Microsoft Sans Serif"/>
                <a:cs typeface="Microsoft Sans Serif"/>
              </a:rPr>
              <a:t>đường </a:t>
            </a:r>
            <a:r>
              <a:rPr sz="2600" spc="-10" dirty="0">
                <a:latin typeface="Microsoft Sans Serif"/>
                <a:cs typeface="Microsoft Sans Serif"/>
              </a:rPr>
              <a:t>đi </a:t>
            </a:r>
            <a:r>
              <a:rPr sz="2600" dirty="0">
                <a:latin typeface="Microsoft Sans Serif"/>
                <a:cs typeface="Microsoft Sans Serif"/>
              </a:rPr>
              <a:t>ngắn </a:t>
            </a:r>
            <a:r>
              <a:rPr sz="2600" spc="-5" dirty="0">
                <a:latin typeface="Microsoft Sans Serif"/>
                <a:cs typeface="Microsoft Sans Serif"/>
              </a:rPr>
              <a:t>nhất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u*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trên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tập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20" dirty="0">
                <a:latin typeface="Microsoft Sans Serif"/>
                <a:cs typeface="Microsoft Sans Serif"/>
              </a:rPr>
              <a:t>V.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25418"/>
              <a:ext cx="4817363" cy="4587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202" y="1457999"/>
            <a:ext cx="5471795" cy="48088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585"/>
              </a:spcBef>
              <a:buClr>
                <a:srgbClr val="4F81BD"/>
              </a:buClr>
              <a:buSzPct val="85000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Giả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sử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rằng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đường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ngắn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nhất </a:t>
            </a:r>
            <a:r>
              <a:rPr sz="2000" dirty="0">
                <a:latin typeface="Microsoft Sans Serif"/>
                <a:cs typeface="Microsoft Sans Serif"/>
              </a:rPr>
              <a:t>toàn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cục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từ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đến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u*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không </a:t>
            </a:r>
            <a:r>
              <a:rPr sz="2000" spc="-5" dirty="0">
                <a:latin typeface="Microsoft Sans Serif"/>
                <a:cs typeface="Microsoft Sans Serif"/>
              </a:rPr>
              <a:t>nằm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trọn trong tập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tức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nó 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ít</a:t>
            </a:r>
            <a:r>
              <a:rPr sz="2000" spc="-5" dirty="0">
                <a:latin typeface="Microsoft Sans Serif"/>
                <a:cs typeface="Microsoft Sans Serif"/>
              </a:rPr>
              <a:t> nhất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một</a:t>
            </a:r>
            <a:r>
              <a:rPr sz="2000" spc="-5" dirty="0">
                <a:latin typeface="Microsoft Sans Serif"/>
                <a:cs typeface="Microsoft Sans Serif"/>
              </a:rPr>
              <a:t> đỉnh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của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tập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V\S.</a:t>
            </a:r>
            <a:endParaRPr sz="2000">
              <a:latin typeface="Microsoft Sans Serif"/>
              <a:cs typeface="Microsoft Sans Serif"/>
            </a:endParaRPr>
          </a:p>
          <a:p>
            <a:pPr marL="286385" marR="116839" indent="-274320">
              <a:lnSpc>
                <a:spcPts val="1920"/>
              </a:lnSpc>
              <a:spcBef>
                <a:spcPts val="580"/>
              </a:spcBef>
              <a:buClr>
                <a:srgbClr val="4F81BD"/>
              </a:buClr>
              <a:buSzPct val="85000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Gọi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z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V\S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đỉnh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đầu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tiên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như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vậy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trên 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đường</a:t>
            </a:r>
            <a:r>
              <a:rPr sz="2000" spc="-10" dirty="0">
                <a:latin typeface="Microsoft Sans Serif"/>
                <a:cs typeface="Microsoft Sans Serif"/>
              </a:rPr>
              <a:t> đi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này.</a:t>
            </a:r>
            <a:r>
              <a:rPr sz="2000" dirty="0">
                <a:latin typeface="Microsoft Sans Serif"/>
                <a:cs typeface="Microsoft Sans Serif"/>
              </a:rPr>
              <a:t> Do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trọng số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các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cung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không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âm, nên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đoạn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đường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từ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z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đến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u*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có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dài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</a:t>
            </a:r>
            <a:endParaRPr sz="2000">
              <a:latin typeface="Microsoft Sans Serif"/>
              <a:cs typeface="Microsoft Sans Serif"/>
            </a:endParaRPr>
          </a:p>
          <a:p>
            <a:pPr marL="286385">
              <a:lnSpc>
                <a:spcPts val="1910"/>
              </a:lnSpc>
            </a:pPr>
            <a:r>
              <a:rPr sz="2000" dirty="0">
                <a:latin typeface="Microsoft Sans Serif"/>
                <a:cs typeface="Microsoft Sans Serif"/>
              </a:rPr>
              <a:t>&gt;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0.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ra:</a:t>
            </a:r>
            <a:endParaRPr sz="2000">
              <a:latin typeface="Microsoft Sans Serif"/>
              <a:cs typeface="Microsoft Sans Serif"/>
            </a:endParaRPr>
          </a:p>
          <a:p>
            <a:pPr marL="560705" marR="130175" indent="-228600">
              <a:lnSpc>
                <a:spcPts val="1820"/>
              </a:lnSpc>
              <a:spcBef>
                <a:spcPts val="415"/>
              </a:spcBef>
              <a:buClr>
                <a:srgbClr val="C0504D"/>
              </a:buClr>
              <a:buSzPct val="84210"/>
              <a:buFont typeface="PMingLiU-ExtB"/>
              <a:buChar char="⚫"/>
              <a:tabLst>
                <a:tab pos="561340" algn="l"/>
              </a:tabLst>
            </a:pPr>
            <a:r>
              <a:rPr sz="1900" spc="-10" dirty="0">
                <a:latin typeface="Microsoft Sans Serif"/>
                <a:cs typeface="Microsoft Sans Serif"/>
              </a:rPr>
              <a:t>L[z]</a:t>
            </a:r>
            <a:r>
              <a:rPr sz="1900" spc="1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&lt;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L[u*]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495" dirty="0">
                <a:latin typeface="Microsoft Sans Serif"/>
                <a:cs typeface="Microsoft Sans Serif"/>
              </a:rPr>
              <a:t>–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L,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do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75" dirty="0">
                <a:latin typeface="Microsoft Sans Serif"/>
                <a:cs typeface="Microsoft Sans Serif"/>
              </a:rPr>
              <a:t>đường</a:t>
            </a:r>
            <a:r>
              <a:rPr sz="1900" spc="5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đi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qua</a:t>
            </a:r>
            <a:r>
              <a:rPr sz="1900" spc="4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z</a:t>
            </a:r>
            <a:r>
              <a:rPr sz="1900" spc="1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ngắn</a:t>
            </a:r>
            <a:r>
              <a:rPr sz="1900" spc="45" dirty="0">
                <a:latin typeface="Microsoft Sans Serif"/>
                <a:cs typeface="Microsoft Sans Serif"/>
              </a:rPr>
              <a:t> </a:t>
            </a:r>
            <a:r>
              <a:rPr sz="1900" spc="60" dirty="0">
                <a:latin typeface="Microsoft Sans Serif"/>
                <a:cs typeface="Microsoft Sans Serif"/>
              </a:rPr>
              <a:t>hơn </a:t>
            </a:r>
            <a:r>
              <a:rPr sz="1900" spc="-490" dirty="0">
                <a:latin typeface="Microsoft Sans Serif"/>
                <a:cs typeface="Microsoft Sans Serif"/>
              </a:rPr>
              <a:t> </a:t>
            </a:r>
            <a:r>
              <a:rPr sz="1900" spc="75" dirty="0">
                <a:latin typeface="Microsoft Sans Serif"/>
                <a:cs typeface="Microsoft Sans Serif"/>
              </a:rPr>
              <a:t>đường</a:t>
            </a:r>
            <a:r>
              <a:rPr sz="1900" spc="4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đi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L[u*]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không</a:t>
            </a:r>
            <a:r>
              <a:rPr sz="1900" spc="4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qua</a:t>
            </a:r>
            <a:r>
              <a:rPr sz="1900" spc="5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z.</a:t>
            </a:r>
            <a:endParaRPr sz="1900">
              <a:latin typeface="Microsoft Sans Serif"/>
              <a:cs typeface="Microsoft Sans Serif"/>
            </a:endParaRPr>
          </a:p>
          <a:p>
            <a:pPr marL="560705" indent="-229235">
              <a:lnSpc>
                <a:spcPts val="2225"/>
              </a:lnSpc>
              <a:buClr>
                <a:srgbClr val="C0504D"/>
              </a:buClr>
              <a:buSzPct val="84210"/>
              <a:buFont typeface="PMingLiU-ExtB"/>
              <a:buChar char="⚫"/>
              <a:tabLst>
                <a:tab pos="561340" algn="l"/>
              </a:tabLst>
            </a:pPr>
            <a:r>
              <a:rPr sz="1900" spc="-110" dirty="0">
                <a:latin typeface="Microsoft Sans Serif"/>
                <a:cs typeface="Microsoft Sans Serif"/>
              </a:rPr>
              <a:t>Ta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15" dirty="0">
                <a:latin typeface="Microsoft Sans Serif"/>
                <a:cs typeface="Microsoft Sans Serif"/>
              </a:rPr>
              <a:t>lại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có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L[u*]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495" dirty="0">
                <a:latin typeface="Microsoft Sans Serif"/>
                <a:cs typeface="Microsoft Sans Serif"/>
              </a:rPr>
              <a:t>–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L</a:t>
            </a:r>
            <a:r>
              <a:rPr sz="1900" spc="-4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&lt;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L[u*],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do</a:t>
            </a:r>
            <a:r>
              <a:rPr sz="1900" spc="3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L</a:t>
            </a:r>
            <a:r>
              <a:rPr sz="1900" spc="-5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&gt;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0.</a:t>
            </a:r>
            <a:endParaRPr sz="1900">
              <a:latin typeface="Microsoft Sans Serif"/>
              <a:cs typeface="Microsoft Sans Serif"/>
            </a:endParaRPr>
          </a:p>
          <a:p>
            <a:pPr marL="560705" indent="-229235">
              <a:lnSpc>
                <a:spcPts val="2250"/>
              </a:lnSpc>
              <a:buClr>
                <a:srgbClr val="C0504D"/>
              </a:buClr>
              <a:buSzPct val="84210"/>
              <a:buFont typeface="PMingLiU-ExtB"/>
              <a:buChar char="⚫"/>
              <a:tabLst>
                <a:tab pos="561340" algn="l"/>
              </a:tabLst>
            </a:pPr>
            <a:r>
              <a:rPr sz="1900" spc="-10" dirty="0">
                <a:latin typeface="Microsoft Sans Serif"/>
                <a:cs typeface="Microsoft Sans Serif"/>
              </a:rPr>
              <a:t>Do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vậy</a:t>
            </a:r>
            <a:r>
              <a:rPr sz="1900" spc="1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L[z]</a:t>
            </a:r>
            <a:r>
              <a:rPr sz="1900" spc="1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&lt;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L[u*]</a:t>
            </a:r>
            <a:endParaRPr sz="1900">
              <a:latin typeface="Microsoft Sans Serif"/>
              <a:cs typeface="Microsoft Sans Serif"/>
            </a:endParaRPr>
          </a:p>
          <a:p>
            <a:pPr marL="286385" marR="72390" indent="-274320">
              <a:lnSpc>
                <a:spcPct val="80000"/>
              </a:lnSpc>
              <a:spcBef>
                <a:spcPts val="595"/>
              </a:spcBef>
              <a:buClr>
                <a:srgbClr val="4F81BD"/>
              </a:buClr>
              <a:buSzPct val="85000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000" dirty="0">
                <a:latin typeface="Microsoft Sans Serif"/>
                <a:cs typeface="Microsoft Sans Serif"/>
              </a:rPr>
              <a:t>Bất </a:t>
            </a:r>
            <a:r>
              <a:rPr sz="2000" spc="-5" dirty="0">
                <a:latin typeface="Microsoft Sans Serif"/>
                <a:cs typeface="Microsoft Sans Serif"/>
              </a:rPr>
              <a:t>đẳng </a:t>
            </a:r>
            <a:r>
              <a:rPr sz="2000" spc="55" dirty="0">
                <a:latin typeface="Microsoft Sans Serif"/>
                <a:cs typeface="Microsoft Sans Serif"/>
              </a:rPr>
              <a:t>thức </a:t>
            </a:r>
            <a:r>
              <a:rPr sz="2000" spc="-5" dirty="0">
                <a:latin typeface="Microsoft Sans Serif"/>
                <a:cs typeface="Microsoft Sans Serif"/>
              </a:rPr>
              <a:t>này </a:t>
            </a:r>
            <a:r>
              <a:rPr sz="2000" spc="-10" dirty="0">
                <a:latin typeface="Microsoft Sans Serif"/>
                <a:cs typeface="Microsoft Sans Serif"/>
              </a:rPr>
              <a:t>là </a:t>
            </a:r>
            <a:r>
              <a:rPr sz="2000" dirty="0">
                <a:latin typeface="Microsoft Sans Serif"/>
                <a:cs typeface="Microsoft Sans Serif"/>
              </a:rPr>
              <a:t>mâu thuẫn </a:t>
            </a:r>
            <a:r>
              <a:rPr sz="2000" spc="60" dirty="0">
                <a:latin typeface="Microsoft Sans Serif"/>
                <a:cs typeface="Microsoft Sans Serif"/>
              </a:rPr>
              <a:t>với </a:t>
            </a:r>
            <a:r>
              <a:rPr sz="2000" dirty="0">
                <a:latin typeface="Microsoft Sans Serif"/>
                <a:cs typeface="Microsoft Sans Serif"/>
              </a:rPr>
              <a:t>cách xác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định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đỉnh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u*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đỉnh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có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nhãn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tạm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45" dirty="0">
                <a:latin typeface="Microsoft Sans Serif"/>
                <a:cs typeface="Microsoft Sans Serif"/>
              </a:rPr>
              <a:t>thời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nhỏ 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nhất </a:t>
            </a:r>
            <a:r>
              <a:rPr sz="2000" spc="30" dirty="0">
                <a:latin typeface="Microsoft Sans Serif"/>
                <a:cs typeface="Microsoft Sans Serif"/>
              </a:rPr>
              <a:t>(vì </a:t>
            </a:r>
            <a:r>
              <a:rPr sz="2000" spc="-5" dirty="0">
                <a:latin typeface="Microsoft Sans Serif"/>
                <a:cs typeface="Microsoft Sans Serif"/>
              </a:rPr>
              <a:t>L[z] </a:t>
            </a:r>
            <a:r>
              <a:rPr sz="2000" dirty="0">
                <a:latin typeface="Microsoft Sans Serif"/>
                <a:cs typeface="Microsoft Sans Serif"/>
              </a:rPr>
              <a:t>&lt; </a:t>
            </a:r>
            <a:r>
              <a:rPr sz="2000" spc="-5" dirty="0">
                <a:latin typeface="Microsoft Sans Serif"/>
                <a:cs typeface="Microsoft Sans Serif"/>
              </a:rPr>
              <a:t>L[u*]. </a:t>
            </a:r>
            <a:r>
              <a:rPr sz="2000" dirty="0">
                <a:latin typeface="Microsoft Sans Serif"/>
                <a:cs typeface="Microsoft Sans Serif"/>
              </a:rPr>
              <a:t>Vậy </a:t>
            </a:r>
            <a:r>
              <a:rPr sz="2000" spc="85" dirty="0">
                <a:latin typeface="Microsoft Sans Serif"/>
                <a:cs typeface="Microsoft Sans Serif"/>
              </a:rPr>
              <a:t>đường </a:t>
            </a:r>
            <a:r>
              <a:rPr sz="2000" spc="-10" dirty="0">
                <a:latin typeface="Microsoft Sans Serif"/>
                <a:cs typeface="Microsoft Sans Serif"/>
              </a:rPr>
              <a:t>đi </a:t>
            </a:r>
            <a:r>
              <a:rPr sz="2000" spc="-5" dirty="0">
                <a:latin typeface="Microsoft Sans Serif"/>
                <a:cs typeface="Microsoft Sans Serif"/>
              </a:rPr>
              <a:t>ngắn nhất 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từ </a:t>
            </a:r>
            <a:r>
              <a:rPr sz="2000" dirty="0">
                <a:latin typeface="Microsoft Sans Serif"/>
                <a:cs typeface="Microsoft Sans Serif"/>
              </a:rPr>
              <a:t>s </a:t>
            </a:r>
            <a:r>
              <a:rPr sz="2000" spc="-5" dirty="0">
                <a:latin typeface="Microsoft Sans Serif"/>
                <a:cs typeface="Microsoft Sans Serif"/>
              </a:rPr>
              <a:t>đến u* phải nằm gọn </a:t>
            </a:r>
            <a:r>
              <a:rPr sz="2000" dirty="0">
                <a:latin typeface="Microsoft Sans Serif"/>
                <a:cs typeface="Microsoft Sans Serif"/>
              </a:rPr>
              <a:t>trong S, </a:t>
            </a:r>
            <a:r>
              <a:rPr sz="2000" spc="-10" dirty="0">
                <a:latin typeface="Microsoft Sans Serif"/>
                <a:cs typeface="Microsoft Sans Serif"/>
              </a:rPr>
              <a:t>và </a:t>
            </a:r>
            <a:r>
              <a:rPr sz="2000" spc="45" dirty="0">
                <a:latin typeface="Microsoft Sans Serif"/>
                <a:cs typeface="Microsoft Sans Serif"/>
              </a:rPr>
              <a:t>vì </a:t>
            </a:r>
            <a:r>
              <a:rPr sz="2000" dirty="0">
                <a:latin typeface="Microsoft Sans Serif"/>
                <a:cs typeface="Microsoft Sans Serif"/>
              </a:rPr>
              <a:t>thế 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L[u*]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dài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của</a:t>
            </a:r>
            <a:r>
              <a:rPr sz="2000" spc="-5" dirty="0">
                <a:latin typeface="Microsoft Sans Serif"/>
                <a:cs typeface="Microsoft Sans Serif"/>
              </a:rPr>
              <a:t> nó.</a:t>
            </a:r>
            <a:endParaRPr sz="2000">
              <a:latin typeface="Microsoft Sans Serif"/>
              <a:cs typeface="Microsoft Sans Serif"/>
            </a:endParaRPr>
          </a:p>
          <a:p>
            <a:pPr marL="286385" marR="270510" indent="-274320">
              <a:lnSpc>
                <a:spcPts val="1920"/>
              </a:lnSpc>
              <a:spcBef>
                <a:spcPts val="585"/>
              </a:spcBef>
              <a:buClr>
                <a:srgbClr val="4F81BD"/>
              </a:buClr>
              <a:buSzPct val="85000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000" dirty="0">
                <a:latin typeface="Microsoft Sans Serif"/>
                <a:cs typeface="Microsoft Sans Serif"/>
              </a:rPr>
              <a:t>Vậy </a:t>
            </a:r>
            <a:r>
              <a:rPr sz="2000" spc="-5" dirty="0">
                <a:latin typeface="Microsoft Sans Serif"/>
                <a:cs typeface="Microsoft Sans Serif"/>
              </a:rPr>
              <a:t>L[u*] </a:t>
            </a:r>
            <a:r>
              <a:rPr sz="2000" dirty="0">
                <a:latin typeface="Microsoft Sans Serif"/>
                <a:cs typeface="Microsoft Sans Serif"/>
              </a:rPr>
              <a:t>cũng </a:t>
            </a:r>
            <a:r>
              <a:rPr sz="2000" spc="20" dirty="0">
                <a:latin typeface="Microsoft Sans Serif"/>
                <a:cs typeface="Microsoft Sans Serif"/>
              </a:rPr>
              <a:t>chính </a:t>
            </a:r>
            <a:r>
              <a:rPr sz="2000" spc="-10" dirty="0">
                <a:latin typeface="Microsoft Sans Serif"/>
                <a:cs typeface="Microsoft Sans Serif"/>
              </a:rPr>
              <a:t>là </a:t>
            </a:r>
            <a:r>
              <a:rPr sz="2000" spc="85" dirty="0">
                <a:latin typeface="Microsoft Sans Serif"/>
                <a:cs typeface="Microsoft Sans Serif"/>
              </a:rPr>
              <a:t>đường </a:t>
            </a:r>
            <a:r>
              <a:rPr sz="2000" spc="-10" dirty="0">
                <a:latin typeface="Microsoft Sans Serif"/>
                <a:cs typeface="Microsoft Sans Serif"/>
              </a:rPr>
              <a:t>đi </a:t>
            </a:r>
            <a:r>
              <a:rPr sz="2000" spc="-5" dirty="0">
                <a:latin typeface="Microsoft Sans Serif"/>
                <a:cs typeface="Microsoft Sans Serif"/>
              </a:rPr>
              <a:t>ngắn nhất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114" dirty="0">
                <a:latin typeface="Microsoft Sans Serif"/>
                <a:cs typeface="Microsoft Sans Serif"/>
              </a:rPr>
              <a:t>từ</a:t>
            </a:r>
            <a:r>
              <a:rPr sz="2000" dirty="0">
                <a:latin typeface="Microsoft Sans Serif"/>
                <a:cs typeface="Microsoft Sans Serif"/>
              </a:rPr>
              <a:t> 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đến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u*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trên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toàn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cục.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2706618"/>
            <a:ext cx="2956559" cy="2680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938007" y="49936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z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43571" y="2478018"/>
            <a:ext cx="2289175" cy="3290570"/>
            <a:chOff x="7243571" y="2478018"/>
            <a:chExt cx="2289175" cy="329057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48571" y="3087618"/>
              <a:ext cx="231648" cy="2423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00971" y="3849618"/>
              <a:ext cx="231648" cy="2423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48571" y="2478018"/>
              <a:ext cx="231648" cy="2423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67571" y="3087618"/>
              <a:ext cx="231648" cy="24231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3571" y="5297418"/>
              <a:ext cx="231648" cy="24231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67571" y="5526018"/>
              <a:ext cx="231648" cy="24231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67571" y="3621018"/>
              <a:ext cx="231648" cy="24231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250121" y="4857982"/>
            <a:ext cx="238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Georgia"/>
                <a:cs typeface="Georgia"/>
              </a:rPr>
              <a:t>u</a:t>
            </a:r>
            <a:r>
              <a:rPr sz="1600" spc="-5" dirty="0">
                <a:solidFill>
                  <a:srgbClr val="FFFFFF"/>
                </a:solidFill>
                <a:latin typeface="Georgia"/>
                <a:cs typeface="Georgia"/>
              </a:rPr>
              <a:t>*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</a:t>
            </a:r>
            <a:r>
              <a:rPr spc="-55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8539912" y="517648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86647" y="4185965"/>
            <a:ext cx="575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L[u*]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4457-35A3-B36D-BABB-CCF65883E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THUẬT TOÁN DIJKSTRA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2CA12-5113-A574-29A1-BFAA994D051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36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>
                <a:latin typeface="Microsoft Sans Serif"/>
                <a:cs typeface="Microsoft Sans Serif"/>
              </a:rPr>
              <a:t>dụ</a:t>
            </a:r>
            <a:r>
              <a:rPr sz="2600">
                <a:latin typeface="Microsoft Sans Serif"/>
                <a:cs typeface="Microsoft Sans Serif"/>
              </a:rPr>
              <a:t> 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2572" y="1716018"/>
            <a:ext cx="5119116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01232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9023" y="17506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154460"/>
              </p:ext>
            </p:extLst>
          </p:nvPr>
        </p:nvGraphicFramePr>
        <p:xfrm>
          <a:off x="1628205" y="5269783"/>
          <a:ext cx="6097902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6338316" y="2253990"/>
            <a:ext cx="90170" cy="1225550"/>
          </a:xfrm>
          <a:custGeom>
            <a:avLst/>
            <a:gdLst/>
            <a:ahLst/>
            <a:cxnLst/>
            <a:rect l="l" t="t" r="r" b="b"/>
            <a:pathLst>
              <a:path w="90170" h="1225550">
                <a:moveTo>
                  <a:pt x="89916" y="1222248"/>
                </a:moveTo>
                <a:lnTo>
                  <a:pt x="36576" y="0"/>
                </a:lnTo>
                <a:lnTo>
                  <a:pt x="0" y="1524"/>
                </a:lnTo>
                <a:lnTo>
                  <a:pt x="51816" y="1225296"/>
                </a:lnTo>
                <a:lnTo>
                  <a:pt x="89916" y="122224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B9C780-A19A-483C-30A3-68FE9E1A8697}"/>
                  </a:ext>
                </a:extLst>
              </p:cNvPr>
              <p:cNvSpPr txBox="1"/>
              <p:nvPr/>
            </p:nvSpPr>
            <p:spPr>
              <a:xfrm>
                <a:off x="1628206" y="4083311"/>
                <a:ext cx="6097902" cy="1101432"/>
              </a:xfrm>
              <a:prstGeom prst="rect">
                <a:avLst/>
              </a:prstGeom>
              <a:noFill/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/>
                  <a:t>Gán T = V = {s, 2, 3, 4, 5, t}</a:t>
                </a:r>
              </a:p>
              <a:p>
                <a:r>
                  <a:rPr lang="en-US"/>
                  <a:t>         L(s) = 0;  L(k) = +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/>
                  <a:t> ;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/>
                  <a:t>k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 V \{s}</a:t>
                </a:r>
              </a:p>
              <a:p>
                <a:r>
                  <a:rPr lang="en-US"/>
                  <a:t>          Prev[k] = -1,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/>
                  <a:t>k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 V 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B9C780-A19A-483C-30A3-68FE9E1A8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206" y="4083311"/>
                <a:ext cx="6097902" cy="1101432"/>
              </a:xfrm>
              <a:prstGeom prst="rect">
                <a:avLst/>
              </a:prstGeom>
              <a:blipFill>
                <a:blip r:embed="rId10"/>
                <a:stretch>
                  <a:fillRect l="-699" t="-2732"/>
                </a:stretch>
              </a:blipFill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2572" y="1716018"/>
            <a:ext cx="5119116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01232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9023" y="17506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093222"/>
              </p:ext>
            </p:extLst>
          </p:nvPr>
        </p:nvGraphicFramePr>
        <p:xfrm>
          <a:off x="1628205" y="5347345"/>
          <a:ext cx="6097902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6338316" y="2253990"/>
            <a:ext cx="90170" cy="1225550"/>
          </a:xfrm>
          <a:custGeom>
            <a:avLst/>
            <a:gdLst/>
            <a:ahLst/>
            <a:cxnLst/>
            <a:rect l="l" t="t" r="r" b="b"/>
            <a:pathLst>
              <a:path w="90170" h="1225550">
                <a:moveTo>
                  <a:pt x="89916" y="1222248"/>
                </a:moveTo>
                <a:lnTo>
                  <a:pt x="36576" y="0"/>
                </a:lnTo>
                <a:lnTo>
                  <a:pt x="0" y="1524"/>
                </a:lnTo>
                <a:lnTo>
                  <a:pt x="51816" y="1225296"/>
                </a:lnTo>
                <a:lnTo>
                  <a:pt x="89916" y="122224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0E0750-DCA9-5C88-5254-A79E9026189B}"/>
              </a:ext>
            </a:extLst>
          </p:cNvPr>
          <p:cNvSpPr txBox="1"/>
          <p:nvPr/>
        </p:nvSpPr>
        <p:spPr>
          <a:xfrm>
            <a:off x="1628205" y="4086225"/>
            <a:ext cx="6097902" cy="1171670"/>
          </a:xfrm>
          <a:prstGeom prst="rect">
            <a:avLst/>
          </a:prstGeom>
          <a:noFill/>
          <a:ln w="1270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/>
              <a:t> T = T \ {s} = {2, 3, 4, 5, t}</a:t>
            </a:r>
          </a:p>
          <a:p>
            <a:r>
              <a:rPr lang="en-US"/>
              <a:t> min(L(2), L(4)) = min(6, 4) = 4; =&gt; Chọn đỉnh 4</a:t>
            </a:r>
          </a:p>
          <a:p>
            <a:r>
              <a:rPr lang="en-US"/>
              <a:t> Prev[2] = s; Prev[4] = s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dụ</a:t>
            </a:r>
            <a:r>
              <a:rPr sz="2600" dirty="0">
                <a:latin typeface="Microsoft Sans Serif"/>
                <a:cs typeface="Microsoft Sans Serif"/>
              </a:rPr>
              <a:t> 1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00628" y="1716018"/>
            <a:ext cx="4671060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01232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54095" y="2622798"/>
            <a:ext cx="542925" cy="541020"/>
            <a:chOff x="3054095" y="2622798"/>
            <a:chExt cx="542925" cy="54102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4095" y="2622798"/>
              <a:ext cx="541019" cy="53797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54095" y="2622798"/>
              <a:ext cx="542544" cy="54015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54095" y="2622798"/>
              <a:ext cx="542925" cy="541020"/>
            </a:xfrm>
            <a:custGeom>
              <a:avLst/>
              <a:gdLst/>
              <a:ahLst/>
              <a:cxnLst/>
              <a:rect l="l" t="t" r="r" b="b"/>
              <a:pathLst>
                <a:path w="542925" h="541019">
                  <a:moveTo>
                    <a:pt x="298704" y="0"/>
                  </a:moveTo>
                  <a:lnTo>
                    <a:pt x="243840" y="0"/>
                  </a:lnTo>
                  <a:lnTo>
                    <a:pt x="230124" y="3047"/>
                  </a:lnTo>
                  <a:lnTo>
                    <a:pt x="216407" y="4571"/>
                  </a:lnTo>
                  <a:lnTo>
                    <a:pt x="202692" y="7619"/>
                  </a:lnTo>
                  <a:lnTo>
                    <a:pt x="190500" y="12191"/>
                  </a:lnTo>
                  <a:lnTo>
                    <a:pt x="178308" y="15239"/>
                  </a:lnTo>
                  <a:lnTo>
                    <a:pt x="166116" y="21335"/>
                  </a:lnTo>
                  <a:lnTo>
                    <a:pt x="141731" y="32003"/>
                  </a:lnTo>
                  <a:lnTo>
                    <a:pt x="120396" y="45719"/>
                  </a:lnTo>
                  <a:lnTo>
                    <a:pt x="79248" y="79247"/>
                  </a:lnTo>
                  <a:lnTo>
                    <a:pt x="47243" y="118871"/>
                  </a:lnTo>
                  <a:lnTo>
                    <a:pt x="21336" y="164591"/>
                  </a:lnTo>
                  <a:lnTo>
                    <a:pt x="9143" y="202691"/>
                  </a:lnTo>
                  <a:lnTo>
                    <a:pt x="6096" y="214883"/>
                  </a:lnTo>
                  <a:lnTo>
                    <a:pt x="3048" y="228600"/>
                  </a:lnTo>
                  <a:lnTo>
                    <a:pt x="1524" y="242315"/>
                  </a:lnTo>
                  <a:lnTo>
                    <a:pt x="1524" y="256031"/>
                  </a:lnTo>
                  <a:lnTo>
                    <a:pt x="0" y="269747"/>
                  </a:lnTo>
                  <a:lnTo>
                    <a:pt x="1524" y="283463"/>
                  </a:lnTo>
                  <a:lnTo>
                    <a:pt x="1524" y="297179"/>
                  </a:lnTo>
                  <a:lnTo>
                    <a:pt x="3048" y="310895"/>
                  </a:lnTo>
                  <a:lnTo>
                    <a:pt x="12192" y="350519"/>
                  </a:lnTo>
                  <a:lnTo>
                    <a:pt x="33528" y="399288"/>
                  </a:lnTo>
                  <a:lnTo>
                    <a:pt x="62484" y="441959"/>
                  </a:lnTo>
                  <a:lnTo>
                    <a:pt x="99060" y="478535"/>
                  </a:lnTo>
                  <a:lnTo>
                    <a:pt x="141731" y="507491"/>
                  </a:lnTo>
                  <a:lnTo>
                    <a:pt x="190500" y="528827"/>
                  </a:lnTo>
                  <a:lnTo>
                    <a:pt x="204216" y="531876"/>
                  </a:lnTo>
                  <a:lnTo>
                    <a:pt x="216407" y="534923"/>
                  </a:lnTo>
                  <a:lnTo>
                    <a:pt x="230124" y="537971"/>
                  </a:lnTo>
                  <a:lnTo>
                    <a:pt x="257556" y="541019"/>
                  </a:lnTo>
                  <a:lnTo>
                    <a:pt x="284988" y="541019"/>
                  </a:lnTo>
                  <a:lnTo>
                    <a:pt x="312419" y="537971"/>
                  </a:lnTo>
                  <a:lnTo>
                    <a:pt x="326136" y="534923"/>
                  </a:lnTo>
                  <a:lnTo>
                    <a:pt x="338328" y="531876"/>
                  </a:lnTo>
                  <a:lnTo>
                    <a:pt x="271271" y="531876"/>
                  </a:lnTo>
                  <a:lnTo>
                    <a:pt x="257556" y="530351"/>
                  </a:lnTo>
                  <a:lnTo>
                    <a:pt x="243840" y="530351"/>
                  </a:lnTo>
                  <a:lnTo>
                    <a:pt x="231648" y="528827"/>
                  </a:lnTo>
                  <a:lnTo>
                    <a:pt x="193548" y="519683"/>
                  </a:lnTo>
                  <a:lnTo>
                    <a:pt x="146304" y="499871"/>
                  </a:lnTo>
                  <a:lnTo>
                    <a:pt x="105156" y="470915"/>
                  </a:lnTo>
                  <a:lnTo>
                    <a:pt x="70104" y="435863"/>
                  </a:lnTo>
                  <a:lnTo>
                    <a:pt x="41148" y="394715"/>
                  </a:lnTo>
                  <a:lnTo>
                    <a:pt x="21336" y="347471"/>
                  </a:lnTo>
                  <a:lnTo>
                    <a:pt x="13716" y="309371"/>
                  </a:lnTo>
                  <a:lnTo>
                    <a:pt x="10668" y="297179"/>
                  </a:lnTo>
                  <a:lnTo>
                    <a:pt x="10668" y="243839"/>
                  </a:lnTo>
                  <a:lnTo>
                    <a:pt x="13716" y="230123"/>
                  </a:lnTo>
                  <a:lnTo>
                    <a:pt x="15240" y="217931"/>
                  </a:lnTo>
                  <a:lnTo>
                    <a:pt x="30480" y="167639"/>
                  </a:lnTo>
                  <a:lnTo>
                    <a:pt x="54864" y="123443"/>
                  </a:lnTo>
                  <a:lnTo>
                    <a:pt x="86868" y="85343"/>
                  </a:lnTo>
                  <a:lnTo>
                    <a:pt x="124968" y="53339"/>
                  </a:lnTo>
                  <a:lnTo>
                    <a:pt x="169164" y="28955"/>
                  </a:lnTo>
                  <a:lnTo>
                    <a:pt x="193548" y="21335"/>
                  </a:lnTo>
                  <a:lnTo>
                    <a:pt x="205740" y="16763"/>
                  </a:lnTo>
                  <a:lnTo>
                    <a:pt x="217931" y="13715"/>
                  </a:lnTo>
                  <a:lnTo>
                    <a:pt x="245364" y="10667"/>
                  </a:lnTo>
                  <a:lnTo>
                    <a:pt x="257556" y="9143"/>
                  </a:lnTo>
                  <a:lnTo>
                    <a:pt x="342900" y="9143"/>
                  </a:lnTo>
                  <a:lnTo>
                    <a:pt x="338328" y="7619"/>
                  </a:lnTo>
                  <a:lnTo>
                    <a:pt x="326136" y="4571"/>
                  </a:lnTo>
                  <a:lnTo>
                    <a:pt x="312419" y="3047"/>
                  </a:lnTo>
                  <a:lnTo>
                    <a:pt x="298704" y="0"/>
                  </a:lnTo>
                  <a:close/>
                </a:path>
                <a:path w="542925" h="541019">
                  <a:moveTo>
                    <a:pt x="342900" y="9143"/>
                  </a:moveTo>
                  <a:lnTo>
                    <a:pt x="284988" y="9143"/>
                  </a:lnTo>
                  <a:lnTo>
                    <a:pt x="298704" y="10667"/>
                  </a:lnTo>
                  <a:lnTo>
                    <a:pt x="310895" y="12191"/>
                  </a:lnTo>
                  <a:lnTo>
                    <a:pt x="324612" y="13715"/>
                  </a:lnTo>
                  <a:lnTo>
                    <a:pt x="336804" y="16763"/>
                  </a:lnTo>
                  <a:lnTo>
                    <a:pt x="348995" y="21335"/>
                  </a:lnTo>
                  <a:lnTo>
                    <a:pt x="361188" y="24383"/>
                  </a:lnTo>
                  <a:lnTo>
                    <a:pt x="396240" y="41147"/>
                  </a:lnTo>
                  <a:lnTo>
                    <a:pt x="437388" y="68579"/>
                  </a:lnTo>
                  <a:lnTo>
                    <a:pt x="472440" y="103631"/>
                  </a:lnTo>
                  <a:lnTo>
                    <a:pt x="501395" y="146303"/>
                  </a:lnTo>
                  <a:lnTo>
                    <a:pt x="521207" y="192023"/>
                  </a:lnTo>
                  <a:lnTo>
                    <a:pt x="528828" y="230123"/>
                  </a:lnTo>
                  <a:lnTo>
                    <a:pt x="530352" y="243839"/>
                  </a:lnTo>
                  <a:lnTo>
                    <a:pt x="531876" y="256031"/>
                  </a:lnTo>
                  <a:lnTo>
                    <a:pt x="531876" y="283463"/>
                  </a:lnTo>
                  <a:lnTo>
                    <a:pt x="530352" y="297179"/>
                  </a:lnTo>
                  <a:lnTo>
                    <a:pt x="528828" y="309371"/>
                  </a:lnTo>
                  <a:lnTo>
                    <a:pt x="527304" y="323088"/>
                  </a:lnTo>
                  <a:lnTo>
                    <a:pt x="512064" y="371855"/>
                  </a:lnTo>
                  <a:lnTo>
                    <a:pt x="487680" y="416051"/>
                  </a:lnTo>
                  <a:lnTo>
                    <a:pt x="455676" y="454151"/>
                  </a:lnTo>
                  <a:lnTo>
                    <a:pt x="417576" y="486155"/>
                  </a:lnTo>
                  <a:lnTo>
                    <a:pt x="373380" y="510539"/>
                  </a:lnTo>
                  <a:lnTo>
                    <a:pt x="336804" y="522731"/>
                  </a:lnTo>
                  <a:lnTo>
                    <a:pt x="323088" y="525779"/>
                  </a:lnTo>
                  <a:lnTo>
                    <a:pt x="310895" y="528827"/>
                  </a:lnTo>
                  <a:lnTo>
                    <a:pt x="297180" y="530351"/>
                  </a:lnTo>
                  <a:lnTo>
                    <a:pt x="284988" y="530351"/>
                  </a:lnTo>
                  <a:lnTo>
                    <a:pt x="271271" y="531876"/>
                  </a:lnTo>
                  <a:lnTo>
                    <a:pt x="338328" y="531876"/>
                  </a:lnTo>
                  <a:lnTo>
                    <a:pt x="352044" y="528827"/>
                  </a:lnTo>
                  <a:lnTo>
                    <a:pt x="400812" y="507491"/>
                  </a:lnTo>
                  <a:lnTo>
                    <a:pt x="443483" y="478535"/>
                  </a:lnTo>
                  <a:lnTo>
                    <a:pt x="480059" y="441959"/>
                  </a:lnTo>
                  <a:lnTo>
                    <a:pt x="509016" y="399288"/>
                  </a:lnTo>
                  <a:lnTo>
                    <a:pt x="530352" y="350519"/>
                  </a:lnTo>
                  <a:lnTo>
                    <a:pt x="539495" y="310895"/>
                  </a:lnTo>
                  <a:lnTo>
                    <a:pt x="541019" y="297179"/>
                  </a:lnTo>
                  <a:lnTo>
                    <a:pt x="541019" y="283463"/>
                  </a:lnTo>
                  <a:lnTo>
                    <a:pt x="542544" y="269747"/>
                  </a:lnTo>
                  <a:lnTo>
                    <a:pt x="541019" y="256031"/>
                  </a:lnTo>
                  <a:lnTo>
                    <a:pt x="541019" y="242315"/>
                  </a:lnTo>
                  <a:lnTo>
                    <a:pt x="539495" y="228600"/>
                  </a:lnTo>
                  <a:lnTo>
                    <a:pt x="536448" y="214883"/>
                  </a:lnTo>
                  <a:lnTo>
                    <a:pt x="533400" y="202691"/>
                  </a:lnTo>
                  <a:lnTo>
                    <a:pt x="530352" y="188975"/>
                  </a:lnTo>
                  <a:lnTo>
                    <a:pt x="509016" y="140207"/>
                  </a:lnTo>
                  <a:lnTo>
                    <a:pt x="480059" y="97535"/>
                  </a:lnTo>
                  <a:lnTo>
                    <a:pt x="443483" y="60959"/>
                  </a:lnTo>
                  <a:lnTo>
                    <a:pt x="400812" y="32003"/>
                  </a:lnTo>
                  <a:lnTo>
                    <a:pt x="364236" y="15239"/>
                  </a:lnTo>
                  <a:lnTo>
                    <a:pt x="352044" y="12191"/>
                  </a:lnTo>
                  <a:lnTo>
                    <a:pt x="34290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96055" y="3058662"/>
            <a:ext cx="4224655" cy="706120"/>
            <a:chOff x="3496055" y="3058662"/>
            <a:chExt cx="4224655" cy="706120"/>
          </a:xfrm>
        </p:grpSpPr>
        <p:sp>
          <p:nvSpPr>
            <p:cNvPr id="28" name="object 28"/>
            <p:cNvSpPr/>
            <p:nvPr/>
          </p:nvSpPr>
          <p:spPr>
            <a:xfrm>
              <a:off x="3496056" y="3058662"/>
              <a:ext cx="876300" cy="706120"/>
            </a:xfrm>
            <a:custGeom>
              <a:avLst/>
              <a:gdLst/>
              <a:ahLst/>
              <a:cxnLst/>
              <a:rect l="l" t="t" r="r" b="b"/>
              <a:pathLst>
                <a:path w="876300" h="706120">
                  <a:moveTo>
                    <a:pt x="876300" y="659892"/>
                  </a:moveTo>
                  <a:lnTo>
                    <a:pt x="35052" y="0"/>
                  </a:lnTo>
                  <a:lnTo>
                    <a:pt x="0" y="44196"/>
                  </a:lnTo>
                  <a:lnTo>
                    <a:pt x="841248" y="705612"/>
                  </a:lnTo>
                  <a:lnTo>
                    <a:pt x="876300" y="659892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65976" y="3064758"/>
              <a:ext cx="1054735" cy="695325"/>
            </a:xfrm>
            <a:custGeom>
              <a:avLst/>
              <a:gdLst/>
              <a:ahLst/>
              <a:cxnLst/>
              <a:rect l="l" t="t" r="r" b="b"/>
              <a:pathLst>
                <a:path w="1054734" h="695325">
                  <a:moveTo>
                    <a:pt x="1054608" y="32004"/>
                  </a:moveTo>
                  <a:lnTo>
                    <a:pt x="1034796" y="0"/>
                  </a:lnTo>
                  <a:lnTo>
                    <a:pt x="0" y="662940"/>
                  </a:lnTo>
                  <a:lnTo>
                    <a:pt x="19812" y="694944"/>
                  </a:lnTo>
                  <a:lnTo>
                    <a:pt x="1054608" y="3200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9023" y="17506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14893"/>
              </p:ext>
            </p:extLst>
          </p:nvPr>
        </p:nvGraphicFramePr>
        <p:xfrm>
          <a:off x="1323405" y="5303247"/>
          <a:ext cx="6097902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13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6338316" y="2253990"/>
            <a:ext cx="90170" cy="1225550"/>
          </a:xfrm>
          <a:custGeom>
            <a:avLst/>
            <a:gdLst/>
            <a:ahLst/>
            <a:cxnLst/>
            <a:rect l="l" t="t" r="r" b="b"/>
            <a:pathLst>
              <a:path w="90170" h="1225550">
                <a:moveTo>
                  <a:pt x="89916" y="1222248"/>
                </a:moveTo>
                <a:lnTo>
                  <a:pt x="36576" y="0"/>
                </a:lnTo>
                <a:lnTo>
                  <a:pt x="0" y="1524"/>
                </a:lnTo>
                <a:lnTo>
                  <a:pt x="51816" y="1225296"/>
                </a:lnTo>
                <a:lnTo>
                  <a:pt x="89916" y="122224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C4BAE-113E-B3A3-0199-86D084DD0CE8}"/>
              </a:ext>
            </a:extLst>
          </p:cNvPr>
          <p:cNvSpPr txBox="1"/>
          <p:nvPr/>
        </p:nvSpPr>
        <p:spPr>
          <a:xfrm>
            <a:off x="1323405" y="4015734"/>
            <a:ext cx="6046024" cy="1169009"/>
          </a:xfrm>
          <a:prstGeom prst="rect">
            <a:avLst/>
          </a:prstGeom>
          <a:noFill/>
          <a:ln w="1270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/>
              <a:t> T = T\{4} = {2, 3, 5, t}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/>
              <a:t>L(3) = 4+3 = 7 (s-&gt;4-&gt;3);  L(5) = 4+9=13 (s-&gt;4-&gt;5).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/>
              <a:t> Prev[3] = 4;  Prev[5] = 13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/>
              <a:t>Min(L(2), L(3), L(4)) min(6, 7, 13) = 6;  =&gt; Chọn đỉnh 2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dụ</a:t>
            </a:r>
            <a:r>
              <a:rPr sz="2600" dirty="0">
                <a:latin typeface="Microsoft Sans Serif"/>
                <a:cs typeface="Microsoft Sans Serif"/>
              </a:rPr>
              <a:t> 1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083808" y="1716018"/>
            <a:ext cx="546100" cy="546100"/>
            <a:chOff x="6083808" y="1716018"/>
            <a:chExt cx="546100" cy="546100"/>
          </a:xfrm>
        </p:grpSpPr>
        <p:sp>
          <p:nvSpPr>
            <p:cNvPr id="17" name="object 17"/>
            <p:cNvSpPr/>
            <p:nvPr/>
          </p:nvSpPr>
          <p:spPr>
            <a:xfrm>
              <a:off x="6091428" y="1722114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59" h="532130">
                  <a:moveTo>
                    <a:pt x="265175" y="0"/>
                  </a:moveTo>
                  <a:lnTo>
                    <a:pt x="217549" y="4329"/>
                  </a:lnTo>
                  <a:lnTo>
                    <a:pt x="172707" y="16799"/>
                  </a:lnTo>
                  <a:lnTo>
                    <a:pt x="131402" y="36632"/>
                  </a:lnTo>
                  <a:lnTo>
                    <a:pt x="94387" y="63050"/>
                  </a:lnTo>
                  <a:lnTo>
                    <a:pt x="62415" y="95276"/>
                  </a:lnTo>
                  <a:lnTo>
                    <a:pt x="36237" y="132531"/>
                  </a:lnTo>
                  <a:lnTo>
                    <a:pt x="16607" y="174039"/>
                  </a:lnTo>
                  <a:lnTo>
                    <a:pt x="4277" y="219021"/>
                  </a:lnTo>
                  <a:lnTo>
                    <a:pt x="0" y="266700"/>
                  </a:lnTo>
                  <a:lnTo>
                    <a:pt x="4277" y="314326"/>
                  </a:lnTo>
                  <a:lnTo>
                    <a:pt x="16607" y="359168"/>
                  </a:lnTo>
                  <a:lnTo>
                    <a:pt x="36237" y="400473"/>
                  </a:lnTo>
                  <a:lnTo>
                    <a:pt x="62415" y="437488"/>
                  </a:lnTo>
                  <a:lnTo>
                    <a:pt x="94387" y="469460"/>
                  </a:lnTo>
                  <a:lnTo>
                    <a:pt x="131402" y="495638"/>
                  </a:lnTo>
                  <a:lnTo>
                    <a:pt x="172707" y="515268"/>
                  </a:lnTo>
                  <a:lnTo>
                    <a:pt x="217549" y="527598"/>
                  </a:lnTo>
                  <a:lnTo>
                    <a:pt x="265175" y="531876"/>
                  </a:lnTo>
                  <a:lnTo>
                    <a:pt x="312802" y="527598"/>
                  </a:lnTo>
                  <a:lnTo>
                    <a:pt x="357644" y="515268"/>
                  </a:lnTo>
                  <a:lnTo>
                    <a:pt x="398949" y="495638"/>
                  </a:lnTo>
                  <a:lnTo>
                    <a:pt x="435964" y="469460"/>
                  </a:lnTo>
                  <a:lnTo>
                    <a:pt x="467936" y="437488"/>
                  </a:lnTo>
                  <a:lnTo>
                    <a:pt x="494114" y="400473"/>
                  </a:lnTo>
                  <a:lnTo>
                    <a:pt x="513744" y="359168"/>
                  </a:lnTo>
                  <a:lnTo>
                    <a:pt x="526074" y="314326"/>
                  </a:lnTo>
                  <a:lnTo>
                    <a:pt x="530351" y="266700"/>
                  </a:lnTo>
                  <a:lnTo>
                    <a:pt x="526074" y="219021"/>
                  </a:lnTo>
                  <a:lnTo>
                    <a:pt x="513744" y="174039"/>
                  </a:lnTo>
                  <a:lnTo>
                    <a:pt x="494114" y="132531"/>
                  </a:lnTo>
                  <a:lnTo>
                    <a:pt x="467936" y="95276"/>
                  </a:lnTo>
                  <a:lnTo>
                    <a:pt x="435964" y="63050"/>
                  </a:lnTo>
                  <a:lnTo>
                    <a:pt x="398949" y="36632"/>
                  </a:lnTo>
                  <a:lnTo>
                    <a:pt x="357644" y="16799"/>
                  </a:lnTo>
                  <a:lnTo>
                    <a:pt x="312802" y="4329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3808" y="1716018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546100" h="546100">
                  <a:moveTo>
                    <a:pt x="286512" y="544068"/>
                  </a:moveTo>
                  <a:lnTo>
                    <a:pt x="259079" y="544068"/>
                  </a:lnTo>
                  <a:lnTo>
                    <a:pt x="272795" y="545591"/>
                  </a:lnTo>
                  <a:lnTo>
                    <a:pt x="286512" y="544068"/>
                  </a:lnTo>
                  <a:close/>
                </a:path>
                <a:path w="546100" h="546100">
                  <a:moveTo>
                    <a:pt x="300227" y="1524"/>
                  </a:moveTo>
                  <a:lnTo>
                    <a:pt x="245363" y="1524"/>
                  </a:lnTo>
                  <a:lnTo>
                    <a:pt x="231647" y="3048"/>
                  </a:lnTo>
                  <a:lnTo>
                    <a:pt x="204215" y="9144"/>
                  </a:lnTo>
                  <a:lnTo>
                    <a:pt x="192024" y="12191"/>
                  </a:lnTo>
                  <a:lnTo>
                    <a:pt x="179831" y="16763"/>
                  </a:lnTo>
                  <a:lnTo>
                    <a:pt x="166115" y="21336"/>
                  </a:lnTo>
                  <a:lnTo>
                    <a:pt x="120395" y="47244"/>
                  </a:lnTo>
                  <a:lnTo>
                    <a:pt x="62483" y="99060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3047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2796"/>
                  </a:lnTo>
                  <a:lnTo>
                    <a:pt x="1524" y="286512"/>
                  </a:lnTo>
                  <a:lnTo>
                    <a:pt x="1524" y="300227"/>
                  </a:lnTo>
                  <a:lnTo>
                    <a:pt x="3047" y="313944"/>
                  </a:lnTo>
                  <a:lnTo>
                    <a:pt x="9143" y="341375"/>
                  </a:lnTo>
                  <a:lnTo>
                    <a:pt x="12191" y="353568"/>
                  </a:lnTo>
                  <a:lnTo>
                    <a:pt x="16763" y="365760"/>
                  </a:lnTo>
                  <a:lnTo>
                    <a:pt x="21336" y="379475"/>
                  </a:lnTo>
                  <a:lnTo>
                    <a:pt x="47243" y="425196"/>
                  </a:lnTo>
                  <a:lnTo>
                    <a:pt x="80771" y="464820"/>
                  </a:lnTo>
                  <a:lnTo>
                    <a:pt x="120395" y="498348"/>
                  </a:lnTo>
                  <a:lnTo>
                    <a:pt x="167639" y="524256"/>
                  </a:lnTo>
                  <a:lnTo>
                    <a:pt x="204215" y="536448"/>
                  </a:lnTo>
                  <a:lnTo>
                    <a:pt x="245363" y="544068"/>
                  </a:lnTo>
                  <a:lnTo>
                    <a:pt x="300227" y="544068"/>
                  </a:lnTo>
                  <a:lnTo>
                    <a:pt x="313943" y="542544"/>
                  </a:lnTo>
                  <a:lnTo>
                    <a:pt x="341375" y="536448"/>
                  </a:lnTo>
                  <a:lnTo>
                    <a:pt x="353567" y="533400"/>
                  </a:lnTo>
                  <a:lnTo>
                    <a:pt x="358139" y="531876"/>
                  </a:lnTo>
                  <a:lnTo>
                    <a:pt x="259079" y="531876"/>
                  </a:lnTo>
                  <a:lnTo>
                    <a:pt x="246887" y="530351"/>
                  </a:lnTo>
                  <a:lnTo>
                    <a:pt x="207263" y="524256"/>
                  </a:lnTo>
                  <a:lnTo>
                    <a:pt x="149351" y="501396"/>
                  </a:lnTo>
                  <a:lnTo>
                    <a:pt x="108203" y="472439"/>
                  </a:lnTo>
                  <a:lnTo>
                    <a:pt x="71627" y="437388"/>
                  </a:lnTo>
                  <a:lnTo>
                    <a:pt x="44195" y="396239"/>
                  </a:lnTo>
                  <a:lnTo>
                    <a:pt x="28955" y="361188"/>
                  </a:lnTo>
                  <a:lnTo>
                    <a:pt x="24383" y="350520"/>
                  </a:lnTo>
                  <a:lnTo>
                    <a:pt x="21336" y="336803"/>
                  </a:lnTo>
                  <a:lnTo>
                    <a:pt x="18287" y="324612"/>
                  </a:lnTo>
                  <a:lnTo>
                    <a:pt x="16763" y="312420"/>
                  </a:lnTo>
                  <a:lnTo>
                    <a:pt x="15239" y="298703"/>
                  </a:lnTo>
                  <a:lnTo>
                    <a:pt x="13715" y="286512"/>
                  </a:lnTo>
                  <a:lnTo>
                    <a:pt x="13715" y="259080"/>
                  </a:lnTo>
                  <a:lnTo>
                    <a:pt x="18287" y="220980"/>
                  </a:lnTo>
                  <a:lnTo>
                    <a:pt x="28955" y="182880"/>
                  </a:lnTo>
                  <a:lnTo>
                    <a:pt x="57912" y="128015"/>
                  </a:lnTo>
                  <a:lnTo>
                    <a:pt x="89915" y="88391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184403" y="28956"/>
                  </a:lnTo>
                  <a:lnTo>
                    <a:pt x="195071" y="24384"/>
                  </a:lnTo>
                  <a:lnTo>
                    <a:pt x="208787" y="21336"/>
                  </a:lnTo>
                  <a:lnTo>
                    <a:pt x="220979" y="18287"/>
                  </a:lnTo>
                  <a:lnTo>
                    <a:pt x="233171" y="16763"/>
                  </a:lnTo>
                  <a:lnTo>
                    <a:pt x="246887" y="13715"/>
                  </a:lnTo>
                  <a:lnTo>
                    <a:pt x="357631" y="13715"/>
                  </a:lnTo>
                  <a:lnTo>
                    <a:pt x="353567" y="12191"/>
                  </a:lnTo>
                  <a:lnTo>
                    <a:pt x="341375" y="9144"/>
                  </a:lnTo>
                  <a:lnTo>
                    <a:pt x="313943" y="3048"/>
                  </a:lnTo>
                  <a:lnTo>
                    <a:pt x="300227" y="1524"/>
                  </a:lnTo>
                  <a:close/>
                </a:path>
                <a:path w="546100" h="546100">
                  <a:moveTo>
                    <a:pt x="357631" y="13715"/>
                  </a:moveTo>
                  <a:lnTo>
                    <a:pt x="300227" y="13715"/>
                  </a:lnTo>
                  <a:lnTo>
                    <a:pt x="312419" y="16763"/>
                  </a:lnTo>
                  <a:lnTo>
                    <a:pt x="324612" y="18287"/>
                  </a:lnTo>
                  <a:lnTo>
                    <a:pt x="338327" y="21336"/>
                  </a:lnTo>
                  <a:lnTo>
                    <a:pt x="396239" y="44196"/>
                  </a:lnTo>
                  <a:lnTo>
                    <a:pt x="438912" y="73151"/>
                  </a:lnTo>
                  <a:lnTo>
                    <a:pt x="473963" y="108203"/>
                  </a:lnTo>
                  <a:lnTo>
                    <a:pt x="501395" y="149351"/>
                  </a:lnTo>
                  <a:lnTo>
                    <a:pt x="521208" y="195072"/>
                  </a:lnTo>
                  <a:lnTo>
                    <a:pt x="528827" y="233172"/>
                  </a:lnTo>
                  <a:lnTo>
                    <a:pt x="531875" y="246887"/>
                  </a:lnTo>
                  <a:lnTo>
                    <a:pt x="531875" y="286512"/>
                  </a:lnTo>
                  <a:lnTo>
                    <a:pt x="530351" y="298703"/>
                  </a:lnTo>
                  <a:lnTo>
                    <a:pt x="528827" y="312420"/>
                  </a:lnTo>
                  <a:lnTo>
                    <a:pt x="521208" y="350520"/>
                  </a:lnTo>
                  <a:lnTo>
                    <a:pt x="501395" y="396239"/>
                  </a:lnTo>
                  <a:lnTo>
                    <a:pt x="472439" y="437388"/>
                  </a:lnTo>
                  <a:lnTo>
                    <a:pt x="437388" y="473963"/>
                  </a:lnTo>
                  <a:lnTo>
                    <a:pt x="396239" y="501396"/>
                  </a:lnTo>
                  <a:lnTo>
                    <a:pt x="350519" y="521208"/>
                  </a:lnTo>
                  <a:lnTo>
                    <a:pt x="312419" y="528827"/>
                  </a:lnTo>
                  <a:lnTo>
                    <a:pt x="298703" y="530351"/>
                  </a:lnTo>
                  <a:lnTo>
                    <a:pt x="286512" y="531876"/>
                  </a:lnTo>
                  <a:lnTo>
                    <a:pt x="358139" y="531876"/>
                  </a:lnTo>
                  <a:lnTo>
                    <a:pt x="367283" y="528827"/>
                  </a:lnTo>
                  <a:lnTo>
                    <a:pt x="402336" y="512063"/>
                  </a:lnTo>
                  <a:lnTo>
                    <a:pt x="446532" y="483108"/>
                  </a:lnTo>
                  <a:lnTo>
                    <a:pt x="483108" y="445008"/>
                  </a:lnTo>
                  <a:lnTo>
                    <a:pt x="512063" y="402336"/>
                  </a:lnTo>
                  <a:lnTo>
                    <a:pt x="533399" y="353568"/>
                  </a:lnTo>
                  <a:lnTo>
                    <a:pt x="542543" y="313944"/>
                  </a:lnTo>
                  <a:lnTo>
                    <a:pt x="544067" y="300227"/>
                  </a:lnTo>
                  <a:lnTo>
                    <a:pt x="544067" y="286512"/>
                  </a:lnTo>
                  <a:lnTo>
                    <a:pt x="545591" y="272796"/>
                  </a:lnTo>
                  <a:lnTo>
                    <a:pt x="544067" y="259080"/>
                  </a:lnTo>
                  <a:lnTo>
                    <a:pt x="544067" y="245363"/>
                  </a:lnTo>
                  <a:lnTo>
                    <a:pt x="542543" y="231648"/>
                  </a:lnTo>
                  <a:lnTo>
                    <a:pt x="533399" y="192024"/>
                  </a:lnTo>
                  <a:lnTo>
                    <a:pt x="512063" y="143256"/>
                  </a:lnTo>
                  <a:lnTo>
                    <a:pt x="483108" y="99060"/>
                  </a:lnTo>
                  <a:lnTo>
                    <a:pt x="446532" y="62484"/>
                  </a:lnTo>
                  <a:lnTo>
                    <a:pt x="402336" y="33527"/>
                  </a:lnTo>
                  <a:lnTo>
                    <a:pt x="377951" y="21336"/>
                  </a:lnTo>
                  <a:lnTo>
                    <a:pt x="357631" y="13715"/>
                  </a:lnTo>
                  <a:close/>
                </a:path>
                <a:path w="546100" h="546100">
                  <a:moveTo>
                    <a:pt x="272795" y="0"/>
                  </a:moveTo>
                  <a:lnTo>
                    <a:pt x="259079" y="1524"/>
                  </a:lnTo>
                  <a:lnTo>
                    <a:pt x="286512" y="1524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01232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29684" y="1716018"/>
            <a:ext cx="544195" cy="546100"/>
            <a:chOff x="4329684" y="1716018"/>
            <a:chExt cx="544195" cy="546100"/>
          </a:xfrm>
        </p:grpSpPr>
        <p:sp>
          <p:nvSpPr>
            <p:cNvPr id="21" name="object 21"/>
            <p:cNvSpPr/>
            <p:nvPr/>
          </p:nvSpPr>
          <p:spPr>
            <a:xfrm>
              <a:off x="4335780" y="1722114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29" h="532130">
                  <a:moveTo>
                    <a:pt x="265175" y="0"/>
                  </a:moveTo>
                  <a:lnTo>
                    <a:pt x="217549" y="4329"/>
                  </a:lnTo>
                  <a:lnTo>
                    <a:pt x="172707" y="16799"/>
                  </a:lnTo>
                  <a:lnTo>
                    <a:pt x="131402" y="36632"/>
                  </a:lnTo>
                  <a:lnTo>
                    <a:pt x="94387" y="63050"/>
                  </a:lnTo>
                  <a:lnTo>
                    <a:pt x="62415" y="95276"/>
                  </a:lnTo>
                  <a:lnTo>
                    <a:pt x="36237" y="132531"/>
                  </a:lnTo>
                  <a:lnTo>
                    <a:pt x="16607" y="174039"/>
                  </a:lnTo>
                  <a:lnTo>
                    <a:pt x="4277" y="219021"/>
                  </a:lnTo>
                  <a:lnTo>
                    <a:pt x="0" y="266700"/>
                  </a:lnTo>
                  <a:lnTo>
                    <a:pt x="4277" y="314326"/>
                  </a:lnTo>
                  <a:lnTo>
                    <a:pt x="16607" y="359168"/>
                  </a:lnTo>
                  <a:lnTo>
                    <a:pt x="36237" y="400473"/>
                  </a:lnTo>
                  <a:lnTo>
                    <a:pt x="62415" y="437488"/>
                  </a:lnTo>
                  <a:lnTo>
                    <a:pt x="94387" y="469460"/>
                  </a:lnTo>
                  <a:lnTo>
                    <a:pt x="131402" y="495638"/>
                  </a:lnTo>
                  <a:lnTo>
                    <a:pt x="172707" y="515268"/>
                  </a:lnTo>
                  <a:lnTo>
                    <a:pt x="217549" y="527598"/>
                  </a:lnTo>
                  <a:lnTo>
                    <a:pt x="265175" y="531876"/>
                  </a:lnTo>
                  <a:lnTo>
                    <a:pt x="313256" y="527598"/>
                  </a:lnTo>
                  <a:lnTo>
                    <a:pt x="358451" y="515268"/>
                  </a:lnTo>
                  <a:lnTo>
                    <a:pt x="400021" y="495638"/>
                  </a:lnTo>
                  <a:lnTo>
                    <a:pt x="437227" y="469460"/>
                  </a:lnTo>
                  <a:lnTo>
                    <a:pt x="469327" y="437488"/>
                  </a:lnTo>
                  <a:lnTo>
                    <a:pt x="495582" y="400473"/>
                  </a:lnTo>
                  <a:lnTo>
                    <a:pt x="515252" y="359168"/>
                  </a:lnTo>
                  <a:lnTo>
                    <a:pt x="527596" y="314326"/>
                  </a:lnTo>
                  <a:lnTo>
                    <a:pt x="531876" y="266700"/>
                  </a:lnTo>
                  <a:lnTo>
                    <a:pt x="527596" y="219021"/>
                  </a:lnTo>
                  <a:lnTo>
                    <a:pt x="515252" y="174039"/>
                  </a:lnTo>
                  <a:lnTo>
                    <a:pt x="495582" y="132531"/>
                  </a:lnTo>
                  <a:lnTo>
                    <a:pt x="469327" y="95276"/>
                  </a:lnTo>
                  <a:lnTo>
                    <a:pt x="437227" y="63050"/>
                  </a:lnTo>
                  <a:lnTo>
                    <a:pt x="400021" y="36632"/>
                  </a:lnTo>
                  <a:lnTo>
                    <a:pt x="358451" y="16799"/>
                  </a:lnTo>
                  <a:lnTo>
                    <a:pt x="313256" y="4329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29684" y="1716018"/>
              <a:ext cx="544195" cy="546100"/>
            </a:xfrm>
            <a:custGeom>
              <a:avLst/>
              <a:gdLst/>
              <a:ahLst/>
              <a:cxnLst/>
              <a:rect l="l" t="t" r="r" b="b"/>
              <a:pathLst>
                <a:path w="544195" h="546100">
                  <a:moveTo>
                    <a:pt x="286512" y="544068"/>
                  </a:moveTo>
                  <a:lnTo>
                    <a:pt x="257555" y="544068"/>
                  </a:lnTo>
                  <a:lnTo>
                    <a:pt x="272795" y="545591"/>
                  </a:lnTo>
                  <a:lnTo>
                    <a:pt x="286512" y="544068"/>
                  </a:lnTo>
                  <a:close/>
                </a:path>
                <a:path w="544195" h="546100">
                  <a:moveTo>
                    <a:pt x="300227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216407" y="6096"/>
                  </a:lnTo>
                  <a:lnTo>
                    <a:pt x="204215" y="9144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60" y="62484"/>
                  </a:lnTo>
                  <a:lnTo>
                    <a:pt x="62483" y="99060"/>
                  </a:lnTo>
                  <a:lnTo>
                    <a:pt x="32003" y="143256"/>
                  </a:lnTo>
                  <a:lnTo>
                    <a:pt x="7619" y="204215"/>
                  </a:lnTo>
                  <a:lnTo>
                    <a:pt x="0" y="259080"/>
                  </a:lnTo>
                  <a:lnTo>
                    <a:pt x="0" y="286512"/>
                  </a:lnTo>
                  <a:lnTo>
                    <a:pt x="4571" y="327660"/>
                  </a:lnTo>
                  <a:lnTo>
                    <a:pt x="7619" y="341375"/>
                  </a:lnTo>
                  <a:lnTo>
                    <a:pt x="16763" y="365760"/>
                  </a:lnTo>
                  <a:lnTo>
                    <a:pt x="21336" y="379475"/>
                  </a:lnTo>
                  <a:lnTo>
                    <a:pt x="45719" y="425196"/>
                  </a:lnTo>
                  <a:lnTo>
                    <a:pt x="79248" y="464820"/>
                  </a:lnTo>
                  <a:lnTo>
                    <a:pt x="120395" y="498348"/>
                  </a:lnTo>
                  <a:lnTo>
                    <a:pt x="166115" y="524256"/>
                  </a:lnTo>
                  <a:lnTo>
                    <a:pt x="217931" y="539496"/>
                  </a:lnTo>
                  <a:lnTo>
                    <a:pt x="230124" y="542544"/>
                  </a:lnTo>
                  <a:lnTo>
                    <a:pt x="243839" y="544068"/>
                  </a:lnTo>
                  <a:lnTo>
                    <a:pt x="300227" y="544068"/>
                  </a:lnTo>
                  <a:lnTo>
                    <a:pt x="313943" y="542544"/>
                  </a:lnTo>
                  <a:lnTo>
                    <a:pt x="327660" y="539496"/>
                  </a:lnTo>
                  <a:lnTo>
                    <a:pt x="339851" y="536448"/>
                  </a:lnTo>
                  <a:lnTo>
                    <a:pt x="353567" y="533400"/>
                  </a:lnTo>
                  <a:lnTo>
                    <a:pt x="357632" y="531876"/>
                  </a:lnTo>
                  <a:lnTo>
                    <a:pt x="259079" y="531876"/>
                  </a:lnTo>
                  <a:lnTo>
                    <a:pt x="231648" y="528827"/>
                  </a:lnTo>
                  <a:lnTo>
                    <a:pt x="170687" y="512063"/>
                  </a:lnTo>
                  <a:lnTo>
                    <a:pt x="126491" y="487680"/>
                  </a:lnTo>
                  <a:lnTo>
                    <a:pt x="88391" y="455675"/>
                  </a:lnTo>
                  <a:lnTo>
                    <a:pt x="56387" y="417575"/>
                  </a:lnTo>
                  <a:lnTo>
                    <a:pt x="32003" y="373380"/>
                  </a:lnTo>
                  <a:lnTo>
                    <a:pt x="24383" y="350520"/>
                  </a:lnTo>
                  <a:lnTo>
                    <a:pt x="19812" y="336803"/>
                  </a:lnTo>
                  <a:lnTo>
                    <a:pt x="18287" y="324612"/>
                  </a:lnTo>
                  <a:lnTo>
                    <a:pt x="15239" y="312420"/>
                  </a:lnTo>
                  <a:lnTo>
                    <a:pt x="13715" y="298703"/>
                  </a:lnTo>
                  <a:lnTo>
                    <a:pt x="12191" y="286512"/>
                  </a:lnTo>
                  <a:lnTo>
                    <a:pt x="12191" y="259080"/>
                  </a:lnTo>
                  <a:lnTo>
                    <a:pt x="13715" y="245363"/>
                  </a:lnTo>
                  <a:lnTo>
                    <a:pt x="15239" y="233172"/>
                  </a:lnTo>
                  <a:lnTo>
                    <a:pt x="18287" y="220980"/>
                  </a:lnTo>
                  <a:lnTo>
                    <a:pt x="21336" y="207263"/>
                  </a:lnTo>
                  <a:lnTo>
                    <a:pt x="27431" y="182880"/>
                  </a:lnTo>
                  <a:lnTo>
                    <a:pt x="33527" y="172212"/>
                  </a:lnTo>
                  <a:lnTo>
                    <a:pt x="44195" y="149351"/>
                  </a:lnTo>
                  <a:lnTo>
                    <a:pt x="71627" y="106680"/>
                  </a:lnTo>
                  <a:lnTo>
                    <a:pt x="106679" y="71627"/>
                  </a:lnTo>
                  <a:lnTo>
                    <a:pt x="147827" y="44196"/>
                  </a:lnTo>
                  <a:lnTo>
                    <a:pt x="195071" y="24384"/>
                  </a:lnTo>
                  <a:lnTo>
                    <a:pt x="233171" y="16763"/>
                  </a:lnTo>
                  <a:lnTo>
                    <a:pt x="245363" y="13715"/>
                  </a:lnTo>
                  <a:lnTo>
                    <a:pt x="356615" y="13715"/>
                  </a:lnTo>
                  <a:lnTo>
                    <a:pt x="352043" y="12191"/>
                  </a:lnTo>
                  <a:lnTo>
                    <a:pt x="339851" y="9144"/>
                  </a:lnTo>
                  <a:lnTo>
                    <a:pt x="326136" y="6096"/>
                  </a:lnTo>
                  <a:lnTo>
                    <a:pt x="313943" y="3048"/>
                  </a:lnTo>
                  <a:lnTo>
                    <a:pt x="300227" y="1524"/>
                  </a:lnTo>
                  <a:close/>
                </a:path>
                <a:path w="544195" h="546100">
                  <a:moveTo>
                    <a:pt x="356615" y="13715"/>
                  </a:moveTo>
                  <a:lnTo>
                    <a:pt x="298703" y="13715"/>
                  </a:lnTo>
                  <a:lnTo>
                    <a:pt x="310895" y="16763"/>
                  </a:lnTo>
                  <a:lnTo>
                    <a:pt x="324612" y="18287"/>
                  </a:lnTo>
                  <a:lnTo>
                    <a:pt x="348995" y="24384"/>
                  </a:lnTo>
                  <a:lnTo>
                    <a:pt x="396239" y="44196"/>
                  </a:lnTo>
                  <a:lnTo>
                    <a:pt x="437388" y="73151"/>
                  </a:lnTo>
                  <a:lnTo>
                    <a:pt x="472439" y="108203"/>
                  </a:lnTo>
                  <a:lnTo>
                    <a:pt x="499871" y="149351"/>
                  </a:lnTo>
                  <a:lnTo>
                    <a:pt x="522731" y="207263"/>
                  </a:lnTo>
                  <a:lnTo>
                    <a:pt x="525779" y="220980"/>
                  </a:lnTo>
                  <a:lnTo>
                    <a:pt x="528827" y="233172"/>
                  </a:lnTo>
                  <a:lnTo>
                    <a:pt x="530351" y="246887"/>
                  </a:lnTo>
                  <a:lnTo>
                    <a:pt x="531876" y="259080"/>
                  </a:lnTo>
                  <a:lnTo>
                    <a:pt x="531876" y="286512"/>
                  </a:lnTo>
                  <a:lnTo>
                    <a:pt x="530351" y="298703"/>
                  </a:lnTo>
                  <a:lnTo>
                    <a:pt x="528827" y="312420"/>
                  </a:lnTo>
                  <a:lnTo>
                    <a:pt x="525779" y="324612"/>
                  </a:lnTo>
                  <a:lnTo>
                    <a:pt x="515112" y="362712"/>
                  </a:lnTo>
                  <a:lnTo>
                    <a:pt x="487679" y="417575"/>
                  </a:lnTo>
                  <a:lnTo>
                    <a:pt x="455675" y="457200"/>
                  </a:lnTo>
                  <a:lnTo>
                    <a:pt x="417575" y="487680"/>
                  </a:lnTo>
                  <a:lnTo>
                    <a:pt x="373379" y="512063"/>
                  </a:lnTo>
                  <a:lnTo>
                    <a:pt x="324612" y="527303"/>
                  </a:lnTo>
                  <a:lnTo>
                    <a:pt x="310895" y="528827"/>
                  </a:lnTo>
                  <a:lnTo>
                    <a:pt x="298703" y="530351"/>
                  </a:lnTo>
                  <a:lnTo>
                    <a:pt x="284988" y="531876"/>
                  </a:lnTo>
                  <a:lnTo>
                    <a:pt x="357632" y="531876"/>
                  </a:lnTo>
                  <a:lnTo>
                    <a:pt x="402336" y="512063"/>
                  </a:lnTo>
                  <a:lnTo>
                    <a:pt x="445007" y="483108"/>
                  </a:lnTo>
                  <a:lnTo>
                    <a:pt x="498348" y="425196"/>
                  </a:lnTo>
                  <a:lnTo>
                    <a:pt x="522731" y="377951"/>
                  </a:lnTo>
                  <a:lnTo>
                    <a:pt x="536448" y="341375"/>
                  </a:lnTo>
                  <a:lnTo>
                    <a:pt x="544067" y="286512"/>
                  </a:lnTo>
                  <a:lnTo>
                    <a:pt x="544067" y="259080"/>
                  </a:lnTo>
                  <a:lnTo>
                    <a:pt x="534924" y="204215"/>
                  </a:lnTo>
                  <a:lnTo>
                    <a:pt x="522731" y="166115"/>
                  </a:lnTo>
                  <a:lnTo>
                    <a:pt x="496824" y="120396"/>
                  </a:lnTo>
                  <a:lnTo>
                    <a:pt x="464819" y="80772"/>
                  </a:lnTo>
                  <a:lnTo>
                    <a:pt x="423671" y="47244"/>
                  </a:lnTo>
                  <a:lnTo>
                    <a:pt x="377951" y="21336"/>
                  </a:lnTo>
                  <a:lnTo>
                    <a:pt x="365760" y="16763"/>
                  </a:lnTo>
                  <a:lnTo>
                    <a:pt x="356615" y="13715"/>
                  </a:lnTo>
                  <a:close/>
                </a:path>
                <a:path w="544195" h="546100">
                  <a:moveTo>
                    <a:pt x="271271" y="0"/>
                  </a:moveTo>
                  <a:lnTo>
                    <a:pt x="257555" y="1524"/>
                  </a:lnTo>
                  <a:lnTo>
                    <a:pt x="286512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49496" y="3470142"/>
            <a:ext cx="542925" cy="542925"/>
            <a:chOff x="4349496" y="3470142"/>
            <a:chExt cx="542925" cy="542925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51020" y="3471666"/>
              <a:ext cx="541020" cy="54102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9496" y="3470142"/>
              <a:ext cx="542544" cy="54254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49496" y="3470142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84988" y="541020"/>
                  </a:moveTo>
                  <a:lnTo>
                    <a:pt x="257555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2925" h="542925">
                  <a:moveTo>
                    <a:pt x="298703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59" y="62484"/>
                  </a:lnTo>
                  <a:lnTo>
                    <a:pt x="62483" y="99060"/>
                  </a:lnTo>
                  <a:lnTo>
                    <a:pt x="33527" y="141732"/>
                  </a:lnTo>
                  <a:lnTo>
                    <a:pt x="12191" y="190500"/>
                  </a:lnTo>
                  <a:lnTo>
                    <a:pt x="9143" y="204215"/>
                  </a:lnTo>
                  <a:lnTo>
                    <a:pt x="6095" y="216408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6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20"/>
                  </a:lnTo>
                  <a:lnTo>
                    <a:pt x="6095" y="326136"/>
                  </a:lnTo>
                  <a:lnTo>
                    <a:pt x="9143" y="338327"/>
                  </a:lnTo>
                  <a:lnTo>
                    <a:pt x="12191" y="352044"/>
                  </a:lnTo>
                  <a:lnTo>
                    <a:pt x="33527" y="400812"/>
                  </a:lnTo>
                  <a:lnTo>
                    <a:pt x="62483" y="443484"/>
                  </a:lnTo>
                  <a:lnTo>
                    <a:pt x="99059" y="480060"/>
                  </a:lnTo>
                  <a:lnTo>
                    <a:pt x="141731" y="509015"/>
                  </a:lnTo>
                  <a:lnTo>
                    <a:pt x="190500" y="530351"/>
                  </a:lnTo>
                  <a:lnTo>
                    <a:pt x="204215" y="533400"/>
                  </a:lnTo>
                  <a:lnTo>
                    <a:pt x="216407" y="536448"/>
                  </a:lnTo>
                  <a:lnTo>
                    <a:pt x="230124" y="539496"/>
                  </a:lnTo>
                  <a:lnTo>
                    <a:pt x="243839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5185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7303"/>
                  </a:lnTo>
                  <a:lnTo>
                    <a:pt x="169163" y="512063"/>
                  </a:lnTo>
                  <a:lnTo>
                    <a:pt x="124967" y="487679"/>
                  </a:lnTo>
                  <a:lnTo>
                    <a:pt x="86867" y="455675"/>
                  </a:lnTo>
                  <a:lnTo>
                    <a:pt x="54863" y="417575"/>
                  </a:lnTo>
                  <a:lnTo>
                    <a:pt x="30479" y="373379"/>
                  </a:lnTo>
                  <a:lnTo>
                    <a:pt x="18287" y="336803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1648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6867"/>
                  </a:lnTo>
                  <a:lnTo>
                    <a:pt x="124967" y="54863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31648" y="13715"/>
                  </a:lnTo>
                  <a:lnTo>
                    <a:pt x="245363" y="10667"/>
                  </a:lnTo>
                  <a:lnTo>
                    <a:pt x="345185" y="10667"/>
                  </a:lnTo>
                  <a:lnTo>
                    <a:pt x="338327" y="9144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98703" y="1524"/>
                  </a:lnTo>
                  <a:close/>
                </a:path>
                <a:path w="542925" h="542925">
                  <a:moveTo>
                    <a:pt x="345185" y="10667"/>
                  </a:moveTo>
                  <a:lnTo>
                    <a:pt x="298703" y="10667"/>
                  </a:lnTo>
                  <a:lnTo>
                    <a:pt x="310895" y="13715"/>
                  </a:lnTo>
                  <a:lnTo>
                    <a:pt x="324612" y="15239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501395" y="146303"/>
                  </a:lnTo>
                  <a:lnTo>
                    <a:pt x="521207" y="1935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6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36803" y="524256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5185" y="531876"/>
                  </a:lnTo>
                  <a:lnTo>
                    <a:pt x="352043" y="530351"/>
                  </a:lnTo>
                  <a:lnTo>
                    <a:pt x="400812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30351" y="352044"/>
                  </a:lnTo>
                  <a:lnTo>
                    <a:pt x="533400" y="338327"/>
                  </a:lnTo>
                  <a:lnTo>
                    <a:pt x="536448" y="326136"/>
                  </a:lnTo>
                  <a:lnTo>
                    <a:pt x="539495" y="312420"/>
                  </a:lnTo>
                  <a:lnTo>
                    <a:pt x="541019" y="298703"/>
                  </a:lnTo>
                  <a:lnTo>
                    <a:pt x="541019" y="284988"/>
                  </a:lnTo>
                  <a:lnTo>
                    <a:pt x="542543" y="271272"/>
                  </a:lnTo>
                  <a:lnTo>
                    <a:pt x="541019" y="257556"/>
                  </a:lnTo>
                  <a:lnTo>
                    <a:pt x="541019" y="243839"/>
                  </a:lnTo>
                  <a:lnTo>
                    <a:pt x="539495" y="230124"/>
                  </a:lnTo>
                  <a:lnTo>
                    <a:pt x="530351" y="190500"/>
                  </a:lnTo>
                  <a:lnTo>
                    <a:pt x="509015" y="141732"/>
                  </a:lnTo>
                  <a:lnTo>
                    <a:pt x="480059" y="99060"/>
                  </a:lnTo>
                  <a:lnTo>
                    <a:pt x="443483" y="62484"/>
                  </a:lnTo>
                  <a:lnTo>
                    <a:pt x="400812" y="33527"/>
                  </a:lnTo>
                  <a:lnTo>
                    <a:pt x="352043" y="12191"/>
                  </a:lnTo>
                  <a:lnTo>
                    <a:pt x="345185" y="10667"/>
                  </a:lnTo>
                  <a:close/>
                </a:path>
                <a:path w="542925" h="542925">
                  <a:moveTo>
                    <a:pt x="271271" y="0"/>
                  </a:moveTo>
                  <a:lnTo>
                    <a:pt x="257555" y="1524"/>
                  </a:lnTo>
                  <a:lnTo>
                    <a:pt x="284988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37147" y="3471666"/>
            <a:ext cx="546100" cy="544195"/>
            <a:chOff x="6137147" y="3471666"/>
            <a:chExt cx="546100" cy="544195"/>
          </a:xfrm>
        </p:grpSpPr>
        <p:sp>
          <p:nvSpPr>
            <p:cNvPr id="30" name="object 30"/>
            <p:cNvSpPr/>
            <p:nvPr/>
          </p:nvSpPr>
          <p:spPr>
            <a:xfrm>
              <a:off x="6143243" y="3477762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29" h="532129">
                  <a:moveTo>
                    <a:pt x="266700" y="0"/>
                  </a:moveTo>
                  <a:lnTo>
                    <a:pt x="219021" y="4279"/>
                  </a:lnTo>
                  <a:lnTo>
                    <a:pt x="174039" y="16623"/>
                  </a:lnTo>
                  <a:lnTo>
                    <a:pt x="132531" y="36293"/>
                  </a:lnTo>
                  <a:lnTo>
                    <a:pt x="95276" y="62548"/>
                  </a:lnTo>
                  <a:lnTo>
                    <a:pt x="63050" y="94648"/>
                  </a:lnTo>
                  <a:lnTo>
                    <a:pt x="36632" y="131854"/>
                  </a:lnTo>
                  <a:lnTo>
                    <a:pt x="16799" y="173424"/>
                  </a:lnTo>
                  <a:lnTo>
                    <a:pt x="4329" y="218619"/>
                  </a:lnTo>
                  <a:lnTo>
                    <a:pt x="0" y="266700"/>
                  </a:lnTo>
                  <a:lnTo>
                    <a:pt x="4329" y="314326"/>
                  </a:lnTo>
                  <a:lnTo>
                    <a:pt x="16799" y="359168"/>
                  </a:lnTo>
                  <a:lnTo>
                    <a:pt x="36632" y="400473"/>
                  </a:lnTo>
                  <a:lnTo>
                    <a:pt x="63050" y="437488"/>
                  </a:lnTo>
                  <a:lnTo>
                    <a:pt x="95276" y="469460"/>
                  </a:lnTo>
                  <a:lnTo>
                    <a:pt x="132531" y="495638"/>
                  </a:lnTo>
                  <a:lnTo>
                    <a:pt x="174039" y="515268"/>
                  </a:lnTo>
                  <a:lnTo>
                    <a:pt x="219021" y="527598"/>
                  </a:lnTo>
                  <a:lnTo>
                    <a:pt x="266700" y="531876"/>
                  </a:lnTo>
                  <a:lnTo>
                    <a:pt x="314326" y="527598"/>
                  </a:lnTo>
                  <a:lnTo>
                    <a:pt x="359168" y="515268"/>
                  </a:lnTo>
                  <a:lnTo>
                    <a:pt x="400473" y="495638"/>
                  </a:lnTo>
                  <a:lnTo>
                    <a:pt x="437488" y="469460"/>
                  </a:lnTo>
                  <a:lnTo>
                    <a:pt x="469460" y="437488"/>
                  </a:lnTo>
                  <a:lnTo>
                    <a:pt x="495638" y="400473"/>
                  </a:lnTo>
                  <a:lnTo>
                    <a:pt x="515268" y="359168"/>
                  </a:lnTo>
                  <a:lnTo>
                    <a:pt x="527598" y="314326"/>
                  </a:lnTo>
                  <a:lnTo>
                    <a:pt x="531876" y="266700"/>
                  </a:lnTo>
                  <a:lnTo>
                    <a:pt x="527598" y="218619"/>
                  </a:lnTo>
                  <a:lnTo>
                    <a:pt x="515268" y="173424"/>
                  </a:lnTo>
                  <a:lnTo>
                    <a:pt x="495638" y="131854"/>
                  </a:lnTo>
                  <a:lnTo>
                    <a:pt x="469460" y="94648"/>
                  </a:lnTo>
                  <a:lnTo>
                    <a:pt x="437488" y="62548"/>
                  </a:lnTo>
                  <a:lnTo>
                    <a:pt x="400473" y="36293"/>
                  </a:lnTo>
                  <a:lnTo>
                    <a:pt x="359168" y="16623"/>
                  </a:lnTo>
                  <a:lnTo>
                    <a:pt x="314326" y="427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7147" y="3471666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5">
                  <a:moveTo>
                    <a:pt x="286512" y="0"/>
                  </a:moveTo>
                  <a:lnTo>
                    <a:pt x="259079" y="0"/>
                  </a:lnTo>
                  <a:lnTo>
                    <a:pt x="231648" y="3048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4" y="99060"/>
                  </a:lnTo>
                  <a:lnTo>
                    <a:pt x="33527" y="143255"/>
                  </a:lnTo>
                  <a:lnTo>
                    <a:pt x="16763" y="178308"/>
                  </a:lnTo>
                  <a:lnTo>
                    <a:pt x="6096" y="217932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2796"/>
                  </a:lnTo>
                  <a:lnTo>
                    <a:pt x="1524" y="286512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7660"/>
                  </a:lnTo>
                  <a:lnTo>
                    <a:pt x="9143" y="339851"/>
                  </a:lnTo>
                  <a:lnTo>
                    <a:pt x="12191" y="353567"/>
                  </a:lnTo>
                  <a:lnTo>
                    <a:pt x="33527" y="402336"/>
                  </a:lnTo>
                  <a:lnTo>
                    <a:pt x="62484" y="445008"/>
                  </a:lnTo>
                  <a:lnTo>
                    <a:pt x="99060" y="481584"/>
                  </a:lnTo>
                  <a:lnTo>
                    <a:pt x="143255" y="512063"/>
                  </a:lnTo>
                  <a:lnTo>
                    <a:pt x="179831" y="527303"/>
                  </a:lnTo>
                  <a:lnTo>
                    <a:pt x="204215" y="536448"/>
                  </a:lnTo>
                  <a:lnTo>
                    <a:pt x="217931" y="539496"/>
                  </a:lnTo>
                  <a:lnTo>
                    <a:pt x="259079" y="544067"/>
                  </a:lnTo>
                  <a:lnTo>
                    <a:pt x="286512" y="544067"/>
                  </a:lnTo>
                  <a:lnTo>
                    <a:pt x="327660" y="539496"/>
                  </a:lnTo>
                  <a:lnTo>
                    <a:pt x="341375" y="536448"/>
                  </a:lnTo>
                  <a:lnTo>
                    <a:pt x="353567" y="531876"/>
                  </a:lnTo>
                  <a:lnTo>
                    <a:pt x="259079" y="531876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19455" y="525779"/>
                  </a:lnTo>
                  <a:lnTo>
                    <a:pt x="182879" y="516636"/>
                  </a:lnTo>
                  <a:lnTo>
                    <a:pt x="172212" y="510539"/>
                  </a:lnTo>
                  <a:lnTo>
                    <a:pt x="149351" y="499872"/>
                  </a:lnTo>
                  <a:lnTo>
                    <a:pt x="106679" y="472439"/>
                  </a:lnTo>
                  <a:lnTo>
                    <a:pt x="71627" y="437388"/>
                  </a:lnTo>
                  <a:lnTo>
                    <a:pt x="44196" y="396239"/>
                  </a:lnTo>
                  <a:lnTo>
                    <a:pt x="24384" y="348996"/>
                  </a:lnTo>
                  <a:lnTo>
                    <a:pt x="16763" y="310896"/>
                  </a:lnTo>
                  <a:lnTo>
                    <a:pt x="13715" y="298703"/>
                  </a:lnTo>
                  <a:lnTo>
                    <a:pt x="13715" y="245363"/>
                  </a:lnTo>
                  <a:lnTo>
                    <a:pt x="16763" y="231648"/>
                  </a:lnTo>
                  <a:lnTo>
                    <a:pt x="18287" y="219455"/>
                  </a:lnTo>
                  <a:lnTo>
                    <a:pt x="33527" y="170687"/>
                  </a:lnTo>
                  <a:lnTo>
                    <a:pt x="57912" y="126491"/>
                  </a:lnTo>
                  <a:lnTo>
                    <a:pt x="89915" y="88391"/>
                  </a:lnTo>
                  <a:lnTo>
                    <a:pt x="128015" y="56387"/>
                  </a:lnTo>
                  <a:lnTo>
                    <a:pt x="172212" y="32003"/>
                  </a:lnTo>
                  <a:lnTo>
                    <a:pt x="220979" y="18287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7" y="12191"/>
                  </a:lnTo>
                  <a:lnTo>
                    <a:pt x="339851" y="7620"/>
                  </a:lnTo>
                  <a:lnTo>
                    <a:pt x="327660" y="4572"/>
                  </a:lnTo>
                  <a:lnTo>
                    <a:pt x="286512" y="0"/>
                  </a:lnTo>
                  <a:close/>
                </a:path>
                <a:path w="546100" h="544195">
                  <a:moveTo>
                    <a:pt x="353567" y="12191"/>
                  </a:moveTo>
                  <a:lnTo>
                    <a:pt x="286512" y="12191"/>
                  </a:lnTo>
                  <a:lnTo>
                    <a:pt x="298703" y="13715"/>
                  </a:lnTo>
                  <a:lnTo>
                    <a:pt x="312419" y="15239"/>
                  </a:lnTo>
                  <a:lnTo>
                    <a:pt x="324612" y="18287"/>
                  </a:lnTo>
                  <a:lnTo>
                    <a:pt x="362712" y="28955"/>
                  </a:lnTo>
                  <a:lnTo>
                    <a:pt x="417575" y="56387"/>
                  </a:lnTo>
                  <a:lnTo>
                    <a:pt x="455675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3172"/>
                  </a:lnTo>
                  <a:lnTo>
                    <a:pt x="530351" y="245363"/>
                  </a:lnTo>
                  <a:lnTo>
                    <a:pt x="531876" y="259079"/>
                  </a:lnTo>
                  <a:lnTo>
                    <a:pt x="531876" y="284988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48996" y="519684"/>
                  </a:lnTo>
                  <a:lnTo>
                    <a:pt x="336803" y="524255"/>
                  </a:lnTo>
                  <a:lnTo>
                    <a:pt x="324612" y="525779"/>
                  </a:lnTo>
                  <a:lnTo>
                    <a:pt x="312419" y="528827"/>
                  </a:lnTo>
                  <a:lnTo>
                    <a:pt x="298703" y="530351"/>
                  </a:lnTo>
                  <a:lnTo>
                    <a:pt x="286512" y="531876"/>
                  </a:lnTo>
                  <a:lnTo>
                    <a:pt x="353567" y="531876"/>
                  </a:lnTo>
                  <a:lnTo>
                    <a:pt x="365759" y="527303"/>
                  </a:lnTo>
                  <a:lnTo>
                    <a:pt x="379475" y="522732"/>
                  </a:lnTo>
                  <a:lnTo>
                    <a:pt x="425196" y="498348"/>
                  </a:lnTo>
                  <a:lnTo>
                    <a:pt x="464820" y="464820"/>
                  </a:lnTo>
                  <a:lnTo>
                    <a:pt x="498348" y="423672"/>
                  </a:lnTo>
                  <a:lnTo>
                    <a:pt x="524255" y="377951"/>
                  </a:lnTo>
                  <a:lnTo>
                    <a:pt x="539496" y="326136"/>
                  </a:lnTo>
                  <a:lnTo>
                    <a:pt x="542544" y="313943"/>
                  </a:lnTo>
                  <a:lnTo>
                    <a:pt x="544068" y="300227"/>
                  </a:lnTo>
                  <a:lnTo>
                    <a:pt x="544068" y="286512"/>
                  </a:lnTo>
                  <a:lnTo>
                    <a:pt x="545592" y="271272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9496" y="216408"/>
                  </a:lnTo>
                  <a:lnTo>
                    <a:pt x="536448" y="204215"/>
                  </a:lnTo>
                  <a:lnTo>
                    <a:pt x="533400" y="190500"/>
                  </a:lnTo>
                  <a:lnTo>
                    <a:pt x="528827" y="178308"/>
                  </a:lnTo>
                  <a:lnTo>
                    <a:pt x="522731" y="166115"/>
                  </a:lnTo>
                  <a:lnTo>
                    <a:pt x="512063" y="141732"/>
                  </a:lnTo>
                  <a:lnTo>
                    <a:pt x="483107" y="99060"/>
                  </a:lnTo>
                  <a:lnTo>
                    <a:pt x="425196" y="45720"/>
                  </a:lnTo>
                  <a:lnTo>
                    <a:pt x="377951" y="21336"/>
                  </a:lnTo>
                  <a:lnTo>
                    <a:pt x="353567" y="12191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626095" y="2621274"/>
            <a:ext cx="546100" cy="544195"/>
            <a:chOff x="7626095" y="2621274"/>
            <a:chExt cx="546100" cy="544195"/>
          </a:xfrm>
        </p:grpSpPr>
        <p:sp>
          <p:nvSpPr>
            <p:cNvPr id="34" name="object 34"/>
            <p:cNvSpPr/>
            <p:nvPr/>
          </p:nvSpPr>
          <p:spPr>
            <a:xfrm>
              <a:off x="7633715" y="262737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59" h="532130">
                  <a:moveTo>
                    <a:pt x="265175" y="0"/>
                  </a:moveTo>
                  <a:lnTo>
                    <a:pt x="217549" y="4277"/>
                  </a:lnTo>
                  <a:lnTo>
                    <a:pt x="172707" y="16607"/>
                  </a:lnTo>
                  <a:lnTo>
                    <a:pt x="131402" y="36237"/>
                  </a:lnTo>
                  <a:lnTo>
                    <a:pt x="94387" y="62415"/>
                  </a:lnTo>
                  <a:lnTo>
                    <a:pt x="62415" y="94387"/>
                  </a:lnTo>
                  <a:lnTo>
                    <a:pt x="36237" y="131402"/>
                  </a:lnTo>
                  <a:lnTo>
                    <a:pt x="16607" y="172707"/>
                  </a:lnTo>
                  <a:lnTo>
                    <a:pt x="4277" y="217549"/>
                  </a:lnTo>
                  <a:lnTo>
                    <a:pt x="0" y="265175"/>
                  </a:lnTo>
                  <a:lnTo>
                    <a:pt x="4277" y="313256"/>
                  </a:lnTo>
                  <a:lnTo>
                    <a:pt x="16607" y="358451"/>
                  </a:lnTo>
                  <a:lnTo>
                    <a:pt x="36237" y="400021"/>
                  </a:lnTo>
                  <a:lnTo>
                    <a:pt x="62415" y="437227"/>
                  </a:lnTo>
                  <a:lnTo>
                    <a:pt x="94387" y="469327"/>
                  </a:lnTo>
                  <a:lnTo>
                    <a:pt x="131402" y="495582"/>
                  </a:lnTo>
                  <a:lnTo>
                    <a:pt x="172707" y="515252"/>
                  </a:lnTo>
                  <a:lnTo>
                    <a:pt x="217549" y="527596"/>
                  </a:lnTo>
                  <a:lnTo>
                    <a:pt x="265175" y="531876"/>
                  </a:lnTo>
                  <a:lnTo>
                    <a:pt x="312802" y="527596"/>
                  </a:lnTo>
                  <a:lnTo>
                    <a:pt x="357644" y="515252"/>
                  </a:lnTo>
                  <a:lnTo>
                    <a:pt x="398949" y="495582"/>
                  </a:lnTo>
                  <a:lnTo>
                    <a:pt x="435964" y="469327"/>
                  </a:lnTo>
                  <a:lnTo>
                    <a:pt x="467936" y="437227"/>
                  </a:lnTo>
                  <a:lnTo>
                    <a:pt x="494114" y="400021"/>
                  </a:lnTo>
                  <a:lnTo>
                    <a:pt x="513744" y="358451"/>
                  </a:lnTo>
                  <a:lnTo>
                    <a:pt x="526074" y="313256"/>
                  </a:lnTo>
                  <a:lnTo>
                    <a:pt x="530351" y="265175"/>
                  </a:lnTo>
                  <a:lnTo>
                    <a:pt x="526074" y="217549"/>
                  </a:lnTo>
                  <a:lnTo>
                    <a:pt x="513744" y="172707"/>
                  </a:lnTo>
                  <a:lnTo>
                    <a:pt x="494114" y="131402"/>
                  </a:lnTo>
                  <a:lnTo>
                    <a:pt x="467936" y="94387"/>
                  </a:lnTo>
                  <a:lnTo>
                    <a:pt x="435964" y="62415"/>
                  </a:lnTo>
                  <a:lnTo>
                    <a:pt x="398949" y="36237"/>
                  </a:lnTo>
                  <a:lnTo>
                    <a:pt x="357644" y="16607"/>
                  </a:lnTo>
                  <a:lnTo>
                    <a:pt x="312802" y="4277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26095" y="2621274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4">
                  <a:moveTo>
                    <a:pt x="300227" y="0"/>
                  </a:moveTo>
                  <a:lnTo>
                    <a:pt x="245363" y="0"/>
                  </a:lnTo>
                  <a:lnTo>
                    <a:pt x="231648" y="3047"/>
                  </a:lnTo>
                  <a:lnTo>
                    <a:pt x="217931" y="4571"/>
                  </a:lnTo>
                  <a:lnTo>
                    <a:pt x="204215" y="7619"/>
                  </a:lnTo>
                  <a:lnTo>
                    <a:pt x="192024" y="12191"/>
                  </a:lnTo>
                  <a:lnTo>
                    <a:pt x="178307" y="15239"/>
                  </a:lnTo>
                  <a:lnTo>
                    <a:pt x="166115" y="21335"/>
                  </a:lnTo>
                  <a:lnTo>
                    <a:pt x="143255" y="32003"/>
                  </a:lnTo>
                  <a:lnTo>
                    <a:pt x="120396" y="45719"/>
                  </a:lnTo>
                  <a:lnTo>
                    <a:pt x="80772" y="79247"/>
                  </a:lnTo>
                  <a:lnTo>
                    <a:pt x="47244" y="118871"/>
                  </a:lnTo>
                  <a:lnTo>
                    <a:pt x="21335" y="166115"/>
                  </a:lnTo>
                  <a:lnTo>
                    <a:pt x="9144" y="204215"/>
                  </a:lnTo>
                  <a:lnTo>
                    <a:pt x="6096" y="216407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1271"/>
                  </a:lnTo>
                  <a:lnTo>
                    <a:pt x="1524" y="284988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6135"/>
                  </a:lnTo>
                  <a:lnTo>
                    <a:pt x="9144" y="339851"/>
                  </a:lnTo>
                  <a:lnTo>
                    <a:pt x="12192" y="352043"/>
                  </a:lnTo>
                  <a:lnTo>
                    <a:pt x="33527" y="402335"/>
                  </a:lnTo>
                  <a:lnTo>
                    <a:pt x="62483" y="445007"/>
                  </a:lnTo>
                  <a:lnTo>
                    <a:pt x="100583" y="481583"/>
                  </a:lnTo>
                  <a:lnTo>
                    <a:pt x="143255" y="510539"/>
                  </a:lnTo>
                  <a:lnTo>
                    <a:pt x="192024" y="531876"/>
                  </a:lnTo>
                  <a:lnTo>
                    <a:pt x="231648" y="541019"/>
                  </a:lnTo>
                  <a:lnTo>
                    <a:pt x="259079" y="544067"/>
                  </a:lnTo>
                  <a:lnTo>
                    <a:pt x="286511" y="544067"/>
                  </a:lnTo>
                  <a:lnTo>
                    <a:pt x="313944" y="541019"/>
                  </a:lnTo>
                  <a:lnTo>
                    <a:pt x="341375" y="534924"/>
                  </a:lnTo>
                  <a:lnTo>
                    <a:pt x="353568" y="531876"/>
                  </a:lnTo>
                  <a:lnTo>
                    <a:pt x="272796" y="531876"/>
                  </a:lnTo>
                  <a:lnTo>
                    <a:pt x="259079" y="530351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20979" y="525779"/>
                  </a:lnTo>
                  <a:lnTo>
                    <a:pt x="207263" y="522731"/>
                  </a:lnTo>
                  <a:lnTo>
                    <a:pt x="149351" y="499871"/>
                  </a:lnTo>
                  <a:lnTo>
                    <a:pt x="108203" y="470915"/>
                  </a:lnTo>
                  <a:lnTo>
                    <a:pt x="71627" y="435863"/>
                  </a:lnTo>
                  <a:lnTo>
                    <a:pt x="44196" y="394715"/>
                  </a:lnTo>
                  <a:lnTo>
                    <a:pt x="24383" y="348995"/>
                  </a:lnTo>
                  <a:lnTo>
                    <a:pt x="16763" y="310895"/>
                  </a:lnTo>
                  <a:lnTo>
                    <a:pt x="15239" y="297179"/>
                  </a:lnTo>
                  <a:lnTo>
                    <a:pt x="13715" y="284988"/>
                  </a:lnTo>
                  <a:lnTo>
                    <a:pt x="13715" y="257555"/>
                  </a:lnTo>
                  <a:lnTo>
                    <a:pt x="15239" y="245363"/>
                  </a:lnTo>
                  <a:lnTo>
                    <a:pt x="16763" y="231647"/>
                  </a:lnTo>
                  <a:lnTo>
                    <a:pt x="18287" y="219455"/>
                  </a:lnTo>
                  <a:lnTo>
                    <a:pt x="21335" y="207263"/>
                  </a:lnTo>
                  <a:lnTo>
                    <a:pt x="24383" y="193547"/>
                  </a:lnTo>
                  <a:lnTo>
                    <a:pt x="28955" y="182879"/>
                  </a:lnTo>
                  <a:lnTo>
                    <a:pt x="33527" y="170687"/>
                  </a:lnTo>
                  <a:lnTo>
                    <a:pt x="44196" y="147827"/>
                  </a:lnTo>
                  <a:lnTo>
                    <a:pt x="73151" y="106679"/>
                  </a:lnTo>
                  <a:lnTo>
                    <a:pt x="108203" y="71627"/>
                  </a:lnTo>
                  <a:lnTo>
                    <a:pt x="149351" y="42671"/>
                  </a:lnTo>
                  <a:lnTo>
                    <a:pt x="184403" y="27431"/>
                  </a:lnTo>
                  <a:lnTo>
                    <a:pt x="195072" y="24383"/>
                  </a:lnTo>
                  <a:lnTo>
                    <a:pt x="208787" y="19812"/>
                  </a:lnTo>
                  <a:lnTo>
                    <a:pt x="220979" y="16763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8" y="12191"/>
                  </a:lnTo>
                  <a:lnTo>
                    <a:pt x="341375" y="7619"/>
                  </a:lnTo>
                  <a:lnTo>
                    <a:pt x="327659" y="4571"/>
                  </a:lnTo>
                  <a:lnTo>
                    <a:pt x="313944" y="3047"/>
                  </a:lnTo>
                  <a:lnTo>
                    <a:pt x="300227" y="0"/>
                  </a:lnTo>
                  <a:close/>
                </a:path>
                <a:path w="546100" h="544194">
                  <a:moveTo>
                    <a:pt x="353568" y="12191"/>
                  </a:moveTo>
                  <a:lnTo>
                    <a:pt x="286511" y="12191"/>
                  </a:lnTo>
                  <a:lnTo>
                    <a:pt x="300227" y="13715"/>
                  </a:lnTo>
                  <a:lnTo>
                    <a:pt x="324611" y="16763"/>
                  </a:lnTo>
                  <a:lnTo>
                    <a:pt x="338327" y="19812"/>
                  </a:lnTo>
                  <a:lnTo>
                    <a:pt x="350520" y="24383"/>
                  </a:lnTo>
                  <a:lnTo>
                    <a:pt x="362711" y="27431"/>
                  </a:lnTo>
                  <a:lnTo>
                    <a:pt x="417575" y="56387"/>
                  </a:lnTo>
                  <a:lnTo>
                    <a:pt x="457200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1647"/>
                  </a:lnTo>
                  <a:lnTo>
                    <a:pt x="531876" y="245363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5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0539"/>
                  </a:lnTo>
                  <a:lnTo>
                    <a:pt x="361187" y="515112"/>
                  </a:lnTo>
                  <a:lnTo>
                    <a:pt x="350520" y="519683"/>
                  </a:lnTo>
                  <a:lnTo>
                    <a:pt x="336803" y="522731"/>
                  </a:lnTo>
                  <a:lnTo>
                    <a:pt x="312420" y="528827"/>
                  </a:lnTo>
                  <a:lnTo>
                    <a:pt x="298703" y="530351"/>
                  </a:lnTo>
                  <a:lnTo>
                    <a:pt x="286511" y="530351"/>
                  </a:lnTo>
                  <a:lnTo>
                    <a:pt x="272796" y="531876"/>
                  </a:lnTo>
                  <a:lnTo>
                    <a:pt x="353568" y="531876"/>
                  </a:lnTo>
                  <a:lnTo>
                    <a:pt x="402335" y="510539"/>
                  </a:lnTo>
                  <a:lnTo>
                    <a:pt x="446531" y="481583"/>
                  </a:lnTo>
                  <a:lnTo>
                    <a:pt x="483107" y="445007"/>
                  </a:lnTo>
                  <a:lnTo>
                    <a:pt x="512063" y="400812"/>
                  </a:lnTo>
                  <a:lnTo>
                    <a:pt x="528827" y="365759"/>
                  </a:lnTo>
                  <a:lnTo>
                    <a:pt x="542544" y="312419"/>
                  </a:lnTo>
                  <a:lnTo>
                    <a:pt x="544068" y="298703"/>
                  </a:lnTo>
                  <a:lnTo>
                    <a:pt x="544068" y="284988"/>
                  </a:lnTo>
                  <a:lnTo>
                    <a:pt x="545592" y="271271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6448" y="202691"/>
                  </a:lnTo>
                  <a:lnTo>
                    <a:pt x="533400" y="190500"/>
                  </a:lnTo>
                  <a:lnTo>
                    <a:pt x="528827" y="178307"/>
                  </a:lnTo>
                  <a:lnTo>
                    <a:pt x="524255" y="164591"/>
                  </a:lnTo>
                  <a:lnTo>
                    <a:pt x="498348" y="118871"/>
                  </a:lnTo>
                  <a:lnTo>
                    <a:pt x="446531" y="60959"/>
                  </a:lnTo>
                  <a:lnTo>
                    <a:pt x="402335" y="32003"/>
                  </a:lnTo>
                  <a:lnTo>
                    <a:pt x="377951" y="21335"/>
                  </a:lnTo>
                  <a:lnTo>
                    <a:pt x="365759" y="15239"/>
                  </a:lnTo>
                  <a:lnTo>
                    <a:pt x="353568" y="12191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054095" y="1969002"/>
            <a:ext cx="4666615" cy="1793875"/>
            <a:chOff x="3054095" y="1969002"/>
            <a:chExt cx="4666615" cy="1793875"/>
          </a:xfrm>
        </p:grpSpPr>
        <p:sp>
          <p:nvSpPr>
            <p:cNvPr id="38" name="object 38"/>
            <p:cNvSpPr/>
            <p:nvPr/>
          </p:nvSpPr>
          <p:spPr>
            <a:xfrm>
              <a:off x="4794504" y="1969002"/>
              <a:ext cx="1388745" cy="1597660"/>
            </a:xfrm>
            <a:custGeom>
              <a:avLst/>
              <a:gdLst/>
              <a:ahLst/>
              <a:cxnLst/>
              <a:rect l="l" t="t" r="r" b="b"/>
              <a:pathLst>
                <a:path w="1388745" h="1597660">
                  <a:moveTo>
                    <a:pt x="187452" y="1524"/>
                  </a:moveTo>
                  <a:lnTo>
                    <a:pt x="73152" y="0"/>
                  </a:lnTo>
                  <a:lnTo>
                    <a:pt x="73152" y="38100"/>
                  </a:lnTo>
                  <a:lnTo>
                    <a:pt x="187452" y="39624"/>
                  </a:lnTo>
                  <a:lnTo>
                    <a:pt x="187452" y="1524"/>
                  </a:lnTo>
                  <a:close/>
                </a:path>
                <a:path w="1388745" h="1597660">
                  <a:moveTo>
                    <a:pt x="339852" y="1524"/>
                  </a:moveTo>
                  <a:lnTo>
                    <a:pt x="225552" y="1524"/>
                  </a:lnTo>
                  <a:lnTo>
                    <a:pt x="225552" y="39624"/>
                  </a:lnTo>
                  <a:lnTo>
                    <a:pt x="339852" y="39624"/>
                  </a:lnTo>
                  <a:lnTo>
                    <a:pt x="339852" y="1524"/>
                  </a:lnTo>
                  <a:close/>
                </a:path>
                <a:path w="1388745" h="1597660">
                  <a:moveTo>
                    <a:pt x="492252" y="1524"/>
                  </a:moveTo>
                  <a:lnTo>
                    <a:pt x="377952" y="1524"/>
                  </a:lnTo>
                  <a:lnTo>
                    <a:pt x="377952" y="39624"/>
                  </a:lnTo>
                  <a:lnTo>
                    <a:pt x="492252" y="39624"/>
                  </a:lnTo>
                  <a:lnTo>
                    <a:pt x="492252" y="1524"/>
                  </a:lnTo>
                  <a:close/>
                </a:path>
                <a:path w="1388745" h="1597660">
                  <a:moveTo>
                    <a:pt x="644652" y="1524"/>
                  </a:moveTo>
                  <a:lnTo>
                    <a:pt x="530352" y="1524"/>
                  </a:lnTo>
                  <a:lnTo>
                    <a:pt x="530352" y="39624"/>
                  </a:lnTo>
                  <a:lnTo>
                    <a:pt x="644652" y="39624"/>
                  </a:lnTo>
                  <a:lnTo>
                    <a:pt x="644652" y="1524"/>
                  </a:lnTo>
                  <a:close/>
                </a:path>
                <a:path w="1388745" h="1597660">
                  <a:moveTo>
                    <a:pt x="797052" y="1524"/>
                  </a:moveTo>
                  <a:lnTo>
                    <a:pt x="682752" y="1524"/>
                  </a:lnTo>
                  <a:lnTo>
                    <a:pt x="682752" y="39624"/>
                  </a:lnTo>
                  <a:lnTo>
                    <a:pt x="797052" y="39624"/>
                  </a:lnTo>
                  <a:lnTo>
                    <a:pt x="797052" y="1524"/>
                  </a:lnTo>
                  <a:close/>
                </a:path>
                <a:path w="1388745" h="1597660">
                  <a:moveTo>
                    <a:pt x="949452" y="1524"/>
                  </a:moveTo>
                  <a:lnTo>
                    <a:pt x="835152" y="1524"/>
                  </a:lnTo>
                  <a:lnTo>
                    <a:pt x="835152" y="39624"/>
                  </a:lnTo>
                  <a:lnTo>
                    <a:pt x="949452" y="39624"/>
                  </a:lnTo>
                  <a:lnTo>
                    <a:pt x="949452" y="1524"/>
                  </a:lnTo>
                  <a:close/>
                </a:path>
                <a:path w="1388745" h="1597660">
                  <a:moveTo>
                    <a:pt x="1101852" y="1524"/>
                  </a:moveTo>
                  <a:lnTo>
                    <a:pt x="987552" y="1524"/>
                  </a:lnTo>
                  <a:lnTo>
                    <a:pt x="987552" y="39624"/>
                  </a:lnTo>
                  <a:lnTo>
                    <a:pt x="1101852" y="39624"/>
                  </a:lnTo>
                  <a:lnTo>
                    <a:pt x="1101852" y="1524"/>
                  </a:lnTo>
                  <a:close/>
                </a:path>
                <a:path w="1388745" h="1597660">
                  <a:moveTo>
                    <a:pt x="1254252" y="1524"/>
                  </a:moveTo>
                  <a:lnTo>
                    <a:pt x="1139952" y="1524"/>
                  </a:lnTo>
                  <a:lnTo>
                    <a:pt x="1139952" y="39624"/>
                  </a:lnTo>
                  <a:lnTo>
                    <a:pt x="1254252" y="39624"/>
                  </a:lnTo>
                  <a:lnTo>
                    <a:pt x="1254252" y="1524"/>
                  </a:lnTo>
                  <a:close/>
                </a:path>
                <a:path w="1388745" h="1597660">
                  <a:moveTo>
                    <a:pt x="1296924" y="1524"/>
                  </a:moveTo>
                  <a:lnTo>
                    <a:pt x="1292352" y="1524"/>
                  </a:lnTo>
                  <a:lnTo>
                    <a:pt x="1292352" y="39624"/>
                  </a:lnTo>
                  <a:lnTo>
                    <a:pt x="1296924" y="39624"/>
                  </a:lnTo>
                  <a:lnTo>
                    <a:pt x="1296924" y="1524"/>
                  </a:lnTo>
                  <a:close/>
                </a:path>
                <a:path w="1388745" h="1597660">
                  <a:moveTo>
                    <a:pt x="1388364" y="220980"/>
                  </a:moveTo>
                  <a:lnTo>
                    <a:pt x="1360932" y="195072"/>
                  </a:lnTo>
                  <a:lnTo>
                    <a:pt x="0" y="1571244"/>
                  </a:lnTo>
                  <a:lnTo>
                    <a:pt x="27432" y="1597152"/>
                  </a:lnTo>
                  <a:lnTo>
                    <a:pt x="1388364" y="22098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00628" y="1975098"/>
              <a:ext cx="847725" cy="744220"/>
            </a:xfrm>
            <a:custGeom>
              <a:avLst/>
              <a:gdLst/>
              <a:ahLst/>
              <a:cxnLst/>
              <a:rect l="l" t="t" r="r" b="b"/>
              <a:pathLst>
                <a:path w="847725" h="744219">
                  <a:moveTo>
                    <a:pt x="847344" y="27432"/>
                  </a:moveTo>
                  <a:lnTo>
                    <a:pt x="822960" y="0"/>
                  </a:lnTo>
                  <a:lnTo>
                    <a:pt x="0" y="714756"/>
                  </a:lnTo>
                  <a:lnTo>
                    <a:pt x="25908" y="743712"/>
                  </a:lnTo>
                  <a:lnTo>
                    <a:pt x="847344" y="27432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82668" y="1973574"/>
              <a:ext cx="3138170" cy="1789430"/>
            </a:xfrm>
            <a:custGeom>
              <a:avLst/>
              <a:gdLst/>
              <a:ahLst/>
              <a:cxnLst/>
              <a:rect l="l" t="t" r="r" b="b"/>
              <a:pathLst>
                <a:path w="3138170" h="1789429">
                  <a:moveTo>
                    <a:pt x="56388" y="1501140"/>
                  </a:moveTo>
                  <a:lnTo>
                    <a:pt x="38100" y="280416"/>
                  </a:lnTo>
                  <a:lnTo>
                    <a:pt x="0" y="281940"/>
                  </a:lnTo>
                  <a:lnTo>
                    <a:pt x="18288" y="1502664"/>
                  </a:lnTo>
                  <a:lnTo>
                    <a:pt x="56388" y="1501140"/>
                  </a:lnTo>
                  <a:close/>
                </a:path>
                <a:path w="3138170" h="1789429">
                  <a:moveTo>
                    <a:pt x="1560576" y="1751076"/>
                  </a:moveTo>
                  <a:lnTo>
                    <a:pt x="303276" y="1748028"/>
                  </a:lnTo>
                  <a:lnTo>
                    <a:pt x="303276" y="1786128"/>
                  </a:lnTo>
                  <a:lnTo>
                    <a:pt x="1560576" y="1789176"/>
                  </a:lnTo>
                  <a:lnTo>
                    <a:pt x="1560576" y="1751076"/>
                  </a:lnTo>
                  <a:close/>
                </a:path>
                <a:path w="3138170" h="1789429">
                  <a:moveTo>
                    <a:pt x="3137916" y="714756"/>
                  </a:moveTo>
                  <a:lnTo>
                    <a:pt x="2049780" y="0"/>
                  </a:lnTo>
                  <a:lnTo>
                    <a:pt x="2029955" y="30480"/>
                  </a:lnTo>
                  <a:lnTo>
                    <a:pt x="3118104" y="746760"/>
                  </a:lnTo>
                  <a:lnTo>
                    <a:pt x="3137916" y="714756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54095" y="2622798"/>
              <a:ext cx="541019" cy="53797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4095" y="2622798"/>
              <a:ext cx="542544" cy="54015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54095" y="2622798"/>
              <a:ext cx="542925" cy="541020"/>
            </a:xfrm>
            <a:custGeom>
              <a:avLst/>
              <a:gdLst/>
              <a:ahLst/>
              <a:cxnLst/>
              <a:rect l="l" t="t" r="r" b="b"/>
              <a:pathLst>
                <a:path w="542925" h="541019">
                  <a:moveTo>
                    <a:pt x="298704" y="0"/>
                  </a:moveTo>
                  <a:lnTo>
                    <a:pt x="243840" y="0"/>
                  </a:lnTo>
                  <a:lnTo>
                    <a:pt x="230124" y="3047"/>
                  </a:lnTo>
                  <a:lnTo>
                    <a:pt x="216407" y="4571"/>
                  </a:lnTo>
                  <a:lnTo>
                    <a:pt x="202692" y="7619"/>
                  </a:lnTo>
                  <a:lnTo>
                    <a:pt x="190500" y="12191"/>
                  </a:lnTo>
                  <a:lnTo>
                    <a:pt x="178308" y="15239"/>
                  </a:lnTo>
                  <a:lnTo>
                    <a:pt x="166116" y="21335"/>
                  </a:lnTo>
                  <a:lnTo>
                    <a:pt x="141731" y="32003"/>
                  </a:lnTo>
                  <a:lnTo>
                    <a:pt x="120396" y="45719"/>
                  </a:lnTo>
                  <a:lnTo>
                    <a:pt x="79248" y="79247"/>
                  </a:lnTo>
                  <a:lnTo>
                    <a:pt x="47243" y="118871"/>
                  </a:lnTo>
                  <a:lnTo>
                    <a:pt x="21336" y="164591"/>
                  </a:lnTo>
                  <a:lnTo>
                    <a:pt x="9143" y="202691"/>
                  </a:lnTo>
                  <a:lnTo>
                    <a:pt x="6096" y="214883"/>
                  </a:lnTo>
                  <a:lnTo>
                    <a:pt x="3048" y="228600"/>
                  </a:lnTo>
                  <a:lnTo>
                    <a:pt x="1524" y="242315"/>
                  </a:lnTo>
                  <a:lnTo>
                    <a:pt x="1524" y="256031"/>
                  </a:lnTo>
                  <a:lnTo>
                    <a:pt x="0" y="269747"/>
                  </a:lnTo>
                  <a:lnTo>
                    <a:pt x="1524" y="283463"/>
                  </a:lnTo>
                  <a:lnTo>
                    <a:pt x="1524" y="297179"/>
                  </a:lnTo>
                  <a:lnTo>
                    <a:pt x="3048" y="310895"/>
                  </a:lnTo>
                  <a:lnTo>
                    <a:pt x="12192" y="350519"/>
                  </a:lnTo>
                  <a:lnTo>
                    <a:pt x="33528" y="399288"/>
                  </a:lnTo>
                  <a:lnTo>
                    <a:pt x="62484" y="441959"/>
                  </a:lnTo>
                  <a:lnTo>
                    <a:pt x="99060" y="478535"/>
                  </a:lnTo>
                  <a:lnTo>
                    <a:pt x="141731" y="507491"/>
                  </a:lnTo>
                  <a:lnTo>
                    <a:pt x="190500" y="528827"/>
                  </a:lnTo>
                  <a:lnTo>
                    <a:pt x="204216" y="531876"/>
                  </a:lnTo>
                  <a:lnTo>
                    <a:pt x="216407" y="534923"/>
                  </a:lnTo>
                  <a:lnTo>
                    <a:pt x="230124" y="537971"/>
                  </a:lnTo>
                  <a:lnTo>
                    <a:pt x="257556" y="541019"/>
                  </a:lnTo>
                  <a:lnTo>
                    <a:pt x="284988" y="541019"/>
                  </a:lnTo>
                  <a:lnTo>
                    <a:pt x="312419" y="537971"/>
                  </a:lnTo>
                  <a:lnTo>
                    <a:pt x="326136" y="534923"/>
                  </a:lnTo>
                  <a:lnTo>
                    <a:pt x="338328" y="531876"/>
                  </a:lnTo>
                  <a:lnTo>
                    <a:pt x="271271" y="531876"/>
                  </a:lnTo>
                  <a:lnTo>
                    <a:pt x="257556" y="530351"/>
                  </a:lnTo>
                  <a:lnTo>
                    <a:pt x="243840" y="530351"/>
                  </a:lnTo>
                  <a:lnTo>
                    <a:pt x="231648" y="528827"/>
                  </a:lnTo>
                  <a:lnTo>
                    <a:pt x="193548" y="519683"/>
                  </a:lnTo>
                  <a:lnTo>
                    <a:pt x="146304" y="499871"/>
                  </a:lnTo>
                  <a:lnTo>
                    <a:pt x="105156" y="470915"/>
                  </a:lnTo>
                  <a:lnTo>
                    <a:pt x="70104" y="435863"/>
                  </a:lnTo>
                  <a:lnTo>
                    <a:pt x="41148" y="394715"/>
                  </a:lnTo>
                  <a:lnTo>
                    <a:pt x="21336" y="347471"/>
                  </a:lnTo>
                  <a:lnTo>
                    <a:pt x="13716" y="309371"/>
                  </a:lnTo>
                  <a:lnTo>
                    <a:pt x="10668" y="297179"/>
                  </a:lnTo>
                  <a:lnTo>
                    <a:pt x="10668" y="243839"/>
                  </a:lnTo>
                  <a:lnTo>
                    <a:pt x="13716" y="230123"/>
                  </a:lnTo>
                  <a:lnTo>
                    <a:pt x="15240" y="217931"/>
                  </a:lnTo>
                  <a:lnTo>
                    <a:pt x="30480" y="167639"/>
                  </a:lnTo>
                  <a:lnTo>
                    <a:pt x="54864" y="123443"/>
                  </a:lnTo>
                  <a:lnTo>
                    <a:pt x="86868" y="85343"/>
                  </a:lnTo>
                  <a:lnTo>
                    <a:pt x="124968" y="53339"/>
                  </a:lnTo>
                  <a:lnTo>
                    <a:pt x="169164" y="28955"/>
                  </a:lnTo>
                  <a:lnTo>
                    <a:pt x="193548" y="21335"/>
                  </a:lnTo>
                  <a:lnTo>
                    <a:pt x="205740" y="16763"/>
                  </a:lnTo>
                  <a:lnTo>
                    <a:pt x="217931" y="13715"/>
                  </a:lnTo>
                  <a:lnTo>
                    <a:pt x="245364" y="10667"/>
                  </a:lnTo>
                  <a:lnTo>
                    <a:pt x="257556" y="9143"/>
                  </a:lnTo>
                  <a:lnTo>
                    <a:pt x="342900" y="9143"/>
                  </a:lnTo>
                  <a:lnTo>
                    <a:pt x="338328" y="7619"/>
                  </a:lnTo>
                  <a:lnTo>
                    <a:pt x="326136" y="4571"/>
                  </a:lnTo>
                  <a:lnTo>
                    <a:pt x="312419" y="3047"/>
                  </a:lnTo>
                  <a:lnTo>
                    <a:pt x="298704" y="0"/>
                  </a:lnTo>
                  <a:close/>
                </a:path>
                <a:path w="542925" h="541019">
                  <a:moveTo>
                    <a:pt x="342900" y="9143"/>
                  </a:moveTo>
                  <a:lnTo>
                    <a:pt x="284988" y="9143"/>
                  </a:lnTo>
                  <a:lnTo>
                    <a:pt x="298704" y="10667"/>
                  </a:lnTo>
                  <a:lnTo>
                    <a:pt x="310895" y="12191"/>
                  </a:lnTo>
                  <a:lnTo>
                    <a:pt x="324612" y="13715"/>
                  </a:lnTo>
                  <a:lnTo>
                    <a:pt x="336804" y="16763"/>
                  </a:lnTo>
                  <a:lnTo>
                    <a:pt x="348995" y="21335"/>
                  </a:lnTo>
                  <a:lnTo>
                    <a:pt x="361188" y="24383"/>
                  </a:lnTo>
                  <a:lnTo>
                    <a:pt x="396240" y="41147"/>
                  </a:lnTo>
                  <a:lnTo>
                    <a:pt x="437388" y="68579"/>
                  </a:lnTo>
                  <a:lnTo>
                    <a:pt x="472440" y="103631"/>
                  </a:lnTo>
                  <a:lnTo>
                    <a:pt x="501395" y="146303"/>
                  </a:lnTo>
                  <a:lnTo>
                    <a:pt x="521207" y="192023"/>
                  </a:lnTo>
                  <a:lnTo>
                    <a:pt x="528828" y="230123"/>
                  </a:lnTo>
                  <a:lnTo>
                    <a:pt x="530352" y="243839"/>
                  </a:lnTo>
                  <a:lnTo>
                    <a:pt x="531876" y="256031"/>
                  </a:lnTo>
                  <a:lnTo>
                    <a:pt x="531876" y="283463"/>
                  </a:lnTo>
                  <a:lnTo>
                    <a:pt x="530352" y="297179"/>
                  </a:lnTo>
                  <a:lnTo>
                    <a:pt x="528828" y="309371"/>
                  </a:lnTo>
                  <a:lnTo>
                    <a:pt x="527304" y="323088"/>
                  </a:lnTo>
                  <a:lnTo>
                    <a:pt x="512064" y="371855"/>
                  </a:lnTo>
                  <a:lnTo>
                    <a:pt x="487680" y="416051"/>
                  </a:lnTo>
                  <a:lnTo>
                    <a:pt x="455676" y="454151"/>
                  </a:lnTo>
                  <a:lnTo>
                    <a:pt x="417576" y="486155"/>
                  </a:lnTo>
                  <a:lnTo>
                    <a:pt x="373380" y="510539"/>
                  </a:lnTo>
                  <a:lnTo>
                    <a:pt x="336804" y="522731"/>
                  </a:lnTo>
                  <a:lnTo>
                    <a:pt x="323088" y="525779"/>
                  </a:lnTo>
                  <a:lnTo>
                    <a:pt x="310895" y="528827"/>
                  </a:lnTo>
                  <a:lnTo>
                    <a:pt x="297180" y="530351"/>
                  </a:lnTo>
                  <a:lnTo>
                    <a:pt x="284988" y="530351"/>
                  </a:lnTo>
                  <a:lnTo>
                    <a:pt x="271271" y="531876"/>
                  </a:lnTo>
                  <a:lnTo>
                    <a:pt x="338328" y="531876"/>
                  </a:lnTo>
                  <a:lnTo>
                    <a:pt x="352044" y="528827"/>
                  </a:lnTo>
                  <a:lnTo>
                    <a:pt x="400812" y="507491"/>
                  </a:lnTo>
                  <a:lnTo>
                    <a:pt x="443483" y="478535"/>
                  </a:lnTo>
                  <a:lnTo>
                    <a:pt x="480059" y="441959"/>
                  </a:lnTo>
                  <a:lnTo>
                    <a:pt x="509016" y="399288"/>
                  </a:lnTo>
                  <a:lnTo>
                    <a:pt x="530352" y="350519"/>
                  </a:lnTo>
                  <a:lnTo>
                    <a:pt x="539495" y="310895"/>
                  </a:lnTo>
                  <a:lnTo>
                    <a:pt x="541019" y="297179"/>
                  </a:lnTo>
                  <a:lnTo>
                    <a:pt x="541019" y="283463"/>
                  </a:lnTo>
                  <a:lnTo>
                    <a:pt x="542544" y="269747"/>
                  </a:lnTo>
                  <a:lnTo>
                    <a:pt x="541019" y="256031"/>
                  </a:lnTo>
                  <a:lnTo>
                    <a:pt x="541019" y="242315"/>
                  </a:lnTo>
                  <a:lnTo>
                    <a:pt x="539495" y="228600"/>
                  </a:lnTo>
                  <a:lnTo>
                    <a:pt x="536448" y="214883"/>
                  </a:lnTo>
                  <a:lnTo>
                    <a:pt x="533400" y="202691"/>
                  </a:lnTo>
                  <a:lnTo>
                    <a:pt x="530352" y="188975"/>
                  </a:lnTo>
                  <a:lnTo>
                    <a:pt x="509016" y="140207"/>
                  </a:lnTo>
                  <a:lnTo>
                    <a:pt x="480059" y="97535"/>
                  </a:lnTo>
                  <a:lnTo>
                    <a:pt x="443483" y="60959"/>
                  </a:lnTo>
                  <a:lnTo>
                    <a:pt x="400812" y="32003"/>
                  </a:lnTo>
                  <a:lnTo>
                    <a:pt x="364236" y="15239"/>
                  </a:lnTo>
                  <a:lnTo>
                    <a:pt x="352044" y="12191"/>
                  </a:lnTo>
                  <a:lnTo>
                    <a:pt x="34290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502152" y="3064758"/>
            <a:ext cx="4218940" cy="695325"/>
            <a:chOff x="3502152" y="3064758"/>
            <a:chExt cx="4218940" cy="695325"/>
          </a:xfrm>
        </p:grpSpPr>
        <p:sp>
          <p:nvSpPr>
            <p:cNvPr id="46" name="object 46"/>
            <p:cNvSpPr/>
            <p:nvPr/>
          </p:nvSpPr>
          <p:spPr>
            <a:xfrm>
              <a:off x="3502152" y="3066282"/>
              <a:ext cx="864235" cy="690880"/>
            </a:xfrm>
            <a:custGeom>
              <a:avLst/>
              <a:gdLst/>
              <a:ahLst/>
              <a:cxnLst/>
              <a:rect l="l" t="t" r="r" b="b"/>
              <a:pathLst>
                <a:path w="864235" h="690879">
                  <a:moveTo>
                    <a:pt x="864108" y="659892"/>
                  </a:moveTo>
                  <a:lnTo>
                    <a:pt x="22860" y="0"/>
                  </a:lnTo>
                  <a:lnTo>
                    <a:pt x="0" y="28956"/>
                  </a:lnTo>
                  <a:lnTo>
                    <a:pt x="841248" y="690372"/>
                  </a:lnTo>
                  <a:lnTo>
                    <a:pt x="864108" y="659892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65976" y="3064758"/>
              <a:ext cx="1054735" cy="695325"/>
            </a:xfrm>
            <a:custGeom>
              <a:avLst/>
              <a:gdLst/>
              <a:ahLst/>
              <a:cxnLst/>
              <a:rect l="l" t="t" r="r" b="b"/>
              <a:pathLst>
                <a:path w="1054734" h="695325">
                  <a:moveTo>
                    <a:pt x="1054608" y="32004"/>
                  </a:moveTo>
                  <a:lnTo>
                    <a:pt x="1034796" y="0"/>
                  </a:lnTo>
                  <a:lnTo>
                    <a:pt x="0" y="662940"/>
                  </a:lnTo>
                  <a:lnTo>
                    <a:pt x="19812" y="694944"/>
                  </a:lnTo>
                  <a:lnTo>
                    <a:pt x="1054608" y="3200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99023" y="17506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22146"/>
              </p:ext>
            </p:extLst>
          </p:nvPr>
        </p:nvGraphicFramePr>
        <p:xfrm>
          <a:off x="1628205" y="5268039"/>
          <a:ext cx="6097902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13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+</a:t>
                      </a:r>
                      <a:r>
                        <a:rPr sz="1800" spc="-5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6338316" y="2253990"/>
            <a:ext cx="90170" cy="1225550"/>
          </a:xfrm>
          <a:custGeom>
            <a:avLst/>
            <a:gdLst/>
            <a:ahLst/>
            <a:cxnLst/>
            <a:rect l="l" t="t" r="r" b="b"/>
            <a:pathLst>
              <a:path w="90170" h="1225550">
                <a:moveTo>
                  <a:pt x="89916" y="1222248"/>
                </a:moveTo>
                <a:lnTo>
                  <a:pt x="36576" y="0"/>
                </a:lnTo>
                <a:lnTo>
                  <a:pt x="0" y="1524"/>
                </a:lnTo>
                <a:lnTo>
                  <a:pt x="51816" y="1225296"/>
                </a:lnTo>
                <a:lnTo>
                  <a:pt x="89916" y="122224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A5D5CB-B38E-D33F-1346-3481A5CA66AD}"/>
              </a:ext>
            </a:extLst>
          </p:cNvPr>
          <p:cNvSpPr txBox="1"/>
          <p:nvPr/>
        </p:nvSpPr>
        <p:spPr>
          <a:xfrm>
            <a:off x="1628205" y="3991820"/>
            <a:ext cx="6092506" cy="1237405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/>
              <a:t> T = T\{2} = {3, 5, t}</a:t>
            </a:r>
          </a:p>
          <a:p>
            <a:r>
              <a:rPr lang="en-US"/>
              <a:t>Tính lại đường đi từ 2 đến các đỉnh kề L(3)=?</a:t>
            </a:r>
          </a:p>
          <a:p>
            <a:r>
              <a:rPr lang="en-US"/>
              <a:t> L(3) = L(2)+5= 11 &gt; 7, do đó: L(3) = 7.</a:t>
            </a:r>
          </a:p>
          <a:p>
            <a:r>
              <a:rPr lang="en-US"/>
              <a:t> min(L(3), L(5)) = min(7, 13) = 7;  =&gt; Chọn 3 là đỉnh kế tiếp.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>
                <a:latin typeface="Microsoft Sans Serif"/>
                <a:cs typeface="Microsoft Sans Serif"/>
              </a:rPr>
              <a:t>dụ</a:t>
            </a:r>
            <a:r>
              <a:rPr sz="2600">
                <a:latin typeface="Microsoft Sans Serif"/>
                <a:cs typeface="Microsoft Sans Serif"/>
              </a:rPr>
              <a:t> 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100571" y="1716018"/>
            <a:ext cx="546100" cy="546100"/>
            <a:chOff x="6100571" y="1716018"/>
            <a:chExt cx="546100" cy="546100"/>
          </a:xfrm>
        </p:grpSpPr>
        <p:sp>
          <p:nvSpPr>
            <p:cNvPr id="17" name="object 17"/>
            <p:cNvSpPr/>
            <p:nvPr/>
          </p:nvSpPr>
          <p:spPr>
            <a:xfrm>
              <a:off x="6106667" y="1722114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29" h="53213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326"/>
                  </a:lnTo>
                  <a:lnTo>
                    <a:pt x="16799" y="359168"/>
                  </a:lnTo>
                  <a:lnTo>
                    <a:pt x="36632" y="400473"/>
                  </a:lnTo>
                  <a:lnTo>
                    <a:pt x="63050" y="437488"/>
                  </a:lnTo>
                  <a:lnTo>
                    <a:pt x="95276" y="469460"/>
                  </a:lnTo>
                  <a:lnTo>
                    <a:pt x="132531" y="495638"/>
                  </a:lnTo>
                  <a:lnTo>
                    <a:pt x="174039" y="515268"/>
                  </a:lnTo>
                  <a:lnTo>
                    <a:pt x="219021" y="527598"/>
                  </a:lnTo>
                  <a:lnTo>
                    <a:pt x="266700" y="531876"/>
                  </a:lnTo>
                  <a:lnTo>
                    <a:pt x="314326" y="527598"/>
                  </a:lnTo>
                  <a:lnTo>
                    <a:pt x="359168" y="515268"/>
                  </a:lnTo>
                  <a:lnTo>
                    <a:pt x="400473" y="495638"/>
                  </a:lnTo>
                  <a:lnTo>
                    <a:pt x="437488" y="469460"/>
                  </a:lnTo>
                  <a:lnTo>
                    <a:pt x="469460" y="437488"/>
                  </a:lnTo>
                  <a:lnTo>
                    <a:pt x="495638" y="400473"/>
                  </a:lnTo>
                  <a:lnTo>
                    <a:pt x="515268" y="359168"/>
                  </a:lnTo>
                  <a:lnTo>
                    <a:pt x="527598" y="314326"/>
                  </a:lnTo>
                  <a:lnTo>
                    <a:pt x="531876" y="266700"/>
                  </a:lnTo>
                  <a:lnTo>
                    <a:pt x="527598" y="219021"/>
                  </a:lnTo>
                  <a:lnTo>
                    <a:pt x="515268" y="174039"/>
                  </a:lnTo>
                  <a:lnTo>
                    <a:pt x="495638" y="132531"/>
                  </a:lnTo>
                  <a:lnTo>
                    <a:pt x="469460" y="95276"/>
                  </a:lnTo>
                  <a:lnTo>
                    <a:pt x="437488" y="63050"/>
                  </a:lnTo>
                  <a:lnTo>
                    <a:pt x="400473" y="36632"/>
                  </a:lnTo>
                  <a:lnTo>
                    <a:pt x="359168" y="16799"/>
                  </a:lnTo>
                  <a:lnTo>
                    <a:pt x="314326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00571" y="1716018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546100" h="546100">
                  <a:moveTo>
                    <a:pt x="286512" y="544068"/>
                  </a:moveTo>
                  <a:lnTo>
                    <a:pt x="259079" y="544068"/>
                  </a:lnTo>
                  <a:lnTo>
                    <a:pt x="272795" y="545591"/>
                  </a:lnTo>
                  <a:lnTo>
                    <a:pt x="286512" y="544068"/>
                  </a:lnTo>
                  <a:close/>
                </a:path>
                <a:path w="546100" h="546100">
                  <a:moveTo>
                    <a:pt x="300227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3" y="99060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2796"/>
                  </a:lnTo>
                  <a:lnTo>
                    <a:pt x="1524" y="286512"/>
                  </a:lnTo>
                  <a:lnTo>
                    <a:pt x="1524" y="300227"/>
                  </a:lnTo>
                  <a:lnTo>
                    <a:pt x="3048" y="313944"/>
                  </a:lnTo>
                  <a:lnTo>
                    <a:pt x="9143" y="341375"/>
                  </a:lnTo>
                  <a:lnTo>
                    <a:pt x="12191" y="353568"/>
                  </a:lnTo>
                  <a:lnTo>
                    <a:pt x="16763" y="365760"/>
                  </a:lnTo>
                  <a:lnTo>
                    <a:pt x="21336" y="379475"/>
                  </a:lnTo>
                  <a:lnTo>
                    <a:pt x="47243" y="425196"/>
                  </a:lnTo>
                  <a:lnTo>
                    <a:pt x="99060" y="483108"/>
                  </a:lnTo>
                  <a:lnTo>
                    <a:pt x="143255" y="512063"/>
                  </a:lnTo>
                  <a:lnTo>
                    <a:pt x="192024" y="533400"/>
                  </a:lnTo>
                  <a:lnTo>
                    <a:pt x="231648" y="542544"/>
                  </a:lnTo>
                  <a:lnTo>
                    <a:pt x="245363" y="544068"/>
                  </a:lnTo>
                  <a:lnTo>
                    <a:pt x="300227" y="544068"/>
                  </a:lnTo>
                  <a:lnTo>
                    <a:pt x="313943" y="542544"/>
                  </a:lnTo>
                  <a:lnTo>
                    <a:pt x="341375" y="536448"/>
                  </a:lnTo>
                  <a:lnTo>
                    <a:pt x="353567" y="533400"/>
                  </a:lnTo>
                  <a:lnTo>
                    <a:pt x="357631" y="531876"/>
                  </a:lnTo>
                  <a:lnTo>
                    <a:pt x="259079" y="531876"/>
                  </a:lnTo>
                  <a:lnTo>
                    <a:pt x="245363" y="530351"/>
                  </a:lnTo>
                  <a:lnTo>
                    <a:pt x="207263" y="524256"/>
                  </a:lnTo>
                  <a:lnTo>
                    <a:pt x="149351" y="501396"/>
                  </a:lnTo>
                  <a:lnTo>
                    <a:pt x="106679" y="472439"/>
                  </a:lnTo>
                  <a:lnTo>
                    <a:pt x="71627" y="437388"/>
                  </a:lnTo>
                  <a:lnTo>
                    <a:pt x="44195" y="396239"/>
                  </a:lnTo>
                  <a:lnTo>
                    <a:pt x="28955" y="361188"/>
                  </a:lnTo>
                  <a:lnTo>
                    <a:pt x="24383" y="350520"/>
                  </a:lnTo>
                  <a:lnTo>
                    <a:pt x="21336" y="336803"/>
                  </a:lnTo>
                  <a:lnTo>
                    <a:pt x="18287" y="324612"/>
                  </a:lnTo>
                  <a:lnTo>
                    <a:pt x="16763" y="312420"/>
                  </a:lnTo>
                  <a:lnTo>
                    <a:pt x="13715" y="298703"/>
                  </a:lnTo>
                  <a:lnTo>
                    <a:pt x="13715" y="245363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28955" y="182880"/>
                  </a:lnTo>
                  <a:lnTo>
                    <a:pt x="57912" y="128015"/>
                  </a:lnTo>
                  <a:lnTo>
                    <a:pt x="89915" y="88391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220979" y="18287"/>
                  </a:lnTo>
                  <a:lnTo>
                    <a:pt x="233172" y="16763"/>
                  </a:lnTo>
                  <a:lnTo>
                    <a:pt x="246887" y="13715"/>
                  </a:lnTo>
                  <a:lnTo>
                    <a:pt x="357631" y="13715"/>
                  </a:lnTo>
                  <a:lnTo>
                    <a:pt x="353567" y="12191"/>
                  </a:lnTo>
                  <a:lnTo>
                    <a:pt x="341375" y="9144"/>
                  </a:lnTo>
                  <a:lnTo>
                    <a:pt x="313943" y="3048"/>
                  </a:lnTo>
                  <a:lnTo>
                    <a:pt x="300227" y="1524"/>
                  </a:lnTo>
                  <a:close/>
                </a:path>
                <a:path w="546100" h="546100">
                  <a:moveTo>
                    <a:pt x="357631" y="13715"/>
                  </a:moveTo>
                  <a:lnTo>
                    <a:pt x="298703" y="13715"/>
                  </a:lnTo>
                  <a:lnTo>
                    <a:pt x="312419" y="16763"/>
                  </a:lnTo>
                  <a:lnTo>
                    <a:pt x="324612" y="18287"/>
                  </a:lnTo>
                  <a:lnTo>
                    <a:pt x="338327" y="21336"/>
                  </a:lnTo>
                  <a:lnTo>
                    <a:pt x="396239" y="44196"/>
                  </a:lnTo>
                  <a:lnTo>
                    <a:pt x="437387" y="73151"/>
                  </a:lnTo>
                  <a:lnTo>
                    <a:pt x="473963" y="108203"/>
                  </a:lnTo>
                  <a:lnTo>
                    <a:pt x="501396" y="149351"/>
                  </a:lnTo>
                  <a:lnTo>
                    <a:pt x="521207" y="195072"/>
                  </a:lnTo>
                  <a:lnTo>
                    <a:pt x="528827" y="233172"/>
                  </a:lnTo>
                  <a:lnTo>
                    <a:pt x="530351" y="246887"/>
                  </a:lnTo>
                  <a:lnTo>
                    <a:pt x="531876" y="259080"/>
                  </a:lnTo>
                  <a:lnTo>
                    <a:pt x="531876" y="286512"/>
                  </a:lnTo>
                  <a:lnTo>
                    <a:pt x="530351" y="298703"/>
                  </a:lnTo>
                  <a:lnTo>
                    <a:pt x="528827" y="312420"/>
                  </a:lnTo>
                  <a:lnTo>
                    <a:pt x="521207" y="350520"/>
                  </a:lnTo>
                  <a:lnTo>
                    <a:pt x="501396" y="396239"/>
                  </a:lnTo>
                  <a:lnTo>
                    <a:pt x="472439" y="437388"/>
                  </a:lnTo>
                  <a:lnTo>
                    <a:pt x="437387" y="473963"/>
                  </a:lnTo>
                  <a:lnTo>
                    <a:pt x="396239" y="501396"/>
                  </a:lnTo>
                  <a:lnTo>
                    <a:pt x="361188" y="516636"/>
                  </a:lnTo>
                  <a:lnTo>
                    <a:pt x="350519" y="521208"/>
                  </a:lnTo>
                  <a:lnTo>
                    <a:pt x="336803" y="524256"/>
                  </a:lnTo>
                  <a:lnTo>
                    <a:pt x="324612" y="527303"/>
                  </a:lnTo>
                  <a:lnTo>
                    <a:pt x="312419" y="528827"/>
                  </a:lnTo>
                  <a:lnTo>
                    <a:pt x="298703" y="530351"/>
                  </a:lnTo>
                  <a:lnTo>
                    <a:pt x="286512" y="531876"/>
                  </a:lnTo>
                  <a:lnTo>
                    <a:pt x="357631" y="531876"/>
                  </a:lnTo>
                  <a:lnTo>
                    <a:pt x="365760" y="528827"/>
                  </a:lnTo>
                  <a:lnTo>
                    <a:pt x="379475" y="524256"/>
                  </a:lnTo>
                  <a:lnTo>
                    <a:pt x="425196" y="498348"/>
                  </a:lnTo>
                  <a:lnTo>
                    <a:pt x="464820" y="464820"/>
                  </a:lnTo>
                  <a:lnTo>
                    <a:pt x="498348" y="425196"/>
                  </a:lnTo>
                  <a:lnTo>
                    <a:pt x="524255" y="377951"/>
                  </a:lnTo>
                  <a:lnTo>
                    <a:pt x="536448" y="341375"/>
                  </a:lnTo>
                  <a:lnTo>
                    <a:pt x="544068" y="300227"/>
                  </a:lnTo>
                  <a:lnTo>
                    <a:pt x="544068" y="286512"/>
                  </a:lnTo>
                  <a:lnTo>
                    <a:pt x="545592" y="272796"/>
                  </a:lnTo>
                  <a:lnTo>
                    <a:pt x="544068" y="259080"/>
                  </a:lnTo>
                  <a:lnTo>
                    <a:pt x="544068" y="245363"/>
                  </a:lnTo>
                  <a:lnTo>
                    <a:pt x="542544" y="231648"/>
                  </a:lnTo>
                  <a:lnTo>
                    <a:pt x="533400" y="192024"/>
                  </a:lnTo>
                  <a:lnTo>
                    <a:pt x="512063" y="143256"/>
                  </a:lnTo>
                  <a:lnTo>
                    <a:pt x="483107" y="99060"/>
                  </a:lnTo>
                  <a:lnTo>
                    <a:pt x="445007" y="62484"/>
                  </a:lnTo>
                  <a:lnTo>
                    <a:pt x="402335" y="33527"/>
                  </a:lnTo>
                  <a:lnTo>
                    <a:pt x="377951" y="21336"/>
                  </a:lnTo>
                  <a:lnTo>
                    <a:pt x="357631" y="13715"/>
                  </a:lnTo>
                  <a:close/>
                </a:path>
                <a:path w="546100" h="546100">
                  <a:moveTo>
                    <a:pt x="272795" y="0"/>
                  </a:moveTo>
                  <a:lnTo>
                    <a:pt x="259079" y="1524"/>
                  </a:lnTo>
                  <a:lnTo>
                    <a:pt x="286512" y="1524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17996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29684" y="1717542"/>
            <a:ext cx="542925" cy="542925"/>
            <a:chOff x="4329684" y="1717542"/>
            <a:chExt cx="542925" cy="54292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9684" y="1717542"/>
              <a:ext cx="542543" cy="5410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29684" y="1717542"/>
              <a:ext cx="542543" cy="54254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31208" y="1717542"/>
              <a:ext cx="541020" cy="542925"/>
            </a:xfrm>
            <a:custGeom>
              <a:avLst/>
              <a:gdLst/>
              <a:ahLst/>
              <a:cxnLst/>
              <a:rect l="l" t="t" r="r" b="b"/>
              <a:pathLst>
                <a:path w="541020" h="542925">
                  <a:moveTo>
                    <a:pt x="284988" y="541020"/>
                  </a:moveTo>
                  <a:lnTo>
                    <a:pt x="256031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1020" h="542925">
                  <a:moveTo>
                    <a:pt x="298703" y="1524"/>
                  </a:moveTo>
                  <a:lnTo>
                    <a:pt x="242315" y="1524"/>
                  </a:lnTo>
                  <a:lnTo>
                    <a:pt x="228600" y="3048"/>
                  </a:lnTo>
                  <a:lnTo>
                    <a:pt x="216407" y="6096"/>
                  </a:lnTo>
                  <a:lnTo>
                    <a:pt x="202691" y="9144"/>
                  </a:lnTo>
                  <a:lnTo>
                    <a:pt x="164591" y="21336"/>
                  </a:lnTo>
                  <a:lnTo>
                    <a:pt x="118871" y="47244"/>
                  </a:lnTo>
                  <a:lnTo>
                    <a:pt x="79247" y="79248"/>
                  </a:lnTo>
                  <a:lnTo>
                    <a:pt x="45719" y="120396"/>
                  </a:lnTo>
                  <a:lnTo>
                    <a:pt x="21336" y="166115"/>
                  </a:lnTo>
                  <a:lnTo>
                    <a:pt x="7619" y="204215"/>
                  </a:lnTo>
                  <a:lnTo>
                    <a:pt x="0" y="257556"/>
                  </a:lnTo>
                  <a:lnTo>
                    <a:pt x="0" y="284988"/>
                  </a:lnTo>
                  <a:lnTo>
                    <a:pt x="4571" y="326136"/>
                  </a:lnTo>
                  <a:lnTo>
                    <a:pt x="21336" y="376427"/>
                  </a:lnTo>
                  <a:lnTo>
                    <a:pt x="45719" y="422148"/>
                  </a:lnTo>
                  <a:lnTo>
                    <a:pt x="79247" y="463296"/>
                  </a:lnTo>
                  <a:lnTo>
                    <a:pt x="118871" y="495300"/>
                  </a:lnTo>
                  <a:lnTo>
                    <a:pt x="164591" y="521208"/>
                  </a:lnTo>
                  <a:lnTo>
                    <a:pt x="202691" y="533400"/>
                  </a:lnTo>
                  <a:lnTo>
                    <a:pt x="242315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4612" y="536448"/>
                  </a:lnTo>
                  <a:lnTo>
                    <a:pt x="338327" y="533400"/>
                  </a:lnTo>
                  <a:lnTo>
                    <a:pt x="344423" y="531876"/>
                  </a:lnTo>
                  <a:lnTo>
                    <a:pt x="257555" y="531876"/>
                  </a:lnTo>
                  <a:lnTo>
                    <a:pt x="230124" y="528827"/>
                  </a:lnTo>
                  <a:lnTo>
                    <a:pt x="217931" y="527303"/>
                  </a:lnTo>
                  <a:lnTo>
                    <a:pt x="205739" y="524256"/>
                  </a:lnTo>
                  <a:lnTo>
                    <a:pt x="192024" y="521208"/>
                  </a:lnTo>
                  <a:lnTo>
                    <a:pt x="146303" y="501396"/>
                  </a:lnTo>
                  <a:lnTo>
                    <a:pt x="103631" y="472439"/>
                  </a:lnTo>
                  <a:lnTo>
                    <a:pt x="68579" y="437388"/>
                  </a:lnTo>
                  <a:lnTo>
                    <a:pt x="41147" y="396239"/>
                  </a:lnTo>
                  <a:lnTo>
                    <a:pt x="24383" y="361188"/>
                  </a:lnTo>
                  <a:lnTo>
                    <a:pt x="21336" y="348996"/>
                  </a:lnTo>
                  <a:lnTo>
                    <a:pt x="16763" y="336803"/>
                  </a:lnTo>
                  <a:lnTo>
                    <a:pt x="15239" y="323088"/>
                  </a:lnTo>
                  <a:lnTo>
                    <a:pt x="12191" y="310896"/>
                  </a:lnTo>
                  <a:lnTo>
                    <a:pt x="10667" y="297179"/>
                  </a:lnTo>
                  <a:lnTo>
                    <a:pt x="9143" y="284988"/>
                  </a:lnTo>
                  <a:lnTo>
                    <a:pt x="9143" y="257556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41147" y="146303"/>
                  </a:lnTo>
                  <a:lnTo>
                    <a:pt x="68579" y="105156"/>
                  </a:lnTo>
                  <a:lnTo>
                    <a:pt x="105155" y="70103"/>
                  </a:lnTo>
                  <a:lnTo>
                    <a:pt x="146303" y="41148"/>
                  </a:lnTo>
                  <a:lnTo>
                    <a:pt x="193547" y="21336"/>
                  </a:lnTo>
                  <a:lnTo>
                    <a:pt x="230124" y="13715"/>
                  </a:lnTo>
                  <a:lnTo>
                    <a:pt x="243839" y="10667"/>
                  </a:lnTo>
                  <a:lnTo>
                    <a:pt x="344423" y="10667"/>
                  </a:lnTo>
                  <a:lnTo>
                    <a:pt x="338327" y="9144"/>
                  </a:lnTo>
                  <a:lnTo>
                    <a:pt x="310895" y="3048"/>
                  </a:lnTo>
                  <a:lnTo>
                    <a:pt x="298703" y="1524"/>
                  </a:lnTo>
                  <a:close/>
                </a:path>
                <a:path w="541020" h="542925">
                  <a:moveTo>
                    <a:pt x="344423" y="10667"/>
                  </a:moveTo>
                  <a:lnTo>
                    <a:pt x="297179" y="10667"/>
                  </a:lnTo>
                  <a:lnTo>
                    <a:pt x="310895" y="13715"/>
                  </a:lnTo>
                  <a:lnTo>
                    <a:pt x="323088" y="15239"/>
                  </a:lnTo>
                  <a:lnTo>
                    <a:pt x="347471" y="21336"/>
                  </a:lnTo>
                  <a:lnTo>
                    <a:pt x="394715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499871" y="146303"/>
                  </a:lnTo>
                  <a:lnTo>
                    <a:pt x="519683" y="193548"/>
                  </a:lnTo>
                  <a:lnTo>
                    <a:pt x="528827" y="2316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19683" y="348996"/>
                  </a:lnTo>
                  <a:lnTo>
                    <a:pt x="499871" y="396239"/>
                  </a:lnTo>
                  <a:lnTo>
                    <a:pt x="472439" y="437388"/>
                  </a:lnTo>
                  <a:lnTo>
                    <a:pt x="435863" y="472439"/>
                  </a:lnTo>
                  <a:lnTo>
                    <a:pt x="394715" y="501396"/>
                  </a:lnTo>
                  <a:lnTo>
                    <a:pt x="347471" y="521208"/>
                  </a:lnTo>
                  <a:lnTo>
                    <a:pt x="309371" y="528827"/>
                  </a:lnTo>
                  <a:lnTo>
                    <a:pt x="297179" y="530351"/>
                  </a:lnTo>
                  <a:lnTo>
                    <a:pt x="283463" y="531876"/>
                  </a:lnTo>
                  <a:lnTo>
                    <a:pt x="344423" y="531876"/>
                  </a:lnTo>
                  <a:lnTo>
                    <a:pt x="399288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28827" y="352044"/>
                  </a:lnTo>
                  <a:lnTo>
                    <a:pt x="534924" y="326136"/>
                  </a:lnTo>
                  <a:lnTo>
                    <a:pt x="537971" y="312420"/>
                  </a:lnTo>
                  <a:lnTo>
                    <a:pt x="541019" y="284988"/>
                  </a:lnTo>
                  <a:lnTo>
                    <a:pt x="541019" y="257556"/>
                  </a:lnTo>
                  <a:lnTo>
                    <a:pt x="531876" y="202691"/>
                  </a:lnTo>
                  <a:lnTo>
                    <a:pt x="519683" y="166115"/>
                  </a:lnTo>
                  <a:lnTo>
                    <a:pt x="495300" y="120396"/>
                  </a:lnTo>
                  <a:lnTo>
                    <a:pt x="461771" y="79248"/>
                  </a:lnTo>
                  <a:lnTo>
                    <a:pt x="422147" y="47244"/>
                  </a:lnTo>
                  <a:lnTo>
                    <a:pt x="376427" y="21336"/>
                  </a:lnTo>
                  <a:lnTo>
                    <a:pt x="362712" y="16763"/>
                  </a:lnTo>
                  <a:lnTo>
                    <a:pt x="350519" y="12191"/>
                  </a:lnTo>
                  <a:lnTo>
                    <a:pt x="344423" y="10667"/>
                  </a:lnTo>
                  <a:close/>
                </a:path>
                <a:path w="541020" h="542925">
                  <a:moveTo>
                    <a:pt x="269747" y="0"/>
                  </a:moveTo>
                  <a:lnTo>
                    <a:pt x="256031" y="1524"/>
                  </a:lnTo>
                  <a:lnTo>
                    <a:pt x="284988" y="1524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49496" y="3470142"/>
            <a:ext cx="542925" cy="542925"/>
            <a:chOff x="4349496" y="3470142"/>
            <a:chExt cx="542925" cy="54292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51020" y="3471666"/>
              <a:ext cx="541020" cy="54102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9496" y="3470142"/>
              <a:ext cx="542544" cy="5425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49496" y="3470142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84988" y="541020"/>
                  </a:moveTo>
                  <a:lnTo>
                    <a:pt x="257555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2925" h="542925">
                  <a:moveTo>
                    <a:pt x="298703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59" y="62484"/>
                  </a:lnTo>
                  <a:lnTo>
                    <a:pt x="62483" y="99060"/>
                  </a:lnTo>
                  <a:lnTo>
                    <a:pt x="33527" y="141732"/>
                  </a:lnTo>
                  <a:lnTo>
                    <a:pt x="12191" y="190500"/>
                  </a:lnTo>
                  <a:lnTo>
                    <a:pt x="9143" y="204215"/>
                  </a:lnTo>
                  <a:lnTo>
                    <a:pt x="6095" y="216408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6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20"/>
                  </a:lnTo>
                  <a:lnTo>
                    <a:pt x="6095" y="326136"/>
                  </a:lnTo>
                  <a:lnTo>
                    <a:pt x="9143" y="338327"/>
                  </a:lnTo>
                  <a:lnTo>
                    <a:pt x="12191" y="352044"/>
                  </a:lnTo>
                  <a:lnTo>
                    <a:pt x="33527" y="400812"/>
                  </a:lnTo>
                  <a:lnTo>
                    <a:pt x="62483" y="443484"/>
                  </a:lnTo>
                  <a:lnTo>
                    <a:pt x="99059" y="480060"/>
                  </a:lnTo>
                  <a:lnTo>
                    <a:pt x="141731" y="509015"/>
                  </a:lnTo>
                  <a:lnTo>
                    <a:pt x="190500" y="530351"/>
                  </a:lnTo>
                  <a:lnTo>
                    <a:pt x="204215" y="533400"/>
                  </a:lnTo>
                  <a:lnTo>
                    <a:pt x="216407" y="536448"/>
                  </a:lnTo>
                  <a:lnTo>
                    <a:pt x="230124" y="539496"/>
                  </a:lnTo>
                  <a:lnTo>
                    <a:pt x="243839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5185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7303"/>
                  </a:lnTo>
                  <a:lnTo>
                    <a:pt x="169163" y="512063"/>
                  </a:lnTo>
                  <a:lnTo>
                    <a:pt x="124967" y="487679"/>
                  </a:lnTo>
                  <a:lnTo>
                    <a:pt x="86867" y="455675"/>
                  </a:lnTo>
                  <a:lnTo>
                    <a:pt x="54863" y="417575"/>
                  </a:lnTo>
                  <a:lnTo>
                    <a:pt x="30479" y="373379"/>
                  </a:lnTo>
                  <a:lnTo>
                    <a:pt x="18287" y="336803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1648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6867"/>
                  </a:lnTo>
                  <a:lnTo>
                    <a:pt x="124967" y="54863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31648" y="13715"/>
                  </a:lnTo>
                  <a:lnTo>
                    <a:pt x="245363" y="10667"/>
                  </a:lnTo>
                  <a:lnTo>
                    <a:pt x="345185" y="10667"/>
                  </a:lnTo>
                  <a:lnTo>
                    <a:pt x="338327" y="9144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98703" y="1524"/>
                  </a:lnTo>
                  <a:close/>
                </a:path>
                <a:path w="542925" h="542925">
                  <a:moveTo>
                    <a:pt x="345185" y="10667"/>
                  </a:moveTo>
                  <a:lnTo>
                    <a:pt x="298703" y="10667"/>
                  </a:lnTo>
                  <a:lnTo>
                    <a:pt x="310895" y="13715"/>
                  </a:lnTo>
                  <a:lnTo>
                    <a:pt x="324612" y="15239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501395" y="146303"/>
                  </a:lnTo>
                  <a:lnTo>
                    <a:pt x="521207" y="1935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6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36803" y="524256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5185" y="531876"/>
                  </a:lnTo>
                  <a:lnTo>
                    <a:pt x="352043" y="530351"/>
                  </a:lnTo>
                  <a:lnTo>
                    <a:pt x="400812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30351" y="352044"/>
                  </a:lnTo>
                  <a:lnTo>
                    <a:pt x="533400" y="338327"/>
                  </a:lnTo>
                  <a:lnTo>
                    <a:pt x="536448" y="326136"/>
                  </a:lnTo>
                  <a:lnTo>
                    <a:pt x="539495" y="312420"/>
                  </a:lnTo>
                  <a:lnTo>
                    <a:pt x="541019" y="298703"/>
                  </a:lnTo>
                  <a:lnTo>
                    <a:pt x="541019" y="284988"/>
                  </a:lnTo>
                  <a:lnTo>
                    <a:pt x="542543" y="271272"/>
                  </a:lnTo>
                  <a:lnTo>
                    <a:pt x="541019" y="257556"/>
                  </a:lnTo>
                  <a:lnTo>
                    <a:pt x="541019" y="243839"/>
                  </a:lnTo>
                  <a:lnTo>
                    <a:pt x="539495" y="230124"/>
                  </a:lnTo>
                  <a:lnTo>
                    <a:pt x="530351" y="190500"/>
                  </a:lnTo>
                  <a:lnTo>
                    <a:pt x="509015" y="141732"/>
                  </a:lnTo>
                  <a:lnTo>
                    <a:pt x="480059" y="99060"/>
                  </a:lnTo>
                  <a:lnTo>
                    <a:pt x="443483" y="62484"/>
                  </a:lnTo>
                  <a:lnTo>
                    <a:pt x="400812" y="33527"/>
                  </a:lnTo>
                  <a:lnTo>
                    <a:pt x="352043" y="12191"/>
                  </a:lnTo>
                  <a:lnTo>
                    <a:pt x="345185" y="10667"/>
                  </a:lnTo>
                  <a:close/>
                </a:path>
                <a:path w="542925" h="542925">
                  <a:moveTo>
                    <a:pt x="271271" y="0"/>
                  </a:moveTo>
                  <a:lnTo>
                    <a:pt x="257555" y="1524"/>
                  </a:lnTo>
                  <a:lnTo>
                    <a:pt x="284988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37147" y="3471666"/>
            <a:ext cx="546100" cy="544195"/>
            <a:chOff x="6137147" y="3471666"/>
            <a:chExt cx="546100" cy="544195"/>
          </a:xfrm>
        </p:grpSpPr>
        <p:sp>
          <p:nvSpPr>
            <p:cNvPr id="31" name="object 31"/>
            <p:cNvSpPr/>
            <p:nvPr/>
          </p:nvSpPr>
          <p:spPr>
            <a:xfrm>
              <a:off x="6143243" y="3477762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29" h="532129">
                  <a:moveTo>
                    <a:pt x="266700" y="0"/>
                  </a:moveTo>
                  <a:lnTo>
                    <a:pt x="219021" y="4279"/>
                  </a:lnTo>
                  <a:lnTo>
                    <a:pt x="174039" y="16623"/>
                  </a:lnTo>
                  <a:lnTo>
                    <a:pt x="132531" y="36293"/>
                  </a:lnTo>
                  <a:lnTo>
                    <a:pt x="95276" y="62548"/>
                  </a:lnTo>
                  <a:lnTo>
                    <a:pt x="63050" y="94648"/>
                  </a:lnTo>
                  <a:lnTo>
                    <a:pt x="36632" y="131854"/>
                  </a:lnTo>
                  <a:lnTo>
                    <a:pt x="16799" y="173424"/>
                  </a:lnTo>
                  <a:lnTo>
                    <a:pt x="4329" y="218619"/>
                  </a:lnTo>
                  <a:lnTo>
                    <a:pt x="0" y="266700"/>
                  </a:lnTo>
                  <a:lnTo>
                    <a:pt x="4329" y="314326"/>
                  </a:lnTo>
                  <a:lnTo>
                    <a:pt x="16799" y="359168"/>
                  </a:lnTo>
                  <a:lnTo>
                    <a:pt x="36632" y="400473"/>
                  </a:lnTo>
                  <a:lnTo>
                    <a:pt x="63050" y="437488"/>
                  </a:lnTo>
                  <a:lnTo>
                    <a:pt x="95276" y="469460"/>
                  </a:lnTo>
                  <a:lnTo>
                    <a:pt x="132531" y="495638"/>
                  </a:lnTo>
                  <a:lnTo>
                    <a:pt x="174039" y="515268"/>
                  </a:lnTo>
                  <a:lnTo>
                    <a:pt x="219021" y="527598"/>
                  </a:lnTo>
                  <a:lnTo>
                    <a:pt x="266700" y="531876"/>
                  </a:lnTo>
                  <a:lnTo>
                    <a:pt x="314326" y="527598"/>
                  </a:lnTo>
                  <a:lnTo>
                    <a:pt x="359168" y="515268"/>
                  </a:lnTo>
                  <a:lnTo>
                    <a:pt x="400473" y="495638"/>
                  </a:lnTo>
                  <a:lnTo>
                    <a:pt x="437488" y="469460"/>
                  </a:lnTo>
                  <a:lnTo>
                    <a:pt x="469460" y="437488"/>
                  </a:lnTo>
                  <a:lnTo>
                    <a:pt x="495638" y="400473"/>
                  </a:lnTo>
                  <a:lnTo>
                    <a:pt x="515268" y="359168"/>
                  </a:lnTo>
                  <a:lnTo>
                    <a:pt x="527598" y="314326"/>
                  </a:lnTo>
                  <a:lnTo>
                    <a:pt x="531876" y="266700"/>
                  </a:lnTo>
                  <a:lnTo>
                    <a:pt x="527598" y="218619"/>
                  </a:lnTo>
                  <a:lnTo>
                    <a:pt x="515268" y="173424"/>
                  </a:lnTo>
                  <a:lnTo>
                    <a:pt x="495638" y="131854"/>
                  </a:lnTo>
                  <a:lnTo>
                    <a:pt x="469460" y="94648"/>
                  </a:lnTo>
                  <a:lnTo>
                    <a:pt x="437488" y="62548"/>
                  </a:lnTo>
                  <a:lnTo>
                    <a:pt x="400473" y="36293"/>
                  </a:lnTo>
                  <a:lnTo>
                    <a:pt x="359168" y="16623"/>
                  </a:lnTo>
                  <a:lnTo>
                    <a:pt x="314326" y="427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7147" y="3471666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5">
                  <a:moveTo>
                    <a:pt x="286512" y="0"/>
                  </a:moveTo>
                  <a:lnTo>
                    <a:pt x="259079" y="0"/>
                  </a:lnTo>
                  <a:lnTo>
                    <a:pt x="231648" y="3048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4" y="99060"/>
                  </a:lnTo>
                  <a:lnTo>
                    <a:pt x="33527" y="143255"/>
                  </a:lnTo>
                  <a:lnTo>
                    <a:pt x="16763" y="178308"/>
                  </a:lnTo>
                  <a:lnTo>
                    <a:pt x="6096" y="217932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2796"/>
                  </a:lnTo>
                  <a:lnTo>
                    <a:pt x="1524" y="286512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7660"/>
                  </a:lnTo>
                  <a:lnTo>
                    <a:pt x="9143" y="339851"/>
                  </a:lnTo>
                  <a:lnTo>
                    <a:pt x="12191" y="353567"/>
                  </a:lnTo>
                  <a:lnTo>
                    <a:pt x="33527" y="402336"/>
                  </a:lnTo>
                  <a:lnTo>
                    <a:pt x="62484" y="445008"/>
                  </a:lnTo>
                  <a:lnTo>
                    <a:pt x="99060" y="481584"/>
                  </a:lnTo>
                  <a:lnTo>
                    <a:pt x="143255" y="512063"/>
                  </a:lnTo>
                  <a:lnTo>
                    <a:pt x="179831" y="527303"/>
                  </a:lnTo>
                  <a:lnTo>
                    <a:pt x="204215" y="536448"/>
                  </a:lnTo>
                  <a:lnTo>
                    <a:pt x="217931" y="539496"/>
                  </a:lnTo>
                  <a:lnTo>
                    <a:pt x="259079" y="544067"/>
                  </a:lnTo>
                  <a:lnTo>
                    <a:pt x="286512" y="544067"/>
                  </a:lnTo>
                  <a:lnTo>
                    <a:pt x="327660" y="539496"/>
                  </a:lnTo>
                  <a:lnTo>
                    <a:pt x="341375" y="536448"/>
                  </a:lnTo>
                  <a:lnTo>
                    <a:pt x="353567" y="531876"/>
                  </a:lnTo>
                  <a:lnTo>
                    <a:pt x="259079" y="531876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19455" y="525779"/>
                  </a:lnTo>
                  <a:lnTo>
                    <a:pt x="182879" y="516636"/>
                  </a:lnTo>
                  <a:lnTo>
                    <a:pt x="172212" y="510539"/>
                  </a:lnTo>
                  <a:lnTo>
                    <a:pt x="149351" y="499872"/>
                  </a:lnTo>
                  <a:lnTo>
                    <a:pt x="106679" y="472439"/>
                  </a:lnTo>
                  <a:lnTo>
                    <a:pt x="71627" y="437388"/>
                  </a:lnTo>
                  <a:lnTo>
                    <a:pt x="44196" y="396239"/>
                  </a:lnTo>
                  <a:lnTo>
                    <a:pt x="24384" y="348996"/>
                  </a:lnTo>
                  <a:lnTo>
                    <a:pt x="16763" y="310896"/>
                  </a:lnTo>
                  <a:lnTo>
                    <a:pt x="13715" y="298703"/>
                  </a:lnTo>
                  <a:lnTo>
                    <a:pt x="13715" y="245363"/>
                  </a:lnTo>
                  <a:lnTo>
                    <a:pt x="16763" y="231648"/>
                  </a:lnTo>
                  <a:lnTo>
                    <a:pt x="18287" y="219455"/>
                  </a:lnTo>
                  <a:lnTo>
                    <a:pt x="33527" y="170687"/>
                  </a:lnTo>
                  <a:lnTo>
                    <a:pt x="57912" y="126491"/>
                  </a:lnTo>
                  <a:lnTo>
                    <a:pt x="89915" y="88391"/>
                  </a:lnTo>
                  <a:lnTo>
                    <a:pt x="128015" y="56387"/>
                  </a:lnTo>
                  <a:lnTo>
                    <a:pt x="172212" y="32003"/>
                  </a:lnTo>
                  <a:lnTo>
                    <a:pt x="220979" y="18287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7" y="12191"/>
                  </a:lnTo>
                  <a:lnTo>
                    <a:pt x="339851" y="7620"/>
                  </a:lnTo>
                  <a:lnTo>
                    <a:pt x="327660" y="4572"/>
                  </a:lnTo>
                  <a:lnTo>
                    <a:pt x="286512" y="0"/>
                  </a:lnTo>
                  <a:close/>
                </a:path>
                <a:path w="546100" h="544195">
                  <a:moveTo>
                    <a:pt x="353567" y="12191"/>
                  </a:moveTo>
                  <a:lnTo>
                    <a:pt x="286512" y="12191"/>
                  </a:lnTo>
                  <a:lnTo>
                    <a:pt x="298703" y="13715"/>
                  </a:lnTo>
                  <a:lnTo>
                    <a:pt x="312419" y="15239"/>
                  </a:lnTo>
                  <a:lnTo>
                    <a:pt x="324612" y="18287"/>
                  </a:lnTo>
                  <a:lnTo>
                    <a:pt x="362712" y="28955"/>
                  </a:lnTo>
                  <a:lnTo>
                    <a:pt x="417575" y="56387"/>
                  </a:lnTo>
                  <a:lnTo>
                    <a:pt x="455675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3172"/>
                  </a:lnTo>
                  <a:lnTo>
                    <a:pt x="530351" y="245363"/>
                  </a:lnTo>
                  <a:lnTo>
                    <a:pt x="531876" y="259079"/>
                  </a:lnTo>
                  <a:lnTo>
                    <a:pt x="531876" y="284988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48996" y="519684"/>
                  </a:lnTo>
                  <a:lnTo>
                    <a:pt x="336803" y="524255"/>
                  </a:lnTo>
                  <a:lnTo>
                    <a:pt x="324612" y="525779"/>
                  </a:lnTo>
                  <a:lnTo>
                    <a:pt x="312419" y="528827"/>
                  </a:lnTo>
                  <a:lnTo>
                    <a:pt x="298703" y="530351"/>
                  </a:lnTo>
                  <a:lnTo>
                    <a:pt x="286512" y="531876"/>
                  </a:lnTo>
                  <a:lnTo>
                    <a:pt x="353567" y="531876"/>
                  </a:lnTo>
                  <a:lnTo>
                    <a:pt x="365759" y="527303"/>
                  </a:lnTo>
                  <a:lnTo>
                    <a:pt x="379475" y="522732"/>
                  </a:lnTo>
                  <a:lnTo>
                    <a:pt x="425196" y="498348"/>
                  </a:lnTo>
                  <a:lnTo>
                    <a:pt x="464820" y="464820"/>
                  </a:lnTo>
                  <a:lnTo>
                    <a:pt x="498348" y="423672"/>
                  </a:lnTo>
                  <a:lnTo>
                    <a:pt x="524255" y="377951"/>
                  </a:lnTo>
                  <a:lnTo>
                    <a:pt x="539496" y="326136"/>
                  </a:lnTo>
                  <a:lnTo>
                    <a:pt x="542544" y="313943"/>
                  </a:lnTo>
                  <a:lnTo>
                    <a:pt x="544068" y="300227"/>
                  </a:lnTo>
                  <a:lnTo>
                    <a:pt x="544068" y="286512"/>
                  </a:lnTo>
                  <a:lnTo>
                    <a:pt x="545592" y="271272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9496" y="216408"/>
                  </a:lnTo>
                  <a:lnTo>
                    <a:pt x="536448" y="204215"/>
                  </a:lnTo>
                  <a:lnTo>
                    <a:pt x="533400" y="190500"/>
                  </a:lnTo>
                  <a:lnTo>
                    <a:pt x="528827" y="178308"/>
                  </a:lnTo>
                  <a:lnTo>
                    <a:pt x="522731" y="166115"/>
                  </a:lnTo>
                  <a:lnTo>
                    <a:pt x="512063" y="141732"/>
                  </a:lnTo>
                  <a:lnTo>
                    <a:pt x="483107" y="99060"/>
                  </a:lnTo>
                  <a:lnTo>
                    <a:pt x="425196" y="45720"/>
                  </a:lnTo>
                  <a:lnTo>
                    <a:pt x="377951" y="21336"/>
                  </a:lnTo>
                  <a:lnTo>
                    <a:pt x="353567" y="12191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626095" y="2621274"/>
            <a:ext cx="546100" cy="544195"/>
            <a:chOff x="7626095" y="2621274"/>
            <a:chExt cx="546100" cy="544195"/>
          </a:xfrm>
        </p:grpSpPr>
        <p:sp>
          <p:nvSpPr>
            <p:cNvPr id="35" name="object 35"/>
            <p:cNvSpPr/>
            <p:nvPr/>
          </p:nvSpPr>
          <p:spPr>
            <a:xfrm>
              <a:off x="7633715" y="262737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59" h="532130">
                  <a:moveTo>
                    <a:pt x="265175" y="0"/>
                  </a:moveTo>
                  <a:lnTo>
                    <a:pt x="217549" y="4277"/>
                  </a:lnTo>
                  <a:lnTo>
                    <a:pt x="172707" y="16607"/>
                  </a:lnTo>
                  <a:lnTo>
                    <a:pt x="131402" y="36237"/>
                  </a:lnTo>
                  <a:lnTo>
                    <a:pt x="94387" y="62415"/>
                  </a:lnTo>
                  <a:lnTo>
                    <a:pt x="62415" y="94387"/>
                  </a:lnTo>
                  <a:lnTo>
                    <a:pt x="36237" y="131402"/>
                  </a:lnTo>
                  <a:lnTo>
                    <a:pt x="16607" y="172707"/>
                  </a:lnTo>
                  <a:lnTo>
                    <a:pt x="4277" y="217549"/>
                  </a:lnTo>
                  <a:lnTo>
                    <a:pt x="0" y="265175"/>
                  </a:lnTo>
                  <a:lnTo>
                    <a:pt x="4277" y="313256"/>
                  </a:lnTo>
                  <a:lnTo>
                    <a:pt x="16607" y="358451"/>
                  </a:lnTo>
                  <a:lnTo>
                    <a:pt x="36237" y="400021"/>
                  </a:lnTo>
                  <a:lnTo>
                    <a:pt x="62415" y="437227"/>
                  </a:lnTo>
                  <a:lnTo>
                    <a:pt x="94387" y="469327"/>
                  </a:lnTo>
                  <a:lnTo>
                    <a:pt x="131402" y="495582"/>
                  </a:lnTo>
                  <a:lnTo>
                    <a:pt x="172707" y="515252"/>
                  </a:lnTo>
                  <a:lnTo>
                    <a:pt x="217549" y="527596"/>
                  </a:lnTo>
                  <a:lnTo>
                    <a:pt x="265175" y="531876"/>
                  </a:lnTo>
                  <a:lnTo>
                    <a:pt x="312802" y="527596"/>
                  </a:lnTo>
                  <a:lnTo>
                    <a:pt x="357644" y="515252"/>
                  </a:lnTo>
                  <a:lnTo>
                    <a:pt x="398949" y="495582"/>
                  </a:lnTo>
                  <a:lnTo>
                    <a:pt x="435964" y="469327"/>
                  </a:lnTo>
                  <a:lnTo>
                    <a:pt x="467936" y="437227"/>
                  </a:lnTo>
                  <a:lnTo>
                    <a:pt x="494114" y="400021"/>
                  </a:lnTo>
                  <a:lnTo>
                    <a:pt x="513744" y="358451"/>
                  </a:lnTo>
                  <a:lnTo>
                    <a:pt x="526074" y="313256"/>
                  </a:lnTo>
                  <a:lnTo>
                    <a:pt x="530351" y="265175"/>
                  </a:lnTo>
                  <a:lnTo>
                    <a:pt x="526074" y="217549"/>
                  </a:lnTo>
                  <a:lnTo>
                    <a:pt x="513744" y="172707"/>
                  </a:lnTo>
                  <a:lnTo>
                    <a:pt x="494114" y="131402"/>
                  </a:lnTo>
                  <a:lnTo>
                    <a:pt x="467936" y="94387"/>
                  </a:lnTo>
                  <a:lnTo>
                    <a:pt x="435964" y="62415"/>
                  </a:lnTo>
                  <a:lnTo>
                    <a:pt x="398949" y="36237"/>
                  </a:lnTo>
                  <a:lnTo>
                    <a:pt x="357644" y="16607"/>
                  </a:lnTo>
                  <a:lnTo>
                    <a:pt x="312802" y="4277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26095" y="2621274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4">
                  <a:moveTo>
                    <a:pt x="300227" y="0"/>
                  </a:moveTo>
                  <a:lnTo>
                    <a:pt x="245363" y="0"/>
                  </a:lnTo>
                  <a:lnTo>
                    <a:pt x="231648" y="3047"/>
                  </a:lnTo>
                  <a:lnTo>
                    <a:pt x="217931" y="4571"/>
                  </a:lnTo>
                  <a:lnTo>
                    <a:pt x="204215" y="7619"/>
                  </a:lnTo>
                  <a:lnTo>
                    <a:pt x="192024" y="12191"/>
                  </a:lnTo>
                  <a:lnTo>
                    <a:pt x="178307" y="15239"/>
                  </a:lnTo>
                  <a:lnTo>
                    <a:pt x="166115" y="21335"/>
                  </a:lnTo>
                  <a:lnTo>
                    <a:pt x="143255" y="32003"/>
                  </a:lnTo>
                  <a:lnTo>
                    <a:pt x="120396" y="45719"/>
                  </a:lnTo>
                  <a:lnTo>
                    <a:pt x="80772" y="79247"/>
                  </a:lnTo>
                  <a:lnTo>
                    <a:pt x="47244" y="118871"/>
                  </a:lnTo>
                  <a:lnTo>
                    <a:pt x="21335" y="166115"/>
                  </a:lnTo>
                  <a:lnTo>
                    <a:pt x="9144" y="204215"/>
                  </a:lnTo>
                  <a:lnTo>
                    <a:pt x="6096" y="216407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1271"/>
                  </a:lnTo>
                  <a:lnTo>
                    <a:pt x="1524" y="284988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6135"/>
                  </a:lnTo>
                  <a:lnTo>
                    <a:pt x="9144" y="339851"/>
                  </a:lnTo>
                  <a:lnTo>
                    <a:pt x="12192" y="352043"/>
                  </a:lnTo>
                  <a:lnTo>
                    <a:pt x="33527" y="402335"/>
                  </a:lnTo>
                  <a:lnTo>
                    <a:pt x="62483" y="445007"/>
                  </a:lnTo>
                  <a:lnTo>
                    <a:pt x="100583" y="481583"/>
                  </a:lnTo>
                  <a:lnTo>
                    <a:pt x="143255" y="510539"/>
                  </a:lnTo>
                  <a:lnTo>
                    <a:pt x="192024" y="531876"/>
                  </a:lnTo>
                  <a:lnTo>
                    <a:pt x="231648" y="541019"/>
                  </a:lnTo>
                  <a:lnTo>
                    <a:pt x="259079" y="544067"/>
                  </a:lnTo>
                  <a:lnTo>
                    <a:pt x="286511" y="544067"/>
                  </a:lnTo>
                  <a:lnTo>
                    <a:pt x="313944" y="541019"/>
                  </a:lnTo>
                  <a:lnTo>
                    <a:pt x="341375" y="534924"/>
                  </a:lnTo>
                  <a:lnTo>
                    <a:pt x="353568" y="531876"/>
                  </a:lnTo>
                  <a:lnTo>
                    <a:pt x="272796" y="531876"/>
                  </a:lnTo>
                  <a:lnTo>
                    <a:pt x="259079" y="530351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20979" y="525779"/>
                  </a:lnTo>
                  <a:lnTo>
                    <a:pt x="207263" y="522731"/>
                  </a:lnTo>
                  <a:lnTo>
                    <a:pt x="149351" y="499871"/>
                  </a:lnTo>
                  <a:lnTo>
                    <a:pt x="108203" y="470915"/>
                  </a:lnTo>
                  <a:lnTo>
                    <a:pt x="71627" y="435863"/>
                  </a:lnTo>
                  <a:lnTo>
                    <a:pt x="44196" y="394715"/>
                  </a:lnTo>
                  <a:lnTo>
                    <a:pt x="24383" y="348995"/>
                  </a:lnTo>
                  <a:lnTo>
                    <a:pt x="16763" y="310895"/>
                  </a:lnTo>
                  <a:lnTo>
                    <a:pt x="15239" y="297179"/>
                  </a:lnTo>
                  <a:lnTo>
                    <a:pt x="13715" y="284988"/>
                  </a:lnTo>
                  <a:lnTo>
                    <a:pt x="13715" y="257555"/>
                  </a:lnTo>
                  <a:lnTo>
                    <a:pt x="15239" y="245363"/>
                  </a:lnTo>
                  <a:lnTo>
                    <a:pt x="16763" y="231647"/>
                  </a:lnTo>
                  <a:lnTo>
                    <a:pt x="18287" y="219455"/>
                  </a:lnTo>
                  <a:lnTo>
                    <a:pt x="21335" y="207263"/>
                  </a:lnTo>
                  <a:lnTo>
                    <a:pt x="24383" y="193547"/>
                  </a:lnTo>
                  <a:lnTo>
                    <a:pt x="28955" y="182879"/>
                  </a:lnTo>
                  <a:lnTo>
                    <a:pt x="33527" y="170687"/>
                  </a:lnTo>
                  <a:lnTo>
                    <a:pt x="44196" y="147827"/>
                  </a:lnTo>
                  <a:lnTo>
                    <a:pt x="73151" y="106679"/>
                  </a:lnTo>
                  <a:lnTo>
                    <a:pt x="108203" y="71627"/>
                  </a:lnTo>
                  <a:lnTo>
                    <a:pt x="149351" y="42671"/>
                  </a:lnTo>
                  <a:lnTo>
                    <a:pt x="184403" y="27431"/>
                  </a:lnTo>
                  <a:lnTo>
                    <a:pt x="195072" y="24383"/>
                  </a:lnTo>
                  <a:lnTo>
                    <a:pt x="208787" y="19812"/>
                  </a:lnTo>
                  <a:lnTo>
                    <a:pt x="220979" y="16763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8" y="12191"/>
                  </a:lnTo>
                  <a:lnTo>
                    <a:pt x="341375" y="7619"/>
                  </a:lnTo>
                  <a:lnTo>
                    <a:pt x="327659" y="4571"/>
                  </a:lnTo>
                  <a:lnTo>
                    <a:pt x="313944" y="3047"/>
                  </a:lnTo>
                  <a:lnTo>
                    <a:pt x="300227" y="0"/>
                  </a:lnTo>
                  <a:close/>
                </a:path>
                <a:path w="546100" h="544194">
                  <a:moveTo>
                    <a:pt x="353568" y="12191"/>
                  </a:moveTo>
                  <a:lnTo>
                    <a:pt x="286511" y="12191"/>
                  </a:lnTo>
                  <a:lnTo>
                    <a:pt x="300227" y="13715"/>
                  </a:lnTo>
                  <a:lnTo>
                    <a:pt x="324611" y="16763"/>
                  </a:lnTo>
                  <a:lnTo>
                    <a:pt x="338327" y="19812"/>
                  </a:lnTo>
                  <a:lnTo>
                    <a:pt x="350520" y="24383"/>
                  </a:lnTo>
                  <a:lnTo>
                    <a:pt x="362711" y="27431"/>
                  </a:lnTo>
                  <a:lnTo>
                    <a:pt x="417575" y="56387"/>
                  </a:lnTo>
                  <a:lnTo>
                    <a:pt x="457200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1647"/>
                  </a:lnTo>
                  <a:lnTo>
                    <a:pt x="531876" y="245363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5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0539"/>
                  </a:lnTo>
                  <a:lnTo>
                    <a:pt x="361187" y="515112"/>
                  </a:lnTo>
                  <a:lnTo>
                    <a:pt x="350520" y="519683"/>
                  </a:lnTo>
                  <a:lnTo>
                    <a:pt x="336803" y="522731"/>
                  </a:lnTo>
                  <a:lnTo>
                    <a:pt x="312420" y="528827"/>
                  </a:lnTo>
                  <a:lnTo>
                    <a:pt x="298703" y="530351"/>
                  </a:lnTo>
                  <a:lnTo>
                    <a:pt x="286511" y="530351"/>
                  </a:lnTo>
                  <a:lnTo>
                    <a:pt x="272796" y="531876"/>
                  </a:lnTo>
                  <a:lnTo>
                    <a:pt x="353568" y="531876"/>
                  </a:lnTo>
                  <a:lnTo>
                    <a:pt x="402335" y="510539"/>
                  </a:lnTo>
                  <a:lnTo>
                    <a:pt x="446531" y="481583"/>
                  </a:lnTo>
                  <a:lnTo>
                    <a:pt x="483107" y="445007"/>
                  </a:lnTo>
                  <a:lnTo>
                    <a:pt x="512063" y="400812"/>
                  </a:lnTo>
                  <a:lnTo>
                    <a:pt x="528827" y="365759"/>
                  </a:lnTo>
                  <a:lnTo>
                    <a:pt x="542544" y="312419"/>
                  </a:lnTo>
                  <a:lnTo>
                    <a:pt x="544068" y="298703"/>
                  </a:lnTo>
                  <a:lnTo>
                    <a:pt x="544068" y="284988"/>
                  </a:lnTo>
                  <a:lnTo>
                    <a:pt x="545592" y="271271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6448" y="202691"/>
                  </a:lnTo>
                  <a:lnTo>
                    <a:pt x="533400" y="190500"/>
                  </a:lnTo>
                  <a:lnTo>
                    <a:pt x="528827" y="178307"/>
                  </a:lnTo>
                  <a:lnTo>
                    <a:pt x="524255" y="164591"/>
                  </a:lnTo>
                  <a:lnTo>
                    <a:pt x="498348" y="118871"/>
                  </a:lnTo>
                  <a:lnTo>
                    <a:pt x="446531" y="60959"/>
                  </a:lnTo>
                  <a:lnTo>
                    <a:pt x="402335" y="32003"/>
                  </a:lnTo>
                  <a:lnTo>
                    <a:pt x="377951" y="21335"/>
                  </a:lnTo>
                  <a:lnTo>
                    <a:pt x="365759" y="15239"/>
                  </a:lnTo>
                  <a:lnTo>
                    <a:pt x="353568" y="12191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054095" y="1973574"/>
            <a:ext cx="4668520" cy="1789430"/>
            <a:chOff x="3054095" y="1973574"/>
            <a:chExt cx="4668520" cy="1789430"/>
          </a:xfrm>
        </p:grpSpPr>
        <p:sp>
          <p:nvSpPr>
            <p:cNvPr id="39" name="object 39"/>
            <p:cNvSpPr/>
            <p:nvPr/>
          </p:nvSpPr>
          <p:spPr>
            <a:xfrm>
              <a:off x="3500628" y="1975098"/>
              <a:ext cx="2697480" cy="1591310"/>
            </a:xfrm>
            <a:custGeom>
              <a:avLst/>
              <a:gdLst/>
              <a:ahLst/>
              <a:cxnLst/>
              <a:rect l="l" t="t" r="r" b="b"/>
              <a:pathLst>
                <a:path w="2697479" h="1591310">
                  <a:moveTo>
                    <a:pt x="847344" y="27432"/>
                  </a:moveTo>
                  <a:lnTo>
                    <a:pt x="822960" y="0"/>
                  </a:lnTo>
                  <a:lnTo>
                    <a:pt x="0" y="714756"/>
                  </a:lnTo>
                  <a:lnTo>
                    <a:pt x="25908" y="743712"/>
                  </a:lnTo>
                  <a:lnTo>
                    <a:pt x="847344" y="27432"/>
                  </a:lnTo>
                  <a:close/>
                </a:path>
                <a:path w="2697479" h="1591310">
                  <a:moveTo>
                    <a:pt x="2697480" y="214884"/>
                  </a:moveTo>
                  <a:lnTo>
                    <a:pt x="2671572" y="187452"/>
                  </a:lnTo>
                  <a:lnTo>
                    <a:pt x="1293876" y="1565148"/>
                  </a:lnTo>
                  <a:lnTo>
                    <a:pt x="1321308" y="1591056"/>
                  </a:lnTo>
                  <a:lnTo>
                    <a:pt x="2697480" y="214884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82668" y="1973574"/>
              <a:ext cx="3139440" cy="1789430"/>
            </a:xfrm>
            <a:custGeom>
              <a:avLst/>
              <a:gdLst/>
              <a:ahLst/>
              <a:cxnLst/>
              <a:rect l="l" t="t" r="r" b="b"/>
              <a:pathLst>
                <a:path w="3139440" h="1789429">
                  <a:moveTo>
                    <a:pt x="56388" y="1501140"/>
                  </a:moveTo>
                  <a:lnTo>
                    <a:pt x="38100" y="280416"/>
                  </a:lnTo>
                  <a:lnTo>
                    <a:pt x="0" y="281940"/>
                  </a:lnTo>
                  <a:lnTo>
                    <a:pt x="18288" y="1502664"/>
                  </a:lnTo>
                  <a:lnTo>
                    <a:pt x="56388" y="1501140"/>
                  </a:lnTo>
                  <a:close/>
                </a:path>
                <a:path w="3139440" h="1789429">
                  <a:moveTo>
                    <a:pt x="1560576" y="1751076"/>
                  </a:moveTo>
                  <a:lnTo>
                    <a:pt x="303276" y="1748028"/>
                  </a:lnTo>
                  <a:lnTo>
                    <a:pt x="303276" y="1786128"/>
                  </a:lnTo>
                  <a:lnTo>
                    <a:pt x="1560576" y="1789176"/>
                  </a:lnTo>
                  <a:lnTo>
                    <a:pt x="1560576" y="1751076"/>
                  </a:lnTo>
                  <a:close/>
                </a:path>
                <a:path w="3139440" h="1789429">
                  <a:moveTo>
                    <a:pt x="2162556" y="62484"/>
                  </a:moveTo>
                  <a:lnTo>
                    <a:pt x="2066531" y="0"/>
                  </a:lnTo>
                  <a:lnTo>
                    <a:pt x="2045208" y="30480"/>
                  </a:lnTo>
                  <a:lnTo>
                    <a:pt x="2141220" y="94488"/>
                  </a:lnTo>
                  <a:lnTo>
                    <a:pt x="2162556" y="62484"/>
                  </a:lnTo>
                  <a:close/>
                </a:path>
                <a:path w="3139440" h="1789429">
                  <a:moveTo>
                    <a:pt x="2289048" y="147828"/>
                  </a:moveTo>
                  <a:lnTo>
                    <a:pt x="2194560" y="83820"/>
                  </a:lnTo>
                  <a:lnTo>
                    <a:pt x="2173224" y="115824"/>
                  </a:lnTo>
                  <a:lnTo>
                    <a:pt x="2267712" y="179832"/>
                  </a:lnTo>
                  <a:lnTo>
                    <a:pt x="2289048" y="147828"/>
                  </a:lnTo>
                  <a:close/>
                </a:path>
                <a:path w="3139440" h="1789429">
                  <a:moveTo>
                    <a:pt x="2415540" y="231648"/>
                  </a:moveTo>
                  <a:lnTo>
                    <a:pt x="2321052" y="169164"/>
                  </a:lnTo>
                  <a:lnTo>
                    <a:pt x="2299716" y="199644"/>
                  </a:lnTo>
                  <a:lnTo>
                    <a:pt x="2394204" y="263652"/>
                  </a:lnTo>
                  <a:lnTo>
                    <a:pt x="2415540" y="231648"/>
                  </a:lnTo>
                  <a:close/>
                </a:path>
                <a:path w="3139440" h="1789429">
                  <a:moveTo>
                    <a:pt x="2542032" y="316992"/>
                  </a:moveTo>
                  <a:lnTo>
                    <a:pt x="2447544" y="252984"/>
                  </a:lnTo>
                  <a:lnTo>
                    <a:pt x="2426208" y="284988"/>
                  </a:lnTo>
                  <a:lnTo>
                    <a:pt x="2520696" y="348996"/>
                  </a:lnTo>
                  <a:lnTo>
                    <a:pt x="2542032" y="316992"/>
                  </a:lnTo>
                  <a:close/>
                </a:path>
                <a:path w="3139440" h="1789429">
                  <a:moveTo>
                    <a:pt x="2668524" y="400812"/>
                  </a:moveTo>
                  <a:lnTo>
                    <a:pt x="2574036" y="338328"/>
                  </a:lnTo>
                  <a:lnTo>
                    <a:pt x="2552700" y="370332"/>
                  </a:lnTo>
                  <a:lnTo>
                    <a:pt x="2647188" y="432816"/>
                  </a:lnTo>
                  <a:lnTo>
                    <a:pt x="2668524" y="400812"/>
                  </a:lnTo>
                  <a:close/>
                </a:path>
                <a:path w="3139440" h="1789429">
                  <a:moveTo>
                    <a:pt x="2795016" y="486156"/>
                  </a:moveTo>
                  <a:lnTo>
                    <a:pt x="2700528" y="422148"/>
                  </a:lnTo>
                  <a:lnTo>
                    <a:pt x="2679192" y="454152"/>
                  </a:lnTo>
                  <a:lnTo>
                    <a:pt x="2775204" y="518160"/>
                  </a:lnTo>
                  <a:lnTo>
                    <a:pt x="2795016" y="486156"/>
                  </a:lnTo>
                  <a:close/>
                </a:path>
                <a:path w="3139440" h="1789429">
                  <a:moveTo>
                    <a:pt x="2923032" y="571500"/>
                  </a:moveTo>
                  <a:lnTo>
                    <a:pt x="2827020" y="507492"/>
                  </a:lnTo>
                  <a:lnTo>
                    <a:pt x="2805684" y="539496"/>
                  </a:lnTo>
                  <a:lnTo>
                    <a:pt x="2901696" y="601980"/>
                  </a:lnTo>
                  <a:lnTo>
                    <a:pt x="2923032" y="571500"/>
                  </a:lnTo>
                  <a:close/>
                </a:path>
                <a:path w="3139440" h="1789429">
                  <a:moveTo>
                    <a:pt x="3049524" y="655320"/>
                  </a:moveTo>
                  <a:lnTo>
                    <a:pt x="2953512" y="591312"/>
                  </a:lnTo>
                  <a:lnTo>
                    <a:pt x="2933700" y="623316"/>
                  </a:lnTo>
                  <a:lnTo>
                    <a:pt x="3028188" y="687324"/>
                  </a:lnTo>
                  <a:lnTo>
                    <a:pt x="3049524" y="655320"/>
                  </a:lnTo>
                  <a:close/>
                </a:path>
                <a:path w="3139440" h="1789429">
                  <a:moveTo>
                    <a:pt x="3139440" y="714756"/>
                  </a:moveTo>
                  <a:lnTo>
                    <a:pt x="3081528" y="676656"/>
                  </a:lnTo>
                  <a:lnTo>
                    <a:pt x="3060192" y="708660"/>
                  </a:lnTo>
                  <a:lnTo>
                    <a:pt x="3118104" y="746760"/>
                  </a:lnTo>
                  <a:lnTo>
                    <a:pt x="3139440" y="714756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4095" y="2622798"/>
              <a:ext cx="541019" cy="53797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54095" y="2622798"/>
              <a:ext cx="542544" cy="54015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54095" y="2622798"/>
              <a:ext cx="542925" cy="541020"/>
            </a:xfrm>
            <a:custGeom>
              <a:avLst/>
              <a:gdLst/>
              <a:ahLst/>
              <a:cxnLst/>
              <a:rect l="l" t="t" r="r" b="b"/>
              <a:pathLst>
                <a:path w="542925" h="541019">
                  <a:moveTo>
                    <a:pt x="298704" y="0"/>
                  </a:moveTo>
                  <a:lnTo>
                    <a:pt x="243840" y="0"/>
                  </a:lnTo>
                  <a:lnTo>
                    <a:pt x="230124" y="3047"/>
                  </a:lnTo>
                  <a:lnTo>
                    <a:pt x="216407" y="4571"/>
                  </a:lnTo>
                  <a:lnTo>
                    <a:pt x="202692" y="7619"/>
                  </a:lnTo>
                  <a:lnTo>
                    <a:pt x="190500" y="12191"/>
                  </a:lnTo>
                  <a:lnTo>
                    <a:pt x="178308" y="15239"/>
                  </a:lnTo>
                  <a:lnTo>
                    <a:pt x="166116" y="21335"/>
                  </a:lnTo>
                  <a:lnTo>
                    <a:pt x="141731" y="32003"/>
                  </a:lnTo>
                  <a:lnTo>
                    <a:pt x="120396" y="45719"/>
                  </a:lnTo>
                  <a:lnTo>
                    <a:pt x="79248" y="79247"/>
                  </a:lnTo>
                  <a:lnTo>
                    <a:pt x="47243" y="118871"/>
                  </a:lnTo>
                  <a:lnTo>
                    <a:pt x="21336" y="164591"/>
                  </a:lnTo>
                  <a:lnTo>
                    <a:pt x="9143" y="202691"/>
                  </a:lnTo>
                  <a:lnTo>
                    <a:pt x="6096" y="214883"/>
                  </a:lnTo>
                  <a:lnTo>
                    <a:pt x="3048" y="228600"/>
                  </a:lnTo>
                  <a:lnTo>
                    <a:pt x="1524" y="242315"/>
                  </a:lnTo>
                  <a:lnTo>
                    <a:pt x="1524" y="256031"/>
                  </a:lnTo>
                  <a:lnTo>
                    <a:pt x="0" y="269747"/>
                  </a:lnTo>
                  <a:lnTo>
                    <a:pt x="1524" y="283463"/>
                  </a:lnTo>
                  <a:lnTo>
                    <a:pt x="1524" y="297179"/>
                  </a:lnTo>
                  <a:lnTo>
                    <a:pt x="3048" y="310895"/>
                  </a:lnTo>
                  <a:lnTo>
                    <a:pt x="12192" y="350519"/>
                  </a:lnTo>
                  <a:lnTo>
                    <a:pt x="33528" y="399288"/>
                  </a:lnTo>
                  <a:lnTo>
                    <a:pt x="62484" y="441959"/>
                  </a:lnTo>
                  <a:lnTo>
                    <a:pt x="99060" y="478535"/>
                  </a:lnTo>
                  <a:lnTo>
                    <a:pt x="141731" y="507491"/>
                  </a:lnTo>
                  <a:lnTo>
                    <a:pt x="190500" y="528827"/>
                  </a:lnTo>
                  <a:lnTo>
                    <a:pt x="204216" y="531876"/>
                  </a:lnTo>
                  <a:lnTo>
                    <a:pt x="216407" y="534923"/>
                  </a:lnTo>
                  <a:lnTo>
                    <a:pt x="230124" y="537971"/>
                  </a:lnTo>
                  <a:lnTo>
                    <a:pt x="257556" y="541019"/>
                  </a:lnTo>
                  <a:lnTo>
                    <a:pt x="284988" y="541019"/>
                  </a:lnTo>
                  <a:lnTo>
                    <a:pt x="312419" y="537971"/>
                  </a:lnTo>
                  <a:lnTo>
                    <a:pt x="326136" y="534923"/>
                  </a:lnTo>
                  <a:lnTo>
                    <a:pt x="338328" y="531876"/>
                  </a:lnTo>
                  <a:lnTo>
                    <a:pt x="271271" y="531876"/>
                  </a:lnTo>
                  <a:lnTo>
                    <a:pt x="257556" y="530351"/>
                  </a:lnTo>
                  <a:lnTo>
                    <a:pt x="243840" y="530351"/>
                  </a:lnTo>
                  <a:lnTo>
                    <a:pt x="231648" y="528827"/>
                  </a:lnTo>
                  <a:lnTo>
                    <a:pt x="193548" y="519683"/>
                  </a:lnTo>
                  <a:lnTo>
                    <a:pt x="146304" y="499871"/>
                  </a:lnTo>
                  <a:lnTo>
                    <a:pt x="105156" y="470915"/>
                  </a:lnTo>
                  <a:lnTo>
                    <a:pt x="70104" y="435863"/>
                  </a:lnTo>
                  <a:lnTo>
                    <a:pt x="41148" y="394715"/>
                  </a:lnTo>
                  <a:lnTo>
                    <a:pt x="21336" y="347471"/>
                  </a:lnTo>
                  <a:lnTo>
                    <a:pt x="13716" y="309371"/>
                  </a:lnTo>
                  <a:lnTo>
                    <a:pt x="10668" y="297179"/>
                  </a:lnTo>
                  <a:lnTo>
                    <a:pt x="10668" y="243839"/>
                  </a:lnTo>
                  <a:lnTo>
                    <a:pt x="13716" y="230123"/>
                  </a:lnTo>
                  <a:lnTo>
                    <a:pt x="15240" y="217931"/>
                  </a:lnTo>
                  <a:lnTo>
                    <a:pt x="30480" y="167639"/>
                  </a:lnTo>
                  <a:lnTo>
                    <a:pt x="54864" y="123443"/>
                  </a:lnTo>
                  <a:lnTo>
                    <a:pt x="86868" y="85343"/>
                  </a:lnTo>
                  <a:lnTo>
                    <a:pt x="124968" y="53339"/>
                  </a:lnTo>
                  <a:lnTo>
                    <a:pt x="169164" y="28955"/>
                  </a:lnTo>
                  <a:lnTo>
                    <a:pt x="193548" y="21335"/>
                  </a:lnTo>
                  <a:lnTo>
                    <a:pt x="205740" y="16763"/>
                  </a:lnTo>
                  <a:lnTo>
                    <a:pt x="217931" y="13715"/>
                  </a:lnTo>
                  <a:lnTo>
                    <a:pt x="245364" y="10667"/>
                  </a:lnTo>
                  <a:lnTo>
                    <a:pt x="257556" y="9143"/>
                  </a:lnTo>
                  <a:lnTo>
                    <a:pt x="342900" y="9143"/>
                  </a:lnTo>
                  <a:lnTo>
                    <a:pt x="338328" y="7619"/>
                  </a:lnTo>
                  <a:lnTo>
                    <a:pt x="326136" y="4571"/>
                  </a:lnTo>
                  <a:lnTo>
                    <a:pt x="312419" y="3047"/>
                  </a:lnTo>
                  <a:lnTo>
                    <a:pt x="298704" y="0"/>
                  </a:lnTo>
                  <a:close/>
                </a:path>
                <a:path w="542925" h="541019">
                  <a:moveTo>
                    <a:pt x="342900" y="9143"/>
                  </a:moveTo>
                  <a:lnTo>
                    <a:pt x="284988" y="9143"/>
                  </a:lnTo>
                  <a:lnTo>
                    <a:pt x="298704" y="10667"/>
                  </a:lnTo>
                  <a:lnTo>
                    <a:pt x="310895" y="12191"/>
                  </a:lnTo>
                  <a:lnTo>
                    <a:pt x="324612" y="13715"/>
                  </a:lnTo>
                  <a:lnTo>
                    <a:pt x="336804" y="16763"/>
                  </a:lnTo>
                  <a:lnTo>
                    <a:pt x="348995" y="21335"/>
                  </a:lnTo>
                  <a:lnTo>
                    <a:pt x="361188" y="24383"/>
                  </a:lnTo>
                  <a:lnTo>
                    <a:pt x="396240" y="41147"/>
                  </a:lnTo>
                  <a:lnTo>
                    <a:pt x="437388" y="68579"/>
                  </a:lnTo>
                  <a:lnTo>
                    <a:pt x="472440" y="103631"/>
                  </a:lnTo>
                  <a:lnTo>
                    <a:pt x="501395" y="146303"/>
                  </a:lnTo>
                  <a:lnTo>
                    <a:pt x="521207" y="192023"/>
                  </a:lnTo>
                  <a:lnTo>
                    <a:pt x="528828" y="230123"/>
                  </a:lnTo>
                  <a:lnTo>
                    <a:pt x="530352" y="243839"/>
                  </a:lnTo>
                  <a:lnTo>
                    <a:pt x="531876" y="256031"/>
                  </a:lnTo>
                  <a:lnTo>
                    <a:pt x="531876" y="283463"/>
                  </a:lnTo>
                  <a:lnTo>
                    <a:pt x="530352" y="297179"/>
                  </a:lnTo>
                  <a:lnTo>
                    <a:pt x="528828" y="309371"/>
                  </a:lnTo>
                  <a:lnTo>
                    <a:pt x="527304" y="323088"/>
                  </a:lnTo>
                  <a:lnTo>
                    <a:pt x="512064" y="371855"/>
                  </a:lnTo>
                  <a:lnTo>
                    <a:pt x="487680" y="416051"/>
                  </a:lnTo>
                  <a:lnTo>
                    <a:pt x="455676" y="454151"/>
                  </a:lnTo>
                  <a:lnTo>
                    <a:pt x="417576" y="486155"/>
                  </a:lnTo>
                  <a:lnTo>
                    <a:pt x="373380" y="510539"/>
                  </a:lnTo>
                  <a:lnTo>
                    <a:pt x="336804" y="522731"/>
                  </a:lnTo>
                  <a:lnTo>
                    <a:pt x="323088" y="525779"/>
                  </a:lnTo>
                  <a:lnTo>
                    <a:pt x="310895" y="528827"/>
                  </a:lnTo>
                  <a:lnTo>
                    <a:pt x="297180" y="530351"/>
                  </a:lnTo>
                  <a:lnTo>
                    <a:pt x="284988" y="530351"/>
                  </a:lnTo>
                  <a:lnTo>
                    <a:pt x="271271" y="531876"/>
                  </a:lnTo>
                  <a:lnTo>
                    <a:pt x="338328" y="531876"/>
                  </a:lnTo>
                  <a:lnTo>
                    <a:pt x="352044" y="528827"/>
                  </a:lnTo>
                  <a:lnTo>
                    <a:pt x="400812" y="507491"/>
                  </a:lnTo>
                  <a:lnTo>
                    <a:pt x="443483" y="478535"/>
                  </a:lnTo>
                  <a:lnTo>
                    <a:pt x="480059" y="441959"/>
                  </a:lnTo>
                  <a:lnTo>
                    <a:pt x="509016" y="399288"/>
                  </a:lnTo>
                  <a:lnTo>
                    <a:pt x="530352" y="350519"/>
                  </a:lnTo>
                  <a:lnTo>
                    <a:pt x="539495" y="310895"/>
                  </a:lnTo>
                  <a:lnTo>
                    <a:pt x="541019" y="297179"/>
                  </a:lnTo>
                  <a:lnTo>
                    <a:pt x="541019" y="283463"/>
                  </a:lnTo>
                  <a:lnTo>
                    <a:pt x="542544" y="269747"/>
                  </a:lnTo>
                  <a:lnTo>
                    <a:pt x="541019" y="256031"/>
                  </a:lnTo>
                  <a:lnTo>
                    <a:pt x="541019" y="242315"/>
                  </a:lnTo>
                  <a:lnTo>
                    <a:pt x="539495" y="228600"/>
                  </a:lnTo>
                  <a:lnTo>
                    <a:pt x="536448" y="214883"/>
                  </a:lnTo>
                  <a:lnTo>
                    <a:pt x="533400" y="202691"/>
                  </a:lnTo>
                  <a:lnTo>
                    <a:pt x="530352" y="188975"/>
                  </a:lnTo>
                  <a:lnTo>
                    <a:pt x="509016" y="140207"/>
                  </a:lnTo>
                  <a:lnTo>
                    <a:pt x="480059" y="97535"/>
                  </a:lnTo>
                  <a:lnTo>
                    <a:pt x="443483" y="60959"/>
                  </a:lnTo>
                  <a:lnTo>
                    <a:pt x="400812" y="32003"/>
                  </a:lnTo>
                  <a:lnTo>
                    <a:pt x="364236" y="15239"/>
                  </a:lnTo>
                  <a:lnTo>
                    <a:pt x="352044" y="12191"/>
                  </a:lnTo>
                  <a:lnTo>
                    <a:pt x="34290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502152" y="3064758"/>
            <a:ext cx="4218940" cy="695325"/>
            <a:chOff x="3502152" y="3064758"/>
            <a:chExt cx="4218940" cy="695325"/>
          </a:xfrm>
        </p:grpSpPr>
        <p:sp>
          <p:nvSpPr>
            <p:cNvPr id="46" name="object 46"/>
            <p:cNvSpPr/>
            <p:nvPr/>
          </p:nvSpPr>
          <p:spPr>
            <a:xfrm>
              <a:off x="3502152" y="3066282"/>
              <a:ext cx="864235" cy="690880"/>
            </a:xfrm>
            <a:custGeom>
              <a:avLst/>
              <a:gdLst/>
              <a:ahLst/>
              <a:cxnLst/>
              <a:rect l="l" t="t" r="r" b="b"/>
              <a:pathLst>
                <a:path w="864235" h="690879">
                  <a:moveTo>
                    <a:pt x="864108" y="659892"/>
                  </a:moveTo>
                  <a:lnTo>
                    <a:pt x="22860" y="0"/>
                  </a:lnTo>
                  <a:lnTo>
                    <a:pt x="0" y="28956"/>
                  </a:lnTo>
                  <a:lnTo>
                    <a:pt x="841248" y="690372"/>
                  </a:lnTo>
                  <a:lnTo>
                    <a:pt x="864108" y="659892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65976" y="3064758"/>
              <a:ext cx="1054735" cy="695325"/>
            </a:xfrm>
            <a:custGeom>
              <a:avLst/>
              <a:gdLst/>
              <a:ahLst/>
              <a:cxnLst/>
              <a:rect l="l" t="t" r="r" b="b"/>
              <a:pathLst>
                <a:path w="1054734" h="695325">
                  <a:moveTo>
                    <a:pt x="1054608" y="32004"/>
                  </a:moveTo>
                  <a:lnTo>
                    <a:pt x="1034796" y="0"/>
                  </a:lnTo>
                  <a:lnTo>
                    <a:pt x="0" y="662940"/>
                  </a:lnTo>
                  <a:lnTo>
                    <a:pt x="19812" y="694944"/>
                  </a:lnTo>
                  <a:lnTo>
                    <a:pt x="1054608" y="3200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54955" y="1750613"/>
            <a:ext cx="126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1251585" algn="l"/>
              </a:tabLst>
            </a:pPr>
            <a:r>
              <a:rPr sz="1200" u="heavy" dirty="0">
                <a:uFill>
                  <a:solidFill>
                    <a:srgbClr val="C0504D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u="heavy" dirty="0">
                <a:uFill>
                  <a:solidFill>
                    <a:srgbClr val="C0504D"/>
                  </a:solidFill>
                </a:uFill>
                <a:latin typeface="Georgia"/>
                <a:cs typeface="Georgia"/>
              </a:rPr>
              <a:t>5	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66180"/>
              </p:ext>
            </p:extLst>
          </p:nvPr>
        </p:nvGraphicFramePr>
        <p:xfrm>
          <a:off x="1516445" y="5149927"/>
          <a:ext cx="6097902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9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9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6353556" y="2253990"/>
            <a:ext cx="74930" cy="1224280"/>
          </a:xfrm>
          <a:custGeom>
            <a:avLst/>
            <a:gdLst/>
            <a:ahLst/>
            <a:cxnLst/>
            <a:rect l="l" t="t" r="r" b="b"/>
            <a:pathLst>
              <a:path w="74929" h="1224279">
                <a:moveTo>
                  <a:pt x="42672" y="114300"/>
                </a:moveTo>
                <a:lnTo>
                  <a:pt x="38100" y="0"/>
                </a:lnTo>
                <a:lnTo>
                  <a:pt x="0" y="1524"/>
                </a:lnTo>
                <a:lnTo>
                  <a:pt x="4572" y="115824"/>
                </a:lnTo>
                <a:lnTo>
                  <a:pt x="42672" y="114300"/>
                </a:lnTo>
                <a:close/>
              </a:path>
              <a:path w="74929" h="1224279">
                <a:moveTo>
                  <a:pt x="47244" y="266700"/>
                </a:moveTo>
                <a:lnTo>
                  <a:pt x="42672" y="152400"/>
                </a:lnTo>
                <a:lnTo>
                  <a:pt x="4572" y="153924"/>
                </a:lnTo>
                <a:lnTo>
                  <a:pt x="9144" y="268224"/>
                </a:lnTo>
                <a:lnTo>
                  <a:pt x="47244" y="266700"/>
                </a:lnTo>
                <a:close/>
              </a:path>
              <a:path w="74929" h="1224279">
                <a:moveTo>
                  <a:pt x="51816" y="419100"/>
                </a:moveTo>
                <a:lnTo>
                  <a:pt x="47244" y="304800"/>
                </a:lnTo>
                <a:lnTo>
                  <a:pt x="9144" y="306324"/>
                </a:lnTo>
                <a:lnTo>
                  <a:pt x="13716" y="420624"/>
                </a:lnTo>
                <a:lnTo>
                  <a:pt x="51816" y="419100"/>
                </a:lnTo>
                <a:close/>
              </a:path>
              <a:path w="74929" h="1224279">
                <a:moveTo>
                  <a:pt x="56388" y="571500"/>
                </a:moveTo>
                <a:lnTo>
                  <a:pt x="51816" y="457200"/>
                </a:lnTo>
                <a:lnTo>
                  <a:pt x="13716" y="458724"/>
                </a:lnTo>
                <a:lnTo>
                  <a:pt x="18288" y="573024"/>
                </a:lnTo>
                <a:lnTo>
                  <a:pt x="56388" y="571500"/>
                </a:lnTo>
                <a:close/>
              </a:path>
              <a:path w="74929" h="1224279">
                <a:moveTo>
                  <a:pt x="60960" y="723900"/>
                </a:moveTo>
                <a:lnTo>
                  <a:pt x="56388" y="609600"/>
                </a:lnTo>
                <a:lnTo>
                  <a:pt x="18288" y="611124"/>
                </a:lnTo>
                <a:lnTo>
                  <a:pt x="22860" y="725424"/>
                </a:lnTo>
                <a:lnTo>
                  <a:pt x="60960" y="723900"/>
                </a:lnTo>
                <a:close/>
              </a:path>
              <a:path w="74929" h="1224279">
                <a:moveTo>
                  <a:pt x="65532" y="876300"/>
                </a:moveTo>
                <a:lnTo>
                  <a:pt x="60960" y="762000"/>
                </a:lnTo>
                <a:lnTo>
                  <a:pt x="22860" y="763524"/>
                </a:lnTo>
                <a:lnTo>
                  <a:pt x="27432" y="877824"/>
                </a:lnTo>
                <a:lnTo>
                  <a:pt x="65532" y="876300"/>
                </a:lnTo>
                <a:close/>
              </a:path>
              <a:path w="74929" h="1224279">
                <a:moveTo>
                  <a:pt x="70104" y="1028700"/>
                </a:moveTo>
                <a:lnTo>
                  <a:pt x="65532" y="914400"/>
                </a:lnTo>
                <a:lnTo>
                  <a:pt x="27432" y="915924"/>
                </a:lnTo>
                <a:lnTo>
                  <a:pt x="32004" y="1028700"/>
                </a:lnTo>
                <a:lnTo>
                  <a:pt x="70104" y="1028700"/>
                </a:lnTo>
                <a:close/>
              </a:path>
              <a:path w="74929" h="1224279">
                <a:moveTo>
                  <a:pt x="74676" y="1219200"/>
                </a:moveTo>
                <a:lnTo>
                  <a:pt x="36576" y="1219200"/>
                </a:lnTo>
                <a:lnTo>
                  <a:pt x="36576" y="1223772"/>
                </a:lnTo>
                <a:lnTo>
                  <a:pt x="74676" y="1223772"/>
                </a:lnTo>
                <a:lnTo>
                  <a:pt x="74676" y="1219200"/>
                </a:lnTo>
                <a:close/>
              </a:path>
              <a:path w="74929" h="1224279">
                <a:moveTo>
                  <a:pt x="74676" y="1181100"/>
                </a:moveTo>
                <a:lnTo>
                  <a:pt x="70104" y="1066800"/>
                </a:lnTo>
                <a:lnTo>
                  <a:pt x="32004" y="1066800"/>
                </a:lnTo>
                <a:lnTo>
                  <a:pt x="36576" y="1181100"/>
                </a:lnTo>
                <a:lnTo>
                  <a:pt x="74676" y="11811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28CFDA-8299-C4D1-41FD-FBBD62705F4B}"/>
              </a:ext>
            </a:extLst>
          </p:cNvPr>
          <p:cNvSpPr txBox="1"/>
          <p:nvPr/>
        </p:nvSpPr>
        <p:spPr>
          <a:xfrm>
            <a:off x="1516445" y="4009892"/>
            <a:ext cx="6040055" cy="1064895"/>
          </a:xfrm>
          <a:prstGeom prst="rect">
            <a:avLst/>
          </a:prstGeom>
          <a:noFill/>
          <a:ln w="1270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/>
              <a:t>T = T\{3} = {5, t}</a:t>
            </a:r>
          </a:p>
          <a:p>
            <a:r>
              <a:rPr lang="en-US"/>
              <a:t>Cập nhật lại đường đi các đỉnh kề của 3:</a:t>
            </a:r>
          </a:p>
          <a:p>
            <a:r>
              <a:rPr lang="en-US"/>
              <a:t> L(5) = 9 = L(3) + 2 = 7 + 2 = 9;  L(t) = L(3) + 2 = 7+2=9</a:t>
            </a:r>
          </a:p>
          <a:p>
            <a:r>
              <a:rPr lang="en-US"/>
              <a:t> min(L(5), L(9)) = min(9, 9) =9, Chọn đỉnh 5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>
                <a:latin typeface="Microsoft Sans Serif"/>
                <a:cs typeface="Microsoft Sans Serif"/>
              </a:rPr>
              <a:t>dụ</a:t>
            </a:r>
            <a:r>
              <a:rPr sz="2600">
                <a:latin typeface="Microsoft Sans Serif"/>
                <a:cs typeface="Microsoft Sans Serif"/>
              </a:rPr>
              <a:t> 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100571" y="1717542"/>
            <a:ext cx="544195" cy="542925"/>
            <a:chOff x="6100571" y="1717542"/>
            <a:chExt cx="544195" cy="54292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0571" y="1717542"/>
              <a:ext cx="541020" cy="5410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0571" y="1717542"/>
              <a:ext cx="544068" cy="5425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02095" y="1717542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84988" y="541020"/>
                  </a:moveTo>
                  <a:lnTo>
                    <a:pt x="257555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2925" h="542925">
                  <a:moveTo>
                    <a:pt x="298703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59" y="62484"/>
                  </a:lnTo>
                  <a:lnTo>
                    <a:pt x="62483" y="99060"/>
                  </a:lnTo>
                  <a:lnTo>
                    <a:pt x="33527" y="141732"/>
                  </a:lnTo>
                  <a:lnTo>
                    <a:pt x="12191" y="190500"/>
                  </a:lnTo>
                  <a:lnTo>
                    <a:pt x="9143" y="204215"/>
                  </a:lnTo>
                  <a:lnTo>
                    <a:pt x="6095" y="216408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6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20"/>
                  </a:lnTo>
                  <a:lnTo>
                    <a:pt x="6095" y="326136"/>
                  </a:lnTo>
                  <a:lnTo>
                    <a:pt x="9143" y="338327"/>
                  </a:lnTo>
                  <a:lnTo>
                    <a:pt x="12191" y="352044"/>
                  </a:lnTo>
                  <a:lnTo>
                    <a:pt x="33527" y="400812"/>
                  </a:lnTo>
                  <a:lnTo>
                    <a:pt x="62483" y="443484"/>
                  </a:lnTo>
                  <a:lnTo>
                    <a:pt x="99059" y="480060"/>
                  </a:lnTo>
                  <a:lnTo>
                    <a:pt x="141731" y="509015"/>
                  </a:lnTo>
                  <a:lnTo>
                    <a:pt x="190500" y="530351"/>
                  </a:lnTo>
                  <a:lnTo>
                    <a:pt x="204215" y="533400"/>
                  </a:lnTo>
                  <a:lnTo>
                    <a:pt x="216407" y="536448"/>
                  </a:lnTo>
                  <a:lnTo>
                    <a:pt x="230124" y="539496"/>
                  </a:lnTo>
                  <a:lnTo>
                    <a:pt x="243839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5185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7303"/>
                  </a:lnTo>
                  <a:lnTo>
                    <a:pt x="169163" y="512063"/>
                  </a:lnTo>
                  <a:lnTo>
                    <a:pt x="124967" y="487679"/>
                  </a:lnTo>
                  <a:lnTo>
                    <a:pt x="86867" y="455675"/>
                  </a:lnTo>
                  <a:lnTo>
                    <a:pt x="54863" y="417575"/>
                  </a:lnTo>
                  <a:lnTo>
                    <a:pt x="30479" y="373379"/>
                  </a:lnTo>
                  <a:lnTo>
                    <a:pt x="18287" y="336803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1648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6867"/>
                  </a:lnTo>
                  <a:lnTo>
                    <a:pt x="124967" y="54863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31648" y="13715"/>
                  </a:lnTo>
                  <a:lnTo>
                    <a:pt x="245363" y="10667"/>
                  </a:lnTo>
                  <a:lnTo>
                    <a:pt x="345185" y="10667"/>
                  </a:lnTo>
                  <a:lnTo>
                    <a:pt x="338327" y="9144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98703" y="1524"/>
                  </a:lnTo>
                  <a:close/>
                </a:path>
                <a:path w="542925" h="542925">
                  <a:moveTo>
                    <a:pt x="345185" y="10667"/>
                  </a:moveTo>
                  <a:lnTo>
                    <a:pt x="298703" y="10667"/>
                  </a:lnTo>
                  <a:lnTo>
                    <a:pt x="310895" y="13715"/>
                  </a:lnTo>
                  <a:lnTo>
                    <a:pt x="324612" y="15239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7" y="70103"/>
                  </a:lnTo>
                  <a:lnTo>
                    <a:pt x="472439" y="105156"/>
                  </a:lnTo>
                  <a:lnTo>
                    <a:pt x="501396" y="146303"/>
                  </a:lnTo>
                  <a:lnTo>
                    <a:pt x="521207" y="1935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6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36803" y="524256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5185" y="531876"/>
                  </a:lnTo>
                  <a:lnTo>
                    <a:pt x="352043" y="530351"/>
                  </a:lnTo>
                  <a:lnTo>
                    <a:pt x="400811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30351" y="352044"/>
                  </a:lnTo>
                  <a:lnTo>
                    <a:pt x="533400" y="338327"/>
                  </a:lnTo>
                  <a:lnTo>
                    <a:pt x="536448" y="326136"/>
                  </a:lnTo>
                  <a:lnTo>
                    <a:pt x="539496" y="312420"/>
                  </a:lnTo>
                  <a:lnTo>
                    <a:pt x="541020" y="298703"/>
                  </a:lnTo>
                  <a:lnTo>
                    <a:pt x="541020" y="284988"/>
                  </a:lnTo>
                  <a:lnTo>
                    <a:pt x="542544" y="271272"/>
                  </a:lnTo>
                  <a:lnTo>
                    <a:pt x="541020" y="257556"/>
                  </a:lnTo>
                  <a:lnTo>
                    <a:pt x="541020" y="243839"/>
                  </a:lnTo>
                  <a:lnTo>
                    <a:pt x="539496" y="230124"/>
                  </a:lnTo>
                  <a:lnTo>
                    <a:pt x="530351" y="190500"/>
                  </a:lnTo>
                  <a:lnTo>
                    <a:pt x="509015" y="141732"/>
                  </a:lnTo>
                  <a:lnTo>
                    <a:pt x="480059" y="99060"/>
                  </a:lnTo>
                  <a:lnTo>
                    <a:pt x="443483" y="62484"/>
                  </a:lnTo>
                  <a:lnTo>
                    <a:pt x="400811" y="33527"/>
                  </a:lnTo>
                  <a:lnTo>
                    <a:pt x="352043" y="12191"/>
                  </a:lnTo>
                  <a:lnTo>
                    <a:pt x="345185" y="10667"/>
                  </a:lnTo>
                  <a:close/>
                </a:path>
                <a:path w="542925" h="542925">
                  <a:moveTo>
                    <a:pt x="271271" y="0"/>
                  </a:moveTo>
                  <a:lnTo>
                    <a:pt x="257555" y="1524"/>
                  </a:lnTo>
                  <a:lnTo>
                    <a:pt x="284988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317996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29684" y="1717542"/>
            <a:ext cx="542925" cy="542925"/>
            <a:chOff x="4329684" y="1717542"/>
            <a:chExt cx="542925" cy="54292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9684" y="1717542"/>
              <a:ext cx="542543" cy="54102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29684" y="1717542"/>
              <a:ext cx="542543" cy="5425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331208" y="1717542"/>
              <a:ext cx="541020" cy="542925"/>
            </a:xfrm>
            <a:custGeom>
              <a:avLst/>
              <a:gdLst/>
              <a:ahLst/>
              <a:cxnLst/>
              <a:rect l="l" t="t" r="r" b="b"/>
              <a:pathLst>
                <a:path w="541020" h="542925">
                  <a:moveTo>
                    <a:pt x="284988" y="541020"/>
                  </a:moveTo>
                  <a:lnTo>
                    <a:pt x="256031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1020" h="542925">
                  <a:moveTo>
                    <a:pt x="298703" y="1524"/>
                  </a:moveTo>
                  <a:lnTo>
                    <a:pt x="242315" y="1524"/>
                  </a:lnTo>
                  <a:lnTo>
                    <a:pt x="228600" y="3048"/>
                  </a:lnTo>
                  <a:lnTo>
                    <a:pt x="216407" y="6096"/>
                  </a:lnTo>
                  <a:lnTo>
                    <a:pt x="202691" y="9144"/>
                  </a:lnTo>
                  <a:lnTo>
                    <a:pt x="164591" y="21336"/>
                  </a:lnTo>
                  <a:lnTo>
                    <a:pt x="118871" y="47244"/>
                  </a:lnTo>
                  <a:lnTo>
                    <a:pt x="79247" y="79248"/>
                  </a:lnTo>
                  <a:lnTo>
                    <a:pt x="45719" y="120396"/>
                  </a:lnTo>
                  <a:lnTo>
                    <a:pt x="21336" y="166115"/>
                  </a:lnTo>
                  <a:lnTo>
                    <a:pt x="7619" y="204215"/>
                  </a:lnTo>
                  <a:lnTo>
                    <a:pt x="0" y="257556"/>
                  </a:lnTo>
                  <a:lnTo>
                    <a:pt x="0" y="284988"/>
                  </a:lnTo>
                  <a:lnTo>
                    <a:pt x="4571" y="326136"/>
                  </a:lnTo>
                  <a:lnTo>
                    <a:pt x="21336" y="376427"/>
                  </a:lnTo>
                  <a:lnTo>
                    <a:pt x="45719" y="422148"/>
                  </a:lnTo>
                  <a:lnTo>
                    <a:pt x="79247" y="463296"/>
                  </a:lnTo>
                  <a:lnTo>
                    <a:pt x="118871" y="495300"/>
                  </a:lnTo>
                  <a:lnTo>
                    <a:pt x="164591" y="521208"/>
                  </a:lnTo>
                  <a:lnTo>
                    <a:pt x="202691" y="533400"/>
                  </a:lnTo>
                  <a:lnTo>
                    <a:pt x="242315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4612" y="536448"/>
                  </a:lnTo>
                  <a:lnTo>
                    <a:pt x="338327" y="533400"/>
                  </a:lnTo>
                  <a:lnTo>
                    <a:pt x="344423" y="531876"/>
                  </a:lnTo>
                  <a:lnTo>
                    <a:pt x="257555" y="531876"/>
                  </a:lnTo>
                  <a:lnTo>
                    <a:pt x="230124" y="528827"/>
                  </a:lnTo>
                  <a:lnTo>
                    <a:pt x="217931" y="527303"/>
                  </a:lnTo>
                  <a:lnTo>
                    <a:pt x="205739" y="524256"/>
                  </a:lnTo>
                  <a:lnTo>
                    <a:pt x="192024" y="521208"/>
                  </a:lnTo>
                  <a:lnTo>
                    <a:pt x="146303" y="501396"/>
                  </a:lnTo>
                  <a:lnTo>
                    <a:pt x="103631" y="472439"/>
                  </a:lnTo>
                  <a:lnTo>
                    <a:pt x="68579" y="437388"/>
                  </a:lnTo>
                  <a:lnTo>
                    <a:pt x="41147" y="396239"/>
                  </a:lnTo>
                  <a:lnTo>
                    <a:pt x="24383" y="361188"/>
                  </a:lnTo>
                  <a:lnTo>
                    <a:pt x="21336" y="348996"/>
                  </a:lnTo>
                  <a:lnTo>
                    <a:pt x="16763" y="336803"/>
                  </a:lnTo>
                  <a:lnTo>
                    <a:pt x="15239" y="323088"/>
                  </a:lnTo>
                  <a:lnTo>
                    <a:pt x="12191" y="310896"/>
                  </a:lnTo>
                  <a:lnTo>
                    <a:pt x="10667" y="297179"/>
                  </a:lnTo>
                  <a:lnTo>
                    <a:pt x="9143" y="284988"/>
                  </a:lnTo>
                  <a:lnTo>
                    <a:pt x="9143" y="257556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41147" y="146303"/>
                  </a:lnTo>
                  <a:lnTo>
                    <a:pt x="68579" y="105156"/>
                  </a:lnTo>
                  <a:lnTo>
                    <a:pt x="105155" y="70103"/>
                  </a:lnTo>
                  <a:lnTo>
                    <a:pt x="146303" y="41148"/>
                  </a:lnTo>
                  <a:lnTo>
                    <a:pt x="193547" y="21336"/>
                  </a:lnTo>
                  <a:lnTo>
                    <a:pt x="230124" y="13715"/>
                  </a:lnTo>
                  <a:lnTo>
                    <a:pt x="243839" y="10667"/>
                  </a:lnTo>
                  <a:lnTo>
                    <a:pt x="344423" y="10667"/>
                  </a:lnTo>
                  <a:lnTo>
                    <a:pt x="338327" y="9144"/>
                  </a:lnTo>
                  <a:lnTo>
                    <a:pt x="310895" y="3048"/>
                  </a:lnTo>
                  <a:lnTo>
                    <a:pt x="298703" y="1524"/>
                  </a:lnTo>
                  <a:close/>
                </a:path>
                <a:path w="541020" h="542925">
                  <a:moveTo>
                    <a:pt x="344423" y="10667"/>
                  </a:moveTo>
                  <a:lnTo>
                    <a:pt x="297179" y="10667"/>
                  </a:lnTo>
                  <a:lnTo>
                    <a:pt x="310895" y="13715"/>
                  </a:lnTo>
                  <a:lnTo>
                    <a:pt x="323088" y="15239"/>
                  </a:lnTo>
                  <a:lnTo>
                    <a:pt x="347471" y="21336"/>
                  </a:lnTo>
                  <a:lnTo>
                    <a:pt x="394715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499871" y="146303"/>
                  </a:lnTo>
                  <a:lnTo>
                    <a:pt x="519683" y="193548"/>
                  </a:lnTo>
                  <a:lnTo>
                    <a:pt x="528827" y="2316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19683" y="348996"/>
                  </a:lnTo>
                  <a:lnTo>
                    <a:pt x="499871" y="396239"/>
                  </a:lnTo>
                  <a:lnTo>
                    <a:pt x="472439" y="437388"/>
                  </a:lnTo>
                  <a:lnTo>
                    <a:pt x="435863" y="472439"/>
                  </a:lnTo>
                  <a:lnTo>
                    <a:pt x="394715" y="501396"/>
                  </a:lnTo>
                  <a:lnTo>
                    <a:pt x="347471" y="521208"/>
                  </a:lnTo>
                  <a:lnTo>
                    <a:pt x="309371" y="528827"/>
                  </a:lnTo>
                  <a:lnTo>
                    <a:pt x="297179" y="530351"/>
                  </a:lnTo>
                  <a:lnTo>
                    <a:pt x="283463" y="531876"/>
                  </a:lnTo>
                  <a:lnTo>
                    <a:pt x="344423" y="531876"/>
                  </a:lnTo>
                  <a:lnTo>
                    <a:pt x="399288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28827" y="352044"/>
                  </a:lnTo>
                  <a:lnTo>
                    <a:pt x="534924" y="326136"/>
                  </a:lnTo>
                  <a:lnTo>
                    <a:pt x="537971" y="312420"/>
                  </a:lnTo>
                  <a:lnTo>
                    <a:pt x="541019" y="284988"/>
                  </a:lnTo>
                  <a:lnTo>
                    <a:pt x="541019" y="257556"/>
                  </a:lnTo>
                  <a:lnTo>
                    <a:pt x="531876" y="202691"/>
                  </a:lnTo>
                  <a:lnTo>
                    <a:pt x="519683" y="166115"/>
                  </a:lnTo>
                  <a:lnTo>
                    <a:pt x="495300" y="120396"/>
                  </a:lnTo>
                  <a:lnTo>
                    <a:pt x="461771" y="79248"/>
                  </a:lnTo>
                  <a:lnTo>
                    <a:pt x="422147" y="47244"/>
                  </a:lnTo>
                  <a:lnTo>
                    <a:pt x="376427" y="21336"/>
                  </a:lnTo>
                  <a:lnTo>
                    <a:pt x="362712" y="16763"/>
                  </a:lnTo>
                  <a:lnTo>
                    <a:pt x="350519" y="12191"/>
                  </a:lnTo>
                  <a:lnTo>
                    <a:pt x="344423" y="10667"/>
                  </a:lnTo>
                  <a:close/>
                </a:path>
                <a:path w="541020" h="542925">
                  <a:moveTo>
                    <a:pt x="269747" y="0"/>
                  </a:moveTo>
                  <a:lnTo>
                    <a:pt x="256031" y="1524"/>
                  </a:lnTo>
                  <a:lnTo>
                    <a:pt x="284988" y="1524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49496" y="3470142"/>
            <a:ext cx="542925" cy="542925"/>
            <a:chOff x="4349496" y="3470142"/>
            <a:chExt cx="542925" cy="54292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51020" y="3471666"/>
              <a:ext cx="541020" cy="54102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49496" y="3470142"/>
              <a:ext cx="542544" cy="5425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349496" y="3470142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84988" y="541020"/>
                  </a:moveTo>
                  <a:lnTo>
                    <a:pt x="257555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2925" h="542925">
                  <a:moveTo>
                    <a:pt x="298703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59" y="62484"/>
                  </a:lnTo>
                  <a:lnTo>
                    <a:pt x="62483" y="99060"/>
                  </a:lnTo>
                  <a:lnTo>
                    <a:pt x="33527" y="141732"/>
                  </a:lnTo>
                  <a:lnTo>
                    <a:pt x="12191" y="190500"/>
                  </a:lnTo>
                  <a:lnTo>
                    <a:pt x="9143" y="204215"/>
                  </a:lnTo>
                  <a:lnTo>
                    <a:pt x="6095" y="216408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6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20"/>
                  </a:lnTo>
                  <a:lnTo>
                    <a:pt x="6095" y="326136"/>
                  </a:lnTo>
                  <a:lnTo>
                    <a:pt x="9143" y="338327"/>
                  </a:lnTo>
                  <a:lnTo>
                    <a:pt x="12191" y="352044"/>
                  </a:lnTo>
                  <a:lnTo>
                    <a:pt x="33527" y="400812"/>
                  </a:lnTo>
                  <a:lnTo>
                    <a:pt x="62483" y="443484"/>
                  </a:lnTo>
                  <a:lnTo>
                    <a:pt x="99059" y="480060"/>
                  </a:lnTo>
                  <a:lnTo>
                    <a:pt x="141731" y="509015"/>
                  </a:lnTo>
                  <a:lnTo>
                    <a:pt x="190500" y="530351"/>
                  </a:lnTo>
                  <a:lnTo>
                    <a:pt x="204215" y="533400"/>
                  </a:lnTo>
                  <a:lnTo>
                    <a:pt x="216407" y="536448"/>
                  </a:lnTo>
                  <a:lnTo>
                    <a:pt x="230124" y="539496"/>
                  </a:lnTo>
                  <a:lnTo>
                    <a:pt x="243839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5185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7303"/>
                  </a:lnTo>
                  <a:lnTo>
                    <a:pt x="169163" y="512063"/>
                  </a:lnTo>
                  <a:lnTo>
                    <a:pt x="124967" y="487679"/>
                  </a:lnTo>
                  <a:lnTo>
                    <a:pt x="86867" y="455675"/>
                  </a:lnTo>
                  <a:lnTo>
                    <a:pt x="54863" y="417575"/>
                  </a:lnTo>
                  <a:lnTo>
                    <a:pt x="30479" y="373379"/>
                  </a:lnTo>
                  <a:lnTo>
                    <a:pt x="18287" y="336803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1648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6867"/>
                  </a:lnTo>
                  <a:lnTo>
                    <a:pt x="124967" y="54863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31648" y="13715"/>
                  </a:lnTo>
                  <a:lnTo>
                    <a:pt x="245363" y="10667"/>
                  </a:lnTo>
                  <a:lnTo>
                    <a:pt x="345185" y="10667"/>
                  </a:lnTo>
                  <a:lnTo>
                    <a:pt x="338327" y="9144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98703" y="1524"/>
                  </a:lnTo>
                  <a:close/>
                </a:path>
                <a:path w="542925" h="542925">
                  <a:moveTo>
                    <a:pt x="345185" y="10667"/>
                  </a:moveTo>
                  <a:lnTo>
                    <a:pt x="298703" y="10667"/>
                  </a:lnTo>
                  <a:lnTo>
                    <a:pt x="310895" y="13715"/>
                  </a:lnTo>
                  <a:lnTo>
                    <a:pt x="324612" y="15239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501395" y="146303"/>
                  </a:lnTo>
                  <a:lnTo>
                    <a:pt x="521207" y="1935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6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36803" y="524256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5185" y="531876"/>
                  </a:lnTo>
                  <a:lnTo>
                    <a:pt x="352043" y="530351"/>
                  </a:lnTo>
                  <a:lnTo>
                    <a:pt x="400812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30351" y="352044"/>
                  </a:lnTo>
                  <a:lnTo>
                    <a:pt x="533400" y="338327"/>
                  </a:lnTo>
                  <a:lnTo>
                    <a:pt x="536448" y="326136"/>
                  </a:lnTo>
                  <a:lnTo>
                    <a:pt x="539495" y="312420"/>
                  </a:lnTo>
                  <a:lnTo>
                    <a:pt x="541019" y="298703"/>
                  </a:lnTo>
                  <a:lnTo>
                    <a:pt x="541019" y="284988"/>
                  </a:lnTo>
                  <a:lnTo>
                    <a:pt x="542543" y="271272"/>
                  </a:lnTo>
                  <a:lnTo>
                    <a:pt x="541019" y="257556"/>
                  </a:lnTo>
                  <a:lnTo>
                    <a:pt x="541019" y="243839"/>
                  </a:lnTo>
                  <a:lnTo>
                    <a:pt x="539495" y="230124"/>
                  </a:lnTo>
                  <a:lnTo>
                    <a:pt x="530351" y="190500"/>
                  </a:lnTo>
                  <a:lnTo>
                    <a:pt x="509015" y="141732"/>
                  </a:lnTo>
                  <a:lnTo>
                    <a:pt x="480059" y="99060"/>
                  </a:lnTo>
                  <a:lnTo>
                    <a:pt x="443483" y="62484"/>
                  </a:lnTo>
                  <a:lnTo>
                    <a:pt x="400812" y="33527"/>
                  </a:lnTo>
                  <a:lnTo>
                    <a:pt x="352043" y="12191"/>
                  </a:lnTo>
                  <a:lnTo>
                    <a:pt x="345185" y="10667"/>
                  </a:lnTo>
                  <a:close/>
                </a:path>
                <a:path w="542925" h="542925">
                  <a:moveTo>
                    <a:pt x="271271" y="0"/>
                  </a:moveTo>
                  <a:lnTo>
                    <a:pt x="257555" y="1524"/>
                  </a:lnTo>
                  <a:lnTo>
                    <a:pt x="284988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37147" y="3471666"/>
            <a:ext cx="546100" cy="544195"/>
            <a:chOff x="6137147" y="3471666"/>
            <a:chExt cx="546100" cy="544195"/>
          </a:xfrm>
        </p:grpSpPr>
        <p:sp>
          <p:nvSpPr>
            <p:cNvPr id="32" name="object 32"/>
            <p:cNvSpPr/>
            <p:nvPr/>
          </p:nvSpPr>
          <p:spPr>
            <a:xfrm>
              <a:off x="6143243" y="3477762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29" h="532129">
                  <a:moveTo>
                    <a:pt x="266700" y="0"/>
                  </a:moveTo>
                  <a:lnTo>
                    <a:pt x="219021" y="4279"/>
                  </a:lnTo>
                  <a:lnTo>
                    <a:pt x="174039" y="16623"/>
                  </a:lnTo>
                  <a:lnTo>
                    <a:pt x="132531" y="36293"/>
                  </a:lnTo>
                  <a:lnTo>
                    <a:pt x="95276" y="62548"/>
                  </a:lnTo>
                  <a:lnTo>
                    <a:pt x="63050" y="94648"/>
                  </a:lnTo>
                  <a:lnTo>
                    <a:pt x="36632" y="131854"/>
                  </a:lnTo>
                  <a:lnTo>
                    <a:pt x="16799" y="173424"/>
                  </a:lnTo>
                  <a:lnTo>
                    <a:pt x="4329" y="218619"/>
                  </a:lnTo>
                  <a:lnTo>
                    <a:pt x="0" y="266700"/>
                  </a:lnTo>
                  <a:lnTo>
                    <a:pt x="4329" y="314326"/>
                  </a:lnTo>
                  <a:lnTo>
                    <a:pt x="16799" y="359168"/>
                  </a:lnTo>
                  <a:lnTo>
                    <a:pt x="36632" y="400473"/>
                  </a:lnTo>
                  <a:lnTo>
                    <a:pt x="63050" y="437488"/>
                  </a:lnTo>
                  <a:lnTo>
                    <a:pt x="95276" y="469460"/>
                  </a:lnTo>
                  <a:lnTo>
                    <a:pt x="132531" y="495638"/>
                  </a:lnTo>
                  <a:lnTo>
                    <a:pt x="174039" y="515268"/>
                  </a:lnTo>
                  <a:lnTo>
                    <a:pt x="219021" y="527598"/>
                  </a:lnTo>
                  <a:lnTo>
                    <a:pt x="266700" y="531876"/>
                  </a:lnTo>
                  <a:lnTo>
                    <a:pt x="314326" y="527598"/>
                  </a:lnTo>
                  <a:lnTo>
                    <a:pt x="359168" y="515268"/>
                  </a:lnTo>
                  <a:lnTo>
                    <a:pt x="400473" y="495638"/>
                  </a:lnTo>
                  <a:lnTo>
                    <a:pt x="437488" y="469460"/>
                  </a:lnTo>
                  <a:lnTo>
                    <a:pt x="469460" y="437488"/>
                  </a:lnTo>
                  <a:lnTo>
                    <a:pt x="495638" y="400473"/>
                  </a:lnTo>
                  <a:lnTo>
                    <a:pt x="515268" y="359168"/>
                  </a:lnTo>
                  <a:lnTo>
                    <a:pt x="527598" y="314326"/>
                  </a:lnTo>
                  <a:lnTo>
                    <a:pt x="531876" y="266700"/>
                  </a:lnTo>
                  <a:lnTo>
                    <a:pt x="527598" y="218619"/>
                  </a:lnTo>
                  <a:lnTo>
                    <a:pt x="515268" y="173424"/>
                  </a:lnTo>
                  <a:lnTo>
                    <a:pt x="495638" y="131854"/>
                  </a:lnTo>
                  <a:lnTo>
                    <a:pt x="469460" y="94648"/>
                  </a:lnTo>
                  <a:lnTo>
                    <a:pt x="437488" y="62548"/>
                  </a:lnTo>
                  <a:lnTo>
                    <a:pt x="400473" y="36293"/>
                  </a:lnTo>
                  <a:lnTo>
                    <a:pt x="359168" y="16623"/>
                  </a:lnTo>
                  <a:lnTo>
                    <a:pt x="314326" y="427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37147" y="3471666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5">
                  <a:moveTo>
                    <a:pt x="286512" y="0"/>
                  </a:moveTo>
                  <a:lnTo>
                    <a:pt x="259079" y="0"/>
                  </a:lnTo>
                  <a:lnTo>
                    <a:pt x="231648" y="3048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4" y="99060"/>
                  </a:lnTo>
                  <a:lnTo>
                    <a:pt x="33527" y="143255"/>
                  </a:lnTo>
                  <a:lnTo>
                    <a:pt x="16763" y="178308"/>
                  </a:lnTo>
                  <a:lnTo>
                    <a:pt x="6096" y="217932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2796"/>
                  </a:lnTo>
                  <a:lnTo>
                    <a:pt x="1524" y="286512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7660"/>
                  </a:lnTo>
                  <a:lnTo>
                    <a:pt x="9143" y="339851"/>
                  </a:lnTo>
                  <a:lnTo>
                    <a:pt x="12191" y="353567"/>
                  </a:lnTo>
                  <a:lnTo>
                    <a:pt x="33527" y="402336"/>
                  </a:lnTo>
                  <a:lnTo>
                    <a:pt x="62484" y="445008"/>
                  </a:lnTo>
                  <a:lnTo>
                    <a:pt x="99060" y="481584"/>
                  </a:lnTo>
                  <a:lnTo>
                    <a:pt x="143255" y="512063"/>
                  </a:lnTo>
                  <a:lnTo>
                    <a:pt x="179831" y="527303"/>
                  </a:lnTo>
                  <a:lnTo>
                    <a:pt x="204215" y="536448"/>
                  </a:lnTo>
                  <a:lnTo>
                    <a:pt x="217931" y="539496"/>
                  </a:lnTo>
                  <a:lnTo>
                    <a:pt x="259079" y="544067"/>
                  </a:lnTo>
                  <a:lnTo>
                    <a:pt x="286512" y="544067"/>
                  </a:lnTo>
                  <a:lnTo>
                    <a:pt x="327660" y="539496"/>
                  </a:lnTo>
                  <a:lnTo>
                    <a:pt x="341375" y="536448"/>
                  </a:lnTo>
                  <a:lnTo>
                    <a:pt x="353567" y="531876"/>
                  </a:lnTo>
                  <a:lnTo>
                    <a:pt x="259079" y="531876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19455" y="525779"/>
                  </a:lnTo>
                  <a:lnTo>
                    <a:pt x="182879" y="516636"/>
                  </a:lnTo>
                  <a:lnTo>
                    <a:pt x="172212" y="510539"/>
                  </a:lnTo>
                  <a:lnTo>
                    <a:pt x="149351" y="499872"/>
                  </a:lnTo>
                  <a:lnTo>
                    <a:pt x="106679" y="472439"/>
                  </a:lnTo>
                  <a:lnTo>
                    <a:pt x="71627" y="437388"/>
                  </a:lnTo>
                  <a:lnTo>
                    <a:pt x="44196" y="396239"/>
                  </a:lnTo>
                  <a:lnTo>
                    <a:pt x="24384" y="348996"/>
                  </a:lnTo>
                  <a:lnTo>
                    <a:pt x="16763" y="310896"/>
                  </a:lnTo>
                  <a:lnTo>
                    <a:pt x="13715" y="298703"/>
                  </a:lnTo>
                  <a:lnTo>
                    <a:pt x="13715" y="245363"/>
                  </a:lnTo>
                  <a:lnTo>
                    <a:pt x="16763" y="231648"/>
                  </a:lnTo>
                  <a:lnTo>
                    <a:pt x="18287" y="219455"/>
                  </a:lnTo>
                  <a:lnTo>
                    <a:pt x="33527" y="170687"/>
                  </a:lnTo>
                  <a:lnTo>
                    <a:pt x="57912" y="126491"/>
                  </a:lnTo>
                  <a:lnTo>
                    <a:pt x="89915" y="88391"/>
                  </a:lnTo>
                  <a:lnTo>
                    <a:pt x="128015" y="56387"/>
                  </a:lnTo>
                  <a:lnTo>
                    <a:pt x="172212" y="32003"/>
                  </a:lnTo>
                  <a:lnTo>
                    <a:pt x="220979" y="18287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7" y="12191"/>
                  </a:lnTo>
                  <a:lnTo>
                    <a:pt x="339851" y="7620"/>
                  </a:lnTo>
                  <a:lnTo>
                    <a:pt x="327660" y="4572"/>
                  </a:lnTo>
                  <a:lnTo>
                    <a:pt x="286512" y="0"/>
                  </a:lnTo>
                  <a:close/>
                </a:path>
                <a:path w="546100" h="544195">
                  <a:moveTo>
                    <a:pt x="353567" y="12191"/>
                  </a:moveTo>
                  <a:lnTo>
                    <a:pt x="286512" y="12191"/>
                  </a:lnTo>
                  <a:lnTo>
                    <a:pt x="298703" y="13715"/>
                  </a:lnTo>
                  <a:lnTo>
                    <a:pt x="312419" y="15239"/>
                  </a:lnTo>
                  <a:lnTo>
                    <a:pt x="324612" y="18287"/>
                  </a:lnTo>
                  <a:lnTo>
                    <a:pt x="362712" y="28955"/>
                  </a:lnTo>
                  <a:lnTo>
                    <a:pt x="417575" y="56387"/>
                  </a:lnTo>
                  <a:lnTo>
                    <a:pt x="455675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3172"/>
                  </a:lnTo>
                  <a:lnTo>
                    <a:pt x="530351" y="245363"/>
                  </a:lnTo>
                  <a:lnTo>
                    <a:pt x="531876" y="259079"/>
                  </a:lnTo>
                  <a:lnTo>
                    <a:pt x="531876" y="284988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48996" y="519684"/>
                  </a:lnTo>
                  <a:lnTo>
                    <a:pt x="336803" y="524255"/>
                  </a:lnTo>
                  <a:lnTo>
                    <a:pt x="324612" y="525779"/>
                  </a:lnTo>
                  <a:lnTo>
                    <a:pt x="312419" y="528827"/>
                  </a:lnTo>
                  <a:lnTo>
                    <a:pt x="298703" y="530351"/>
                  </a:lnTo>
                  <a:lnTo>
                    <a:pt x="286512" y="531876"/>
                  </a:lnTo>
                  <a:lnTo>
                    <a:pt x="353567" y="531876"/>
                  </a:lnTo>
                  <a:lnTo>
                    <a:pt x="365759" y="527303"/>
                  </a:lnTo>
                  <a:lnTo>
                    <a:pt x="379475" y="522732"/>
                  </a:lnTo>
                  <a:lnTo>
                    <a:pt x="425196" y="498348"/>
                  </a:lnTo>
                  <a:lnTo>
                    <a:pt x="464820" y="464820"/>
                  </a:lnTo>
                  <a:lnTo>
                    <a:pt x="498348" y="423672"/>
                  </a:lnTo>
                  <a:lnTo>
                    <a:pt x="524255" y="377951"/>
                  </a:lnTo>
                  <a:lnTo>
                    <a:pt x="539496" y="326136"/>
                  </a:lnTo>
                  <a:lnTo>
                    <a:pt x="542544" y="313943"/>
                  </a:lnTo>
                  <a:lnTo>
                    <a:pt x="544068" y="300227"/>
                  </a:lnTo>
                  <a:lnTo>
                    <a:pt x="544068" y="286512"/>
                  </a:lnTo>
                  <a:lnTo>
                    <a:pt x="545592" y="271272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9496" y="216408"/>
                  </a:lnTo>
                  <a:lnTo>
                    <a:pt x="536448" y="204215"/>
                  </a:lnTo>
                  <a:lnTo>
                    <a:pt x="533400" y="190500"/>
                  </a:lnTo>
                  <a:lnTo>
                    <a:pt x="528827" y="178308"/>
                  </a:lnTo>
                  <a:lnTo>
                    <a:pt x="522731" y="166115"/>
                  </a:lnTo>
                  <a:lnTo>
                    <a:pt x="512063" y="141732"/>
                  </a:lnTo>
                  <a:lnTo>
                    <a:pt x="483107" y="99060"/>
                  </a:lnTo>
                  <a:lnTo>
                    <a:pt x="425196" y="45720"/>
                  </a:lnTo>
                  <a:lnTo>
                    <a:pt x="377951" y="21336"/>
                  </a:lnTo>
                  <a:lnTo>
                    <a:pt x="353567" y="12191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626095" y="2621274"/>
            <a:ext cx="546100" cy="544195"/>
            <a:chOff x="7626095" y="2621274"/>
            <a:chExt cx="546100" cy="544195"/>
          </a:xfrm>
        </p:grpSpPr>
        <p:sp>
          <p:nvSpPr>
            <p:cNvPr id="36" name="object 36"/>
            <p:cNvSpPr/>
            <p:nvPr/>
          </p:nvSpPr>
          <p:spPr>
            <a:xfrm>
              <a:off x="7633715" y="262737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59" h="532130">
                  <a:moveTo>
                    <a:pt x="265175" y="0"/>
                  </a:moveTo>
                  <a:lnTo>
                    <a:pt x="217549" y="4277"/>
                  </a:lnTo>
                  <a:lnTo>
                    <a:pt x="172707" y="16607"/>
                  </a:lnTo>
                  <a:lnTo>
                    <a:pt x="131402" y="36237"/>
                  </a:lnTo>
                  <a:lnTo>
                    <a:pt x="94387" y="62415"/>
                  </a:lnTo>
                  <a:lnTo>
                    <a:pt x="62415" y="94387"/>
                  </a:lnTo>
                  <a:lnTo>
                    <a:pt x="36237" y="131402"/>
                  </a:lnTo>
                  <a:lnTo>
                    <a:pt x="16607" y="172707"/>
                  </a:lnTo>
                  <a:lnTo>
                    <a:pt x="4277" y="217549"/>
                  </a:lnTo>
                  <a:lnTo>
                    <a:pt x="0" y="265175"/>
                  </a:lnTo>
                  <a:lnTo>
                    <a:pt x="4277" y="313256"/>
                  </a:lnTo>
                  <a:lnTo>
                    <a:pt x="16607" y="358451"/>
                  </a:lnTo>
                  <a:lnTo>
                    <a:pt x="36237" y="400021"/>
                  </a:lnTo>
                  <a:lnTo>
                    <a:pt x="62415" y="437227"/>
                  </a:lnTo>
                  <a:lnTo>
                    <a:pt x="94387" y="469327"/>
                  </a:lnTo>
                  <a:lnTo>
                    <a:pt x="131402" y="495582"/>
                  </a:lnTo>
                  <a:lnTo>
                    <a:pt x="172707" y="515252"/>
                  </a:lnTo>
                  <a:lnTo>
                    <a:pt x="217549" y="527596"/>
                  </a:lnTo>
                  <a:lnTo>
                    <a:pt x="265175" y="531876"/>
                  </a:lnTo>
                  <a:lnTo>
                    <a:pt x="312802" y="527596"/>
                  </a:lnTo>
                  <a:lnTo>
                    <a:pt x="357644" y="515252"/>
                  </a:lnTo>
                  <a:lnTo>
                    <a:pt x="398949" y="495582"/>
                  </a:lnTo>
                  <a:lnTo>
                    <a:pt x="435964" y="469327"/>
                  </a:lnTo>
                  <a:lnTo>
                    <a:pt x="467936" y="437227"/>
                  </a:lnTo>
                  <a:lnTo>
                    <a:pt x="494114" y="400021"/>
                  </a:lnTo>
                  <a:lnTo>
                    <a:pt x="513744" y="358451"/>
                  </a:lnTo>
                  <a:lnTo>
                    <a:pt x="526074" y="313256"/>
                  </a:lnTo>
                  <a:lnTo>
                    <a:pt x="530351" y="265175"/>
                  </a:lnTo>
                  <a:lnTo>
                    <a:pt x="526074" y="217549"/>
                  </a:lnTo>
                  <a:lnTo>
                    <a:pt x="513744" y="172707"/>
                  </a:lnTo>
                  <a:lnTo>
                    <a:pt x="494114" y="131402"/>
                  </a:lnTo>
                  <a:lnTo>
                    <a:pt x="467936" y="94387"/>
                  </a:lnTo>
                  <a:lnTo>
                    <a:pt x="435964" y="62415"/>
                  </a:lnTo>
                  <a:lnTo>
                    <a:pt x="398949" y="36237"/>
                  </a:lnTo>
                  <a:lnTo>
                    <a:pt x="357644" y="16607"/>
                  </a:lnTo>
                  <a:lnTo>
                    <a:pt x="312802" y="4277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26095" y="2621274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4">
                  <a:moveTo>
                    <a:pt x="300227" y="0"/>
                  </a:moveTo>
                  <a:lnTo>
                    <a:pt x="245363" y="0"/>
                  </a:lnTo>
                  <a:lnTo>
                    <a:pt x="231648" y="3047"/>
                  </a:lnTo>
                  <a:lnTo>
                    <a:pt x="217931" y="4571"/>
                  </a:lnTo>
                  <a:lnTo>
                    <a:pt x="204215" y="7619"/>
                  </a:lnTo>
                  <a:lnTo>
                    <a:pt x="192024" y="12191"/>
                  </a:lnTo>
                  <a:lnTo>
                    <a:pt x="178307" y="15239"/>
                  </a:lnTo>
                  <a:lnTo>
                    <a:pt x="166115" y="21335"/>
                  </a:lnTo>
                  <a:lnTo>
                    <a:pt x="143255" y="32003"/>
                  </a:lnTo>
                  <a:lnTo>
                    <a:pt x="120396" y="45719"/>
                  </a:lnTo>
                  <a:lnTo>
                    <a:pt x="80772" y="79247"/>
                  </a:lnTo>
                  <a:lnTo>
                    <a:pt x="47244" y="118871"/>
                  </a:lnTo>
                  <a:lnTo>
                    <a:pt x="21335" y="166115"/>
                  </a:lnTo>
                  <a:lnTo>
                    <a:pt x="9144" y="204215"/>
                  </a:lnTo>
                  <a:lnTo>
                    <a:pt x="6096" y="216407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1271"/>
                  </a:lnTo>
                  <a:lnTo>
                    <a:pt x="1524" y="284988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6135"/>
                  </a:lnTo>
                  <a:lnTo>
                    <a:pt x="9144" y="339851"/>
                  </a:lnTo>
                  <a:lnTo>
                    <a:pt x="12192" y="352043"/>
                  </a:lnTo>
                  <a:lnTo>
                    <a:pt x="33527" y="402335"/>
                  </a:lnTo>
                  <a:lnTo>
                    <a:pt x="62483" y="445007"/>
                  </a:lnTo>
                  <a:lnTo>
                    <a:pt x="100583" y="481583"/>
                  </a:lnTo>
                  <a:lnTo>
                    <a:pt x="143255" y="510539"/>
                  </a:lnTo>
                  <a:lnTo>
                    <a:pt x="192024" y="531876"/>
                  </a:lnTo>
                  <a:lnTo>
                    <a:pt x="231648" y="541019"/>
                  </a:lnTo>
                  <a:lnTo>
                    <a:pt x="259079" y="544067"/>
                  </a:lnTo>
                  <a:lnTo>
                    <a:pt x="286511" y="544067"/>
                  </a:lnTo>
                  <a:lnTo>
                    <a:pt x="313944" y="541019"/>
                  </a:lnTo>
                  <a:lnTo>
                    <a:pt x="341375" y="534924"/>
                  </a:lnTo>
                  <a:lnTo>
                    <a:pt x="353568" y="531876"/>
                  </a:lnTo>
                  <a:lnTo>
                    <a:pt x="272796" y="531876"/>
                  </a:lnTo>
                  <a:lnTo>
                    <a:pt x="259079" y="530351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20979" y="525779"/>
                  </a:lnTo>
                  <a:lnTo>
                    <a:pt x="207263" y="522731"/>
                  </a:lnTo>
                  <a:lnTo>
                    <a:pt x="149351" y="499871"/>
                  </a:lnTo>
                  <a:lnTo>
                    <a:pt x="108203" y="470915"/>
                  </a:lnTo>
                  <a:lnTo>
                    <a:pt x="71627" y="435863"/>
                  </a:lnTo>
                  <a:lnTo>
                    <a:pt x="44196" y="394715"/>
                  </a:lnTo>
                  <a:lnTo>
                    <a:pt x="24383" y="348995"/>
                  </a:lnTo>
                  <a:lnTo>
                    <a:pt x="16763" y="310895"/>
                  </a:lnTo>
                  <a:lnTo>
                    <a:pt x="15239" y="297179"/>
                  </a:lnTo>
                  <a:lnTo>
                    <a:pt x="13715" y="284988"/>
                  </a:lnTo>
                  <a:lnTo>
                    <a:pt x="13715" y="257555"/>
                  </a:lnTo>
                  <a:lnTo>
                    <a:pt x="15239" y="245363"/>
                  </a:lnTo>
                  <a:lnTo>
                    <a:pt x="16763" y="231647"/>
                  </a:lnTo>
                  <a:lnTo>
                    <a:pt x="18287" y="219455"/>
                  </a:lnTo>
                  <a:lnTo>
                    <a:pt x="21335" y="207263"/>
                  </a:lnTo>
                  <a:lnTo>
                    <a:pt x="24383" y="193547"/>
                  </a:lnTo>
                  <a:lnTo>
                    <a:pt x="28955" y="182879"/>
                  </a:lnTo>
                  <a:lnTo>
                    <a:pt x="33527" y="170687"/>
                  </a:lnTo>
                  <a:lnTo>
                    <a:pt x="44196" y="147827"/>
                  </a:lnTo>
                  <a:lnTo>
                    <a:pt x="73151" y="106679"/>
                  </a:lnTo>
                  <a:lnTo>
                    <a:pt x="108203" y="71627"/>
                  </a:lnTo>
                  <a:lnTo>
                    <a:pt x="149351" y="42671"/>
                  </a:lnTo>
                  <a:lnTo>
                    <a:pt x="184403" y="27431"/>
                  </a:lnTo>
                  <a:lnTo>
                    <a:pt x="195072" y="24383"/>
                  </a:lnTo>
                  <a:lnTo>
                    <a:pt x="208787" y="19812"/>
                  </a:lnTo>
                  <a:lnTo>
                    <a:pt x="220979" y="16763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8" y="12191"/>
                  </a:lnTo>
                  <a:lnTo>
                    <a:pt x="341375" y="7619"/>
                  </a:lnTo>
                  <a:lnTo>
                    <a:pt x="327659" y="4571"/>
                  </a:lnTo>
                  <a:lnTo>
                    <a:pt x="313944" y="3047"/>
                  </a:lnTo>
                  <a:lnTo>
                    <a:pt x="300227" y="0"/>
                  </a:lnTo>
                  <a:close/>
                </a:path>
                <a:path w="546100" h="544194">
                  <a:moveTo>
                    <a:pt x="353568" y="12191"/>
                  </a:moveTo>
                  <a:lnTo>
                    <a:pt x="286511" y="12191"/>
                  </a:lnTo>
                  <a:lnTo>
                    <a:pt x="300227" y="13715"/>
                  </a:lnTo>
                  <a:lnTo>
                    <a:pt x="324611" y="16763"/>
                  </a:lnTo>
                  <a:lnTo>
                    <a:pt x="338327" y="19812"/>
                  </a:lnTo>
                  <a:lnTo>
                    <a:pt x="350520" y="24383"/>
                  </a:lnTo>
                  <a:lnTo>
                    <a:pt x="362711" y="27431"/>
                  </a:lnTo>
                  <a:lnTo>
                    <a:pt x="417575" y="56387"/>
                  </a:lnTo>
                  <a:lnTo>
                    <a:pt x="457200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1647"/>
                  </a:lnTo>
                  <a:lnTo>
                    <a:pt x="531876" y="245363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5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0539"/>
                  </a:lnTo>
                  <a:lnTo>
                    <a:pt x="361187" y="515112"/>
                  </a:lnTo>
                  <a:lnTo>
                    <a:pt x="350520" y="519683"/>
                  </a:lnTo>
                  <a:lnTo>
                    <a:pt x="336803" y="522731"/>
                  </a:lnTo>
                  <a:lnTo>
                    <a:pt x="312420" y="528827"/>
                  </a:lnTo>
                  <a:lnTo>
                    <a:pt x="298703" y="530351"/>
                  </a:lnTo>
                  <a:lnTo>
                    <a:pt x="286511" y="530351"/>
                  </a:lnTo>
                  <a:lnTo>
                    <a:pt x="272796" y="531876"/>
                  </a:lnTo>
                  <a:lnTo>
                    <a:pt x="353568" y="531876"/>
                  </a:lnTo>
                  <a:lnTo>
                    <a:pt x="402335" y="510539"/>
                  </a:lnTo>
                  <a:lnTo>
                    <a:pt x="446531" y="481583"/>
                  </a:lnTo>
                  <a:lnTo>
                    <a:pt x="483107" y="445007"/>
                  </a:lnTo>
                  <a:lnTo>
                    <a:pt x="512063" y="400812"/>
                  </a:lnTo>
                  <a:lnTo>
                    <a:pt x="528827" y="365759"/>
                  </a:lnTo>
                  <a:lnTo>
                    <a:pt x="542544" y="312419"/>
                  </a:lnTo>
                  <a:lnTo>
                    <a:pt x="544068" y="298703"/>
                  </a:lnTo>
                  <a:lnTo>
                    <a:pt x="544068" y="284988"/>
                  </a:lnTo>
                  <a:lnTo>
                    <a:pt x="545592" y="271271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6448" y="202691"/>
                  </a:lnTo>
                  <a:lnTo>
                    <a:pt x="533400" y="190500"/>
                  </a:lnTo>
                  <a:lnTo>
                    <a:pt x="528827" y="178307"/>
                  </a:lnTo>
                  <a:lnTo>
                    <a:pt x="524255" y="164591"/>
                  </a:lnTo>
                  <a:lnTo>
                    <a:pt x="498348" y="118871"/>
                  </a:lnTo>
                  <a:lnTo>
                    <a:pt x="446531" y="60959"/>
                  </a:lnTo>
                  <a:lnTo>
                    <a:pt x="402335" y="32003"/>
                  </a:lnTo>
                  <a:lnTo>
                    <a:pt x="377951" y="21335"/>
                  </a:lnTo>
                  <a:lnTo>
                    <a:pt x="365759" y="15239"/>
                  </a:lnTo>
                  <a:lnTo>
                    <a:pt x="353568" y="12191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054095" y="1973574"/>
            <a:ext cx="4668520" cy="1789430"/>
            <a:chOff x="3054095" y="1973574"/>
            <a:chExt cx="4668520" cy="1789430"/>
          </a:xfrm>
        </p:grpSpPr>
        <p:sp>
          <p:nvSpPr>
            <p:cNvPr id="40" name="object 40"/>
            <p:cNvSpPr/>
            <p:nvPr/>
          </p:nvSpPr>
          <p:spPr>
            <a:xfrm>
              <a:off x="3500628" y="1975098"/>
              <a:ext cx="2697480" cy="1591310"/>
            </a:xfrm>
            <a:custGeom>
              <a:avLst/>
              <a:gdLst/>
              <a:ahLst/>
              <a:cxnLst/>
              <a:rect l="l" t="t" r="r" b="b"/>
              <a:pathLst>
                <a:path w="2697479" h="1591310">
                  <a:moveTo>
                    <a:pt x="847344" y="27432"/>
                  </a:moveTo>
                  <a:lnTo>
                    <a:pt x="822960" y="0"/>
                  </a:lnTo>
                  <a:lnTo>
                    <a:pt x="0" y="714756"/>
                  </a:lnTo>
                  <a:lnTo>
                    <a:pt x="25908" y="743712"/>
                  </a:lnTo>
                  <a:lnTo>
                    <a:pt x="847344" y="27432"/>
                  </a:lnTo>
                  <a:close/>
                </a:path>
                <a:path w="2697479" h="1591310">
                  <a:moveTo>
                    <a:pt x="2697480" y="214884"/>
                  </a:moveTo>
                  <a:lnTo>
                    <a:pt x="2671572" y="187452"/>
                  </a:lnTo>
                  <a:lnTo>
                    <a:pt x="1293876" y="1565148"/>
                  </a:lnTo>
                  <a:lnTo>
                    <a:pt x="1321308" y="1591056"/>
                  </a:lnTo>
                  <a:lnTo>
                    <a:pt x="2697480" y="214884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82668" y="1973574"/>
              <a:ext cx="3139440" cy="1789430"/>
            </a:xfrm>
            <a:custGeom>
              <a:avLst/>
              <a:gdLst/>
              <a:ahLst/>
              <a:cxnLst/>
              <a:rect l="l" t="t" r="r" b="b"/>
              <a:pathLst>
                <a:path w="3139440" h="1789429">
                  <a:moveTo>
                    <a:pt x="56388" y="1501140"/>
                  </a:moveTo>
                  <a:lnTo>
                    <a:pt x="38100" y="280416"/>
                  </a:lnTo>
                  <a:lnTo>
                    <a:pt x="0" y="281940"/>
                  </a:lnTo>
                  <a:lnTo>
                    <a:pt x="18288" y="1502664"/>
                  </a:lnTo>
                  <a:lnTo>
                    <a:pt x="56388" y="1501140"/>
                  </a:lnTo>
                  <a:close/>
                </a:path>
                <a:path w="3139440" h="1789429">
                  <a:moveTo>
                    <a:pt x="1560576" y="1751076"/>
                  </a:moveTo>
                  <a:lnTo>
                    <a:pt x="303276" y="1748028"/>
                  </a:lnTo>
                  <a:lnTo>
                    <a:pt x="303276" y="1786128"/>
                  </a:lnTo>
                  <a:lnTo>
                    <a:pt x="1560576" y="1789176"/>
                  </a:lnTo>
                  <a:lnTo>
                    <a:pt x="1560576" y="1751076"/>
                  </a:lnTo>
                  <a:close/>
                </a:path>
                <a:path w="3139440" h="1789429">
                  <a:moveTo>
                    <a:pt x="3139440" y="714756"/>
                  </a:moveTo>
                  <a:lnTo>
                    <a:pt x="2066531" y="0"/>
                  </a:lnTo>
                  <a:lnTo>
                    <a:pt x="2045208" y="30480"/>
                  </a:lnTo>
                  <a:lnTo>
                    <a:pt x="3118104" y="746760"/>
                  </a:lnTo>
                  <a:lnTo>
                    <a:pt x="3139440" y="714756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54095" y="2622798"/>
              <a:ext cx="541019" cy="53797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54095" y="2622798"/>
              <a:ext cx="542544" cy="54015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054095" y="2622798"/>
              <a:ext cx="542925" cy="541020"/>
            </a:xfrm>
            <a:custGeom>
              <a:avLst/>
              <a:gdLst/>
              <a:ahLst/>
              <a:cxnLst/>
              <a:rect l="l" t="t" r="r" b="b"/>
              <a:pathLst>
                <a:path w="542925" h="541019">
                  <a:moveTo>
                    <a:pt x="298704" y="0"/>
                  </a:moveTo>
                  <a:lnTo>
                    <a:pt x="243840" y="0"/>
                  </a:lnTo>
                  <a:lnTo>
                    <a:pt x="230124" y="3047"/>
                  </a:lnTo>
                  <a:lnTo>
                    <a:pt x="216407" y="4571"/>
                  </a:lnTo>
                  <a:lnTo>
                    <a:pt x="202692" y="7619"/>
                  </a:lnTo>
                  <a:lnTo>
                    <a:pt x="190500" y="12191"/>
                  </a:lnTo>
                  <a:lnTo>
                    <a:pt x="178308" y="15239"/>
                  </a:lnTo>
                  <a:lnTo>
                    <a:pt x="166116" y="21335"/>
                  </a:lnTo>
                  <a:lnTo>
                    <a:pt x="141731" y="32003"/>
                  </a:lnTo>
                  <a:lnTo>
                    <a:pt x="120396" y="45719"/>
                  </a:lnTo>
                  <a:lnTo>
                    <a:pt x="79248" y="79247"/>
                  </a:lnTo>
                  <a:lnTo>
                    <a:pt x="47243" y="118871"/>
                  </a:lnTo>
                  <a:lnTo>
                    <a:pt x="21336" y="164591"/>
                  </a:lnTo>
                  <a:lnTo>
                    <a:pt x="9143" y="202691"/>
                  </a:lnTo>
                  <a:lnTo>
                    <a:pt x="6096" y="214883"/>
                  </a:lnTo>
                  <a:lnTo>
                    <a:pt x="3048" y="228600"/>
                  </a:lnTo>
                  <a:lnTo>
                    <a:pt x="1524" y="242315"/>
                  </a:lnTo>
                  <a:lnTo>
                    <a:pt x="1524" y="256031"/>
                  </a:lnTo>
                  <a:lnTo>
                    <a:pt x="0" y="269747"/>
                  </a:lnTo>
                  <a:lnTo>
                    <a:pt x="1524" y="283463"/>
                  </a:lnTo>
                  <a:lnTo>
                    <a:pt x="1524" y="297179"/>
                  </a:lnTo>
                  <a:lnTo>
                    <a:pt x="3048" y="310895"/>
                  </a:lnTo>
                  <a:lnTo>
                    <a:pt x="12192" y="350519"/>
                  </a:lnTo>
                  <a:lnTo>
                    <a:pt x="33528" y="399288"/>
                  </a:lnTo>
                  <a:lnTo>
                    <a:pt x="62484" y="441959"/>
                  </a:lnTo>
                  <a:lnTo>
                    <a:pt x="99060" y="478535"/>
                  </a:lnTo>
                  <a:lnTo>
                    <a:pt x="141731" y="507491"/>
                  </a:lnTo>
                  <a:lnTo>
                    <a:pt x="190500" y="528827"/>
                  </a:lnTo>
                  <a:lnTo>
                    <a:pt x="204216" y="531876"/>
                  </a:lnTo>
                  <a:lnTo>
                    <a:pt x="216407" y="534923"/>
                  </a:lnTo>
                  <a:lnTo>
                    <a:pt x="230124" y="537971"/>
                  </a:lnTo>
                  <a:lnTo>
                    <a:pt x="257556" y="541019"/>
                  </a:lnTo>
                  <a:lnTo>
                    <a:pt x="284988" y="541019"/>
                  </a:lnTo>
                  <a:lnTo>
                    <a:pt x="312419" y="537971"/>
                  </a:lnTo>
                  <a:lnTo>
                    <a:pt x="326136" y="534923"/>
                  </a:lnTo>
                  <a:lnTo>
                    <a:pt x="338328" y="531876"/>
                  </a:lnTo>
                  <a:lnTo>
                    <a:pt x="271271" y="531876"/>
                  </a:lnTo>
                  <a:lnTo>
                    <a:pt x="257556" y="530351"/>
                  </a:lnTo>
                  <a:lnTo>
                    <a:pt x="243840" y="530351"/>
                  </a:lnTo>
                  <a:lnTo>
                    <a:pt x="231648" y="528827"/>
                  </a:lnTo>
                  <a:lnTo>
                    <a:pt x="193548" y="519683"/>
                  </a:lnTo>
                  <a:lnTo>
                    <a:pt x="146304" y="499871"/>
                  </a:lnTo>
                  <a:lnTo>
                    <a:pt x="105156" y="470915"/>
                  </a:lnTo>
                  <a:lnTo>
                    <a:pt x="70104" y="435863"/>
                  </a:lnTo>
                  <a:lnTo>
                    <a:pt x="41148" y="394715"/>
                  </a:lnTo>
                  <a:lnTo>
                    <a:pt x="21336" y="347471"/>
                  </a:lnTo>
                  <a:lnTo>
                    <a:pt x="13716" y="309371"/>
                  </a:lnTo>
                  <a:lnTo>
                    <a:pt x="10668" y="297179"/>
                  </a:lnTo>
                  <a:lnTo>
                    <a:pt x="10668" y="243839"/>
                  </a:lnTo>
                  <a:lnTo>
                    <a:pt x="13716" y="230123"/>
                  </a:lnTo>
                  <a:lnTo>
                    <a:pt x="15240" y="217931"/>
                  </a:lnTo>
                  <a:lnTo>
                    <a:pt x="30480" y="167639"/>
                  </a:lnTo>
                  <a:lnTo>
                    <a:pt x="54864" y="123443"/>
                  </a:lnTo>
                  <a:lnTo>
                    <a:pt x="86868" y="85343"/>
                  </a:lnTo>
                  <a:lnTo>
                    <a:pt x="124968" y="53339"/>
                  </a:lnTo>
                  <a:lnTo>
                    <a:pt x="169164" y="28955"/>
                  </a:lnTo>
                  <a:lnTo>
                    <a:pt x="193548" y="21335"/>
                  </a:lnTo>
                  <a:lnTo>
                    <a:pt x="205740" y="16763"/>
                  </a:lnTo>
                  <a:lnTo>
                    <a:pt x="217931" y="13715"/>
                  </a:lnTo>
                  <a:lnTo>
                    <a:pt x="245364" y="10667"/>
                  </a:lnTo>
                  <a:lnTo>
                    <a:pt x="257556" y="9143"/>
                  </a:lnTo>
                  <a:lnTo>
                    <a:pt x="342900" y="9143"/>
                  </a:lnTo>
                  <a:lnTo>
                    <a:pt x="338328" y="7619"/>
                  </a:lnTo>
                  <a:lnTo>
                    <a:pt x="326136" y="4571"/>
                  </a:lnTo>
                  <a:lnTo>
                    <a:pt x="312419" y="3047"/>
                  </a:lnTo>
                  <a:lnTo>
                    <a:pt x="298704" y="0"/>
                  </a:lnTo>
                  <a:close/>
                </a:path>
                <a:path w="542925" h="541019">
                  <a:moveTo>
                    <a:pt x="342900" y="9143"/>
                  </a:moveTo>
                  <a:lnTo>
                    <a:pt x="284988" y="9143"/>
                  </a:lnTo>
                  <a:lnTo>
                    <a:pt x="298704" y="10667"/>
                  </a:lnTo>
                  <a:lnTo>
                    <a:pt x="310895" y="12191"/>
                  </a:lnTo>
                  <a:lnTo>
                    <a:pt x="324612" y="13715"/>
                  </a:lnTo>
                  <a:lnTo>
                    <a:pt x="336804" y="16763"/>
                  </a:lnTo>
                  <a:lnTo>
                    <a:pt x="348995" y="21335"/>
                  </a:lnTo>
                  <a:lnTo>
                    <a:pt x="361188" y="24383"/>
                  </a:lnTo>
                  <a:lnTo>
                    <a:pt x="396240" y="41147"/>
                  </a:lnTo>
                  <a:lnTo>
                    <a:pt x="437388" y="68579"/>
                  </a:lnTo>
                  <a:lnTo>
                    <a:pt x="472440" y="103631"/>
                  </a:lnTo>
                  <a:lnTo>
                    <a:pt x="501395" y="146303"/>
                  </a:lnTo>
                  <a:lnTo>
                    <a:pt x="521207" y="192023"/>
                  </a:lnTo>
                  <a:lnTo>
                    <a:pt x="528828" y="230123"/>
                  </a:lnTo>
                  <a:lnTo>
                    <a:pt x="530352" y="243839"/>
                  </a:lnTo>
                  <a:lnTo>
                    <a:pt x="531876" y="256031"/>
                  </a:lnTo>
                  <a:lnTo>
                    <a:pt x="531876" y="283463"/>
                  </a:lnTo>
                  <a:lnTo>
                    <a:pt x="530352" y="297179"/>
                  </a:lnTo>
                  <a:lnTo>
                    <a:pt x="528828" y="309371"/>
                  </a:lnTo>
                  <a:lnTo>
                    <a:pt x="527304" y="323088"/>
                  </a:lnTo>
                  <a:lnTo>
                    <a:pt x="512064" y="371855"/>
                  </a:lnTo>
                  <a:lnTo>
                    <a:pt x="487680" y="416051"/>
                  </a:lnTo>
                  <a:lnTo>
                    <a:pt x="455676" y="454151"/>
                  </a:lnTo>
                  <a:lnTo>
                    <a:pt x="417576" y="486155"/>
                  </a:lnTo>
                  <a:lnTo>
                    <a:pt x="373380" y="510539"/>
                  </a:lnTo>
                  <a:lnTo>
                    <a:pt x="336804" y="522731"/>
                  </a:lnTo>
                  <a:lnTo>
                    <a:pt x="323088" y="525779"/>
                  </a:lnTo>
                  <a:lnTo>
                    <a:pt x="310895" y="528827"/>
                  </a:lnTo>
                  <a:lnTo>
                    <a:pt x="297180" y="530351"/>
                  </a:lnTo>
                  <a:lnTo>
                    <a:pt x="284988" y="530351"/>
                  </a:lnTo>
                  <a:lnTo>
                    <a:pt x="271271" y="531876"/>
                  </a:lnTo>
                  <a:lnTo>
                    <a:pt x="338328" y="531876"/>
                  </a:lnTo>
                  <a:lnTo>
                    <a:pt x="352044" y="528827"/>
                  </a:lnTo>
                  <a:lnTo>
                    <a:pt x="400812" y="507491"/>
                  </a:lnTo>
                  <a:lnTo>
                    <a:pt x="443483" y="478535"/>
                  </a:lnTo>
                  <a:lnTo>
                    <a:pt x="480059" y="441959"/>
                  </a:lnTo>
                  <a:lnTo>
                    <a:pt x="509016" y="399288"/>
                  </a:lnTo>
                  <a:lnTo>
                    <a:pt x="530352" y="350519"/>
                  </a:lnTo>
                  <a:lnTo>
                    <a:pt x="539495" y="310895"/>
                  </a:lnTo>
                  <a:lnTo>
                    <a:pt x="541019" y="297179"/>
                  </a:lnTo>
                  <a:lnTo>
                    <a:pt x="541019" y="283463"/>
                  </a:lnTo>
                  <a:lnTo>
                    <a:pt x="542544" y="269747"/>
                  </a:lnTo>
                  <a:lnTo>
                    <a:pt x="541019" y="256031"/>
                  </a:lnTo>
                  <a:lnTo>
                    <a:pt x="541019" y="242315"/>
                  </a:lnTo>
                  <a:lnTo>
                    <a:pt x="539495" y="228600"/>
                  </a:lnTo>
                  <a:lnTo>
                    <a:pt x="536448" y="214883"/>
                  </a:lnTo>
                  <a:lnTo>
                    <a:pt x="533400" y="202691"/>
                  </a:lnTo>
                  <a:lnTo>
                    <a:pt x="530352" y="188975"/>
                  </a:lnTo>
                  <a:lnTo>
                    <a:pt x="509016" y="140207"/>
                  </a:lnTo>
                  <a:lnTo>
                    <a:pt x="480059" y="97535"/>
                  </a:lnTo>
                  <a:lnTo>
                    <a:pt x="443483" y="60959"/>
                  </a:lnTo>
                  <a:lnTo>
                    <a:pt x="400812" y="32003"/>
                  </a:lnTo>
                  <a:lnTo>
                    <a:pt x="364236" y="15239"/>
                  </a:lnTo>
                  <a:lnTo>
                    <a:pt x="352044" y="12191"/>
                  </a:lnTo>
                  <a:lnTo>
                    <a:pt x="34290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502152" y="3064758"/>
            <a:ext cx="4218940" cy="695325"/>
            <a:chOff x="3502152" y="3064758"/>
            <a:chExt cx="4218940" cy="695325"/>
          </a:xfrm>
        </p:grpSpPr>
        <p:sp>
          <p:nvSpPr>
            <p:cNvPr id="47" name="object 47"/>
            <p:cNvSpPr/>
            <p:nvPr/>
          </p:nvSpPr>
          <p:spPr>
            <a:xfrm>
              <a:off x="3502152" y="3066282"/>
              <a:ext cx="864235" cy="690880"/>
            </a:xfrm>
            <a:custGeom>
              <a:avLst/>
              <a:gdLst/>
              <a:ahLst/>
              <a:cxnLst/>
              <a:rect l="l" t="t" r="r" b="b"/>
              <a:pathLst>
                <a:path w="864235" h="690879">
                  <a:moveTo>
                    <a:pt x="864108" y="659892"/>
                  </a:moveTo>
                  <a:lnTo>
                    <a:pt x="22860" y="0"/>
                  </a:lnTo>
                  <a:lnTo>
                    <a:pt x="0" y="28956"/>
                  </a:lnTo>
                  <a:lnTo>
                    <a:pt x="841248" y="690372"/>
                  </a:lnTo>
                  <a:lnTo>
                    <a:pt x="864108" y="659892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65976" y="3064758"/>
              <a:ext cx="1054735" cy="695325"/>
            </a:xfrm>
            <a:custGeom>
              <a:avLst/>
              <a:gdLst/>
              <a:ahLst/>
              <a:cxnLst/>
              <a:rect l="l" t="t" r="r" b="b"/>
              <a:pathLst>
                <a:path w="1054734" h="695325">
                  <a:moveTo>
                    <a:pt x="115824" y="633984"/>
                  </a:moveTo>
                  <a:lnTo>
                    <a:pt x="96012" y="601980"/>
                  </a:lnTo>
                  <a:lnTo>
                    <a:pt x="0" y="662940"/>
                  </a:lnTo>
                  <a:lnTo>
                    <a:pt x="19812" y="694944"/>
                  </a:lnTo>
                  <a:lnTo>
                    <a:pt x="115824" y="633984"/>
                  </a:lnTo>
                  <a:close/>
                </a:path>
                <a:path w="1054734" h="695325">
                  <a:moveTo>
                    <a:pt x="243840" y="551688"/>
                  </a:moveTo>
                  <a:lnTo>
                    <a:pt x="224028" y="519684"/>
                  </a:lnTo>
                  <a:lnTo>
                    <a:pt x="128016" y="580644"/>
                  </a:lnTo>
                  <a:lnTo>
                    <a:pt x="147828" y="612648"/>
                  </a:lnTo>
                  <a:lnTo>
                    <a:pt x="243840" y="551688"/>
                  </a:lnTo>
                  <a:close/>
                </a:path>
                <a:path w="1054734" h="695325">
                  <a:moveTo>
                    <a:pt x="373380" y="469392"/>
                  </a:moveTo>
                  <a:lnTo>
                    <a:pt x="352044" y="437388"/>
                  </a:lnTo>
                  <a:lnTo>
                    <a:pt x="256032" y="498348"/>
                  </a:lnTo>
                  <a:lnTo>
                    <a:pt x="277368" y="530352"/>
                  </a:lnTo>
                  <a:lnTo>
                    <a:pt x="373380" y="469392"/>
                  </a:lnTo>
                  <a:close/>
                </a:path>
                <a:path w="1054734" h="695325">
                  <a:moveTo>
                    <a:pt x="501396" y="387096"/>
                  </a:moveTo>
                  <a:lnTo>
                    <a:pt x="480060" y="355092"/>
                  </a:lnTo>
                  <a:lnTo>
                    <a:pt x="384048" y="416052"/>
                  </a:lnTo>
                  <a:lnTo>
                    <a:pt x="405384" y="448056"/>
                  </a:lnTo>
                  <a:lnTo>
                    <a:pt x="501396" y="387096"/>
                  </a:lnTo>
                  <a:close/>
                </a:path>
                <a:path w="1054734" h="695325">
                  <a:moveTo>
                    <a:pt x="629412" y="304800"/>
                  </a:moveTo>
                  <a:lnTo>
                    <a:pt x="609600" y="272796"/>
                  </a:lnTo>
                  <a:lnTo>
                    <a:pt x="512064" y="333756"/>
                  </a:lnTo>
                  <a:lnTo>
                    <a:pt x="533400" y="365760"/>
                  </a:lnTo>
                  <a:lnTo>
                    <a:pt x="629412" y="304800"/>
                  </a:lnTo>
                  <a:close/>
                </a:path>
                <a:path w="1054734" h="695325">
                  <a:moveTo>
                    <a:pt x="757428" y="222504"/>
                  </a:moveTo>
                  <a:lnTo>
                    <a:pt x="737616" y="190500"/>
                  </a:lnTo>
                  <a:lnTo>
                    <a:pt x="641604" y="251460"/>
                  </a:lnTo>
                  <a:lnTo>
                    <a:pt x="661416" y="283464"/>
                  </a:lnTo>
                  <a:lnTo>
                    <a:pt x="757428" y="222504"/>
                  </a:lnTo>
                  <a:close/>
                </a:path>
                <a:path w="1054734" h="695325">
                  <a:moveTo>
                    <a:pt x="886968" y="140208"/>
                  </a:moveTo>
                  <a:lnTo>
                    <a:pt x="865632" y="108204"/>
                  </a:lnTo>
                  <a:lnTo>
                    <a:pt x="769620" y="169164"/>
                  </a:lnTo>
                  <a:lnTo>
                    <a:pt x="789432" y="201168"/>
                  </a:lnTo>
                  <a:lnTo>
                    <a:pt x="886968" y="140208"/>
                  </a:lnTo>
                  <a:close/>
                </a:path>
                <a:path w="1054734" h="695325">
                  <a:moveTo>
                    <a:pt x="1014984" y="57912"/>
                  </a:moveTo>
                  <a:lnTo>
                    <a:pt x="993648" y="25908"/>
                  </a:lnTo>
                  <a:lnTo>
                    <a:pt x="897636" y="86868"/>
                  </a:lnTo>
                  <a:lnTo>
                    <a:pt x="918972" y="120396"/>
                  </a:lnTo>
                  <a:lnTo>
                    <a:pt x="1014984" y="57912"/>
                  </a:lnTo>
                  <a:close/>
                </a:path>
                <a:path w="1054734" h="695325">
                  <a:moveTo>
                    <a:pt x="1054608" y="32004"/>
                  </a:moveTo>
                  <a:lnTo>
                    <a:pt x="1034796" y="0"/>
                  </a:lnTo>
                  <a:lnTo>
                    <a:pt x="1025652" y="6096"/>
                  </a:lnTo>
                  <a:lnTo>
                    <a:pt x="1046988" y="38100"/>
                  </a:lnTo>
                  <a:lnTo>
                    <a:pt x="1054608" y="3200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54955" y="1750613"/>
            <a:ext cx="126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1251585" algn="l"/>
              </a:tabLst>
            </a:pPr>
            <a:r>
              <a:rPr sz="1200" u="heavy" dirty="0">
                <a:uFill>
                  <a:solidFill>
                    <a:srgbClr val="C0504D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u="heavy" dirty="0">
                <a:uFill>
                  <a:solidFill>
                    <a:srgbClr val="C0504D"/>
                  </a:solidFill>
                </a:uFill>
                <a:latin typeface="Georgia"/>
                <a:cs typeface="Georgia"/>
              </a:rPr>
              <a:t>5	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653773"/>
              </p:ext>
            </p:extLst>
          </p:nvPr>
        </p:nvGraphicFramePr>
        <p:xfrm>
          <a:off x="1571817" y="5341341"/>
          <a:ext cx="6097902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9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9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6353556" y="2253990"/>
            <a:ext cx="74930" cy="1224280"/>
          </a:xfrm>
          <a:custGeom>
            <a:avLst/>
            <a:gdLst/>
            <a:ahLst/>
            <a:cxnLst/>
            <a:rect l="l" t="t" r="r" b="b"/>
            <a:pathLst>
              <a:path w="74929" h="1224279">
                <a:moveTo>
                  <a:pt x="74676" y="1223772"/>
                </a:moveTo>
                <a:lnTo>
                  <a:pt x="38100" y="0"/>
                </a:lnTo>
                <a:lnTo>
                  <a:pt x="0" y="1524"/>
                </a:lnTo>
                <a:lnTo>
                  <a:pt x="36576" y="1223772"/>
                </a:lnTo>
                <a:lnTo>
                  <a:pt x="74676" y="1223772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BF6682-F7EA-F129-2172-DE24132C1173}"/>
              </a:ext>
            </a:extLst>
          </p:cNvPr>
          <p:cNvSpPr txBox="1"/>
          <p:nvPr/>
        </p:nvSpPr>
        <p:spPr>
          <a:xfrm>
            <a:off x="1460753" y="4162425"/>
            <a:ext cx="6208966" cy="1098671"/>
          </a:xfrm>
          <a:prstGeom prst="rect">
            <a:avLst/>
          </a:prstGeom>
          <a:noFill/>
          <a:ln w="1270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/>
              <a:t> T = T\{5} = {t}</a:t>
            </a:r>
          </a:p>
          <a:p>
            <a:r>
              <a:rPr lang="en-US"/>
              <a:t>Tính lại đường đi các đỉnh kề của 5: L(t) = L(5)+3 = 9+3= 12 &gt; 9,</a:t>
            </a:r>
          </a:p>
          <a:p>
            <a:r>
              <a:rPr lang="en-US"/>
              <a:t> Do đó L(7) = 9</a:t>
            </a:r>
          </a:p>
          <a:p>
            <a:r>
              <a:rPr lang="en-US"/>
              <a:t> Chọn đỉnh t. Kết thúc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dụ</a:t>
            </a:r>
            <a:r>
              <a:rPr sz="2600" dirty="0">
                <a:latin typeface="Microsoft Sans Serif"/>
                <a:cs typeface="Microsoft Sans Serif"/>
              </a:rPr>
              <a:t> 1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100571" y="1717542"/>
            <a:ext cx="544195" cy="542925"/>
            <a:chOff x="6100571" y="1717542"/>
            <a:chExt cx="544195" cy="54292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0571" y="1717542"/>
              <a:ext cx="541020" cy="5410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0571" y="1717542"/>
              <a:ext cx="544068" cy="5425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02095" y="1717542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84988" y="541020"/>
                  </a:moveTo>
                  <a:lnTo>
                    <a:pt x="257555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2925" h="542925">
                  <a:moveTo>
                    <a:pt x="298703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59" y="62484"/>
                  </a:lnTo>
                  <a:lnTo>
                    <a:pt x="62483" y="99060"/>
                  </a:lnTo>
                  <a:lnTo>
                    <a:pt x="33527" y="141732"/>
                  </a:lnTo>
                  <a:lnTo>
                    <a:pt x="12191" y="190500"/>
                  </a:lnTo>
                  <a:lnTo>
                    <a:pt x="9143" y="204215"/>
                  </a:lnTo>
                  <a:lnTo>
                    <a:pt x="6095" y="216408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6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20"/>
                  </a:lnTo>
                  <a:lnTo>
                    <a:pt x="6095" y="326136"/>
                  </a:lnTo>
                  <a:lnTo>
                    <a:pt x="9143" y="338327"/>
                  </a:lnTo>
                  <a:lnTo>
                    <a:pt x="12191" y="352044"/>
                  </a:lnTo>
                  <a:lnTo>
                    <a:pt x="33527" y="400812"/>
                  </a:lnTo>
                  <a:lnTo>
                    <a:pt x="62483" y="443484"/>
                  </a:lnTo>
                  <a:lnTo>
                    <a:pt x="99059" y="480060"/>
                  </a:lnTo>
                  <a:lnTo>
                    <a:pt x="141731" y="509015"/>
                  </a:lnTo>
                  <a:lnTo>
                    <a:pt x="190500" y="530351"/>
                  </a:lnTo>
                  <a:lnTo>
                    <a:pt x="204215" y="533400"/>
                  </a:lnTo>
                  <a:lnTo>
                    <a:pt x="216407" y="536448"/>
                  </a:lnTo>
                  <a:lnTo>
                    <a:pt x="230124" y="539496"/>
                  </a:lnTo>
                  <a:lnTo>
                    <a:pt x="243839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5185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7303"/>
                  </a:lnTo>
                  <a:lnTo>
                    <a:pt x="169163" y="512063"/>
                  </a:lnTo>
                  <a:lnTo>
                    <a:pt x="124967" y="487679"/>
                  </a:lnTo>
                  <a:lnTo>
                    <a:pt x="86867" y="455675"/>
                  </a:lnTo>
                  <a:lnTo>
                    <a:pt x="54863" y="417575"/>
                  </a:lnTo>
                  <a:lnTo>
                    <a:pt x="30479" y="373379"/>
                  </a:lnTo>
                  <a:lnTo>
                    <a:pt x="18287" y="336803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1648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6867"/>
                  </a:lnTo>
                  <a:lnTo>
                    <a:pt x="124967" y="54863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31648" y="13715"/>
                  </a:lnTo>
                  <a:lnTo>
                    <a:pt x="245363" y="10667"/>
                  </a:lnTo>
                  <a:lnTo>
                    <a:pt x="345185" y="10667"/>
                  </a:lnTo>
                  <a:lnTo>
                    <a:pt x="338327" y="9144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98703" y="1524"/>
                  </a:lnTo>
                  <a:close/>
                </a:path>
                <a:path w="542925" h="542925">
                  <a:moveTo>
                    <a:pt x="345185" y="10667"/>
                  </a:moveTo>
                  <a:lnTo>
                    <a:pt x="298703" y="10667"/>
                  </a:lnTo>
                  <a:lnTo>
                    <a:pt x="310895" y="13715"/>
                  </a:lnTo>
                  <a:lnTo>
                    <a:pt x="324612" y="15239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7" y="70103"/>
                  </a:lnTo>
                  <a:lnTo>
                    <a:pt x="472439" y="105156"/>
                  </a:lnTo>
                  <a:lnTo>
                    <a:pt x="501396" y="146303"/>
                  </a:lnTo>
                  <a:lnTo>
                    <a:pt x="521207" y="1935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6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36803" y="524256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5185" y="531876"/>
                  </a:lnTo>
                  <a:lnTo>
                    <a:pt x="352043" y="530351"/>
                  </a:lnTo>
                  <a:lnTo>
                    <a:pt x="400811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30351" y="352044"/>
                  </a:lnTo>
                  <a:lnTo>
                    <a:pt x="533400" y="338327"/>
                  </a:lnTo>
                  <a:lnTo>
                    <a:pt x="536448" y="326136"/>
                  </a:lnTo>
                  <a:lnTo>
                    <a:pt x="539496" y="312420"/>
                  </a:lnTo>
                  <a:lnTo>
                    <a:pt x="541020" y="298703"/>
                  </a:lnTo>
                  <a:lnTo>
                    <a:pt x="541020" y="284988"/>
                  </a:lnTo>
                  <a:lnTo>
                    <a:pt x="542544" y="271272"/>
                  </a:lnTo>
                  <a:lnTo>
                    <a:pt x="541020" y="257556"/>
                  </a:lnTo>
                  <a:lnTo>
                    <a:pt x="541020" y="243839"/>
                  </a:lnTo>
                  <a:lnTo>
                    <a:pt x="539496" y="230124"/>
                  </a:lnTo>
                  <a:lnTo>
                    <a:pt x="530351" y="190500"/>
                  </a:lnTo>
                  <a:lnTo>
                    <a:pt x="509015" y="141732"/>
                  </a:lnTo>
                  <a:lnTo>
                    <a:pt x="480059" y="99060"/>
                  </a:lnTo>
                  <a:lnTo>
                    <a:pt x="443483" y="62484"/>
                  </a:lnTo>
                  <a:lnTo>
                    <a:pt x="400811" y="33527"/>
                  </a:lnTo>
                  <a:lnTo>
                    <a:pt x="352043" y="12191"/>
                  </a:lnTo>
                  <a:lnTo>
                    <a:pt x="345185" y="10667"/>
                  </a:lnTo>
                  <a:close/>
                </a:path>
                <a:path w="542925" h="542925">
                  <a:moveTo>
                    <a:pt x="271271" y="0"/>
                  </a:moveTo>
                  <a:lnTo>
                    <a:pt x="257555" y="1524"/>
                  </a:lnTo>
                  <a:lnTo>
                    <a:pt x="284988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317996" y="18801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29684" y="1717542"/>
            <a:ext cx="542925" cy="542925"/>
            <a:chOff x="4329684" y="1717542"/>
            <a:chExt cx="542925" cy="54292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9684" y="1717542"/>
              <a:ext cx="542543" cy="54102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29684" y="1717542"/>
              <a:ext cx="542543" cy="5425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331208" y="1717542"/>
              <a:ext cx="541020" cy="542925"/>
            </a:xfrm>
            <a:custGeom>
              <a:avLst/>
              <a:gdLst/>
              <a:ahLst/>
              <a:cxnLst/>
              <a:rect l="l" t="t" r="r" b="b"/>
              <a:pathLst>
                <a:path w="541020" h="542925">
                  <a:moveTo>
                    <a:pt x="284988" y="541020"/>
                  </a:moveTo>
                  <a:lnTo>
                    <a:pt x="256031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1020" h="542925">
                  <a:moveTo>
                    <a:pt x="298703" y="1524"/>
                  </a:moveTo>
                  <a:lnTo>
                    <a:pt x="242315" y="1524"/>
                  </a:lnTo>
                  <a:lnTo>
                    <a:pt x="228600" y="3048"/>
                  </a:lnTo>
                  <a:lnTo>
                    <a:pt x="216407" y="6096"/>
                  </a:lnTo>
                  <a:lnTo>
                    <a:pt x="202691" y="9144"/>
                  </a:lnTo>
                  <a:lnTo>
                    <a:pt x="164591" y="21336"/>
                  </a:lnTo>
                  <a:lnTo>
                    <a:pt x="118871" y="47244"/>
                  </a:lnTo>
                  <a:lnTo>
                    <a:pt x="79247" y="79248"/>
                  </a:lnTo>
                  <a:lnTo>
                    <a:pt x="45719" y="120396"/>
                  </a:lnTo>
                  <a:lnTo>
                    <a:pt x="21336" y="166115"/>
                  </a:lnTo>
                  <a:lnTo>
                    <a:pt x="7619" y="204215"/>
                  </a:lnTo>
                  <a:lnTo>
                    <a:pt x="0" y="257556"/>
                  </a:lnTo>
                  <a:lnTo>
                    <a:pt x="0" y="284988"/>
                  </a:lnTo>
                  <a:lnTo>
                    <a:pt x="4571" y="326136"/>
                  </a:lnTo>
                  <a:lnTo>
                    <a:pt x="21336" y="376427"/>
                  </a:lnTo>
                  <a:lnTo>
                    <a:pt x="45719" y="422148"/>
                  </a:lnTo>
                  <a:lnTo>
                    <a:pt x="79247" y="463296"/>
                  </a:lnTo>
                  <a:lnTo>
                    <a:pt x="118871" y="495300"/>
                  </a:lnTo>
                  <a:lnTo>
                    <a:pt x="164591" y="521208"/>
                  </a:lnTo>
                  <a:lnTo>
                    <a:pt x="202691" y="533400"/>
                  </a:lnTo>
                  <a:lnTo>
                    <a:pt x="242315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4612" y="536448"/>
                  </a:lnTo>
                  <a:lnTo>
                    <a:pt x="338327" y="533400"/>
                  </a:lnTo>
                  <a:lnTo>
                    <a:pt x="344423" y="531876"/>
                  </a:lnTo>
                  <a:lnTo>
                    <a:pt x="257555" y="531876"/>
                  </a:lnTo>
                  <a:lnTo>
                    <a:pt x="230124" y="528827"/>
                  </a:lnTo>
                  <a:lnTo>
                    <a:pt x="217931" y="527303"/>
                  </a:lnTo>
                  <a:lnTo>
                    <a:pt x="205739" y="524256"/>
                  </a:lnTo>
                  <a:lnTo>
                    <a:pt x="192024" y="521208"/>
                  </a:lnTo>
                  <a:lnTo>
                    <a:pt x="146303" y="501396"/>
                  </a:lnTo>
                  <a:lnTo>
                    <a:pt x="103631" y="472439"/>
                  </a:lnTo>
                  <a:lnTo>
                    <a:pt x="68579" y="437388"/>
                  </a:lnTo>
                  <a:lnTo>
                    <a:pt x="41147" y="396239"/>
                  </a:lnTo>
                  <a:lnTo>
                    <a:pt x="24383" y="361188"/>
                  </a:lnTo>
                  <a:lnTo>
                    <a:pt x="21336" y="348996"/>
                  </a:lnTo>
                  <a:lnTo>
                    <a:pt x="16763" y="336803"/>
                  </a:lnTo>
                  <a:lnTo>
                    <a:pt x="15239" y="323088"/>
                  </a:lnTo>
                  <a:lnTo>
                    <a:pt x="12191" y="310896"/>
                  </a:lnTo>
                  <a:lnTo>
                    <a:pt x="10667" y="297179"/>
                  </a:lnTo>
                  <a:lnTo>
                    <a:pt x="9143" y="284988"/>
                  </a:lnTo>
                  <a:lnTo>
                    <a:pt x="9143" y="257556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41147" y="146303"/>
                  </a:lnTo>
                  <a:lnTo>
                    <a:pt x="68579" y="105156"/>
                  </a:lnTo>
                  <a:lnTo>
                    <a:pt x="105155" y="70103"/>
                  </a:lnTo>
                  <a:lnTo>
                    <a:pt x="146303" y="41148"/>
                  </a:lnTo>
                  <a:lnTo>
                    <a:pt x="193547" y="21336"/>
                  </a:lnTo>
                  <a:lnTo>
                    <a:pt x="230124" y="13715"/>
                  </a:lnTo>
                  <a:lnTo>
                    <a:pt x="243839" y="10667"/>
                  </a:lnTo>
                  <a:lnTo>
                    <a:pt x="344423" y="10667"/>
                  </a:lnTo>
                  <a:lnTo>
                    <a:pt x="338327" y="9144"/>
                  </a:lnTo>
                  <a:lnTo>
                    <a:pt x="310895" y="3048"/>
                  </a:lnTo>
                  <a:lnTo>
                    <a:pt x="298703" y="1524"/>
                  </a:lnTo>
                  <a:close/>
                </a:path>
                <a:path w="541020" h="542925">
                  <a:moveTo>
                    <a:pt x="344423" y="10667"/>
                  </a:moveTo>
                  <a:lnTo>
                    <a:pt x="297179" y="10667"/>
                  </a:lnTo>
                  <a:lnTo>
                    <a:pt x="310895" y="13715"/>
                  </a:lnTo>
                  <a:lnTo>
                    <a:pt x="323088" y="15239"/>
                  </a:lnTo>
                  <a:lnTo>
                    <a:pt x="347471" y="21336"/>
                  </a:lnTo>
                  <a:lnTo>
                    <a:pt x="394715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499871" y="146303"/>
                  </a:lnTo>
                  <a:lnTo>
                    <a:pt x="519683" y="193548"/>
                  </a:lnTo>
                  <a:lnTo>
                    <a:pt x="528827" y="2316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19683" y="348996"/>
                  </a:lnTo>
                  <a:lnTo>
                    <a:pt x="499871" y="396239"/>
                  </a:lnTo>
                  <a:lnTo>
                    <a:pt x="472439" y="437388"/>
                  </a:lnTo>
                  <a:lnTo>
                    <a:pt x="435863" y="472439"/>
                  </a:lnTo>
                  <a:lnTo>
                    <a:pt x="394715" y="501396"/>
                  </a:lnTo>
                  <a:lnTo>
                    <a:pt x="347471" y="521208"/>
                  </a:lnTo>
                  <a:lnTo>
                    <a:pt x="309371" y="528827"/>
                  </a:lnTo>
                  <a:lnTo>
                    <a:pt x="297179" y="530351"/>
                  </a:lnTo>
                  <a:lnTo>
                    <a:pt x="283463" y="531876"/>
                  </a:lnTo>
                  <a:lnTo>
                    <a:pt x="344423" y="531876"/>
                  </a:lnTo>
                  <a:lnTo>
                    <a:pt x="399288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28827" y="352044"/>
                  </a:lnTo>
                  <a:lnTo>
                    <a:pt x="534924" y="326136"/>
                  </a:lnTo>
                  <a:lnTo>
                    <a:pt x="537971" y="312420"/>
                  </a:lnTo>
                  <a:lnTo>
                    <a:pt x="541019" y="284988"/>
                  </a:lnTo>
                  <a:lnTo>
                    <a:pt x="541019" y="257556"/>
                  </a:lnTo>
                  <a:lnTo>
                    <a:pt x="531876" y="202691"/>
                  </a:lnTo>
                  <a:lnTo>
                    <a:pt x="519683" y="166115"/>
                  </a:lnTo>
                  <a:lnTo>
                    <a:pt x="495300" y="120396"/>
                  </a:lnTo>
                  <a:lnTo>
                    <a:pt x="461771" y="79248"/>
                  </a:lnTo>
                  <a:lnTo>
                    <a:pt x="422147" y="47244"/>
                  </a:lnTo>
                  <a:lnTo>
                    <a:pt x="376427" y="21336"/>
                  </a:lnTo>
                  <a:lnTo>
                    <a:pt x="362712" y="16763"/>
                  </a:lnTo>
                  <a:lnTo>
                    <a:pt x="350519" y="12191"/>
                  </a:lnTo>
                  <a:lnTo>
                    <a:pt x="344423" y="10667"/>
                  </a:lnTo>
                  <a:close/>
                </a:path>
                <a:path w="541020" h="542925">
                  <a:moveTo>
                    <a:pt x="269747" y="0"/>
                  </a:moveTo>
                  <a:lnTo>
                    <a:pt x="256031" y="1524"/>
                  </a:lnTo>
                  <a:lnTo>
                    <a:pt x="284988" y="1524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47108" y="18801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49496" y="3470142"/>
            <a:ext cx="542925" cy="542925"/>
            <a:chOff x="4349496" y="3470142"/>
            <a:chExt cx="542925" cy="54292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51020" y="3471666"/>
              <a:ext cx="541020" cy="54102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49496" y="3470142"/>
              <a:ext cx="542544" cy="5425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349496" y="3470142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84988" y="541020"/>
                  </a:moveTo>
                  <a:lnTo>
                    <a:pt x="257555" y="541020"/>
                  </a:lnTo>
                  <a:lnTo>
                    <a:pt x="271271" y="542544"/>
                  </a:lnTo>
                  <a:lnTo>
                    <a:pt x="284988" y="541020"/>
                  </a:lnTo>
                  <a:close/>
                </a:path>
                <a:path w="542925" h="542925">
                  <a:moveTo>
                    <a:pt x="298703" y="1524"/>
                  </a:moveTo>
                  <a:lnTo>
                    <a:pt x="243839" y="1524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3527"/>
                  </a:lnTo>
                  <a:lnTo>
                    <a:pt x="99059" y="62484"/>
                  </a:lnTo>
                  <a:lnTo>
                    <a:pt x="62483" y="99060"/>
                  </a:lnTo>
                  <a:lnTo>
                    <a:pt x="33527" y="141732"/>
                  </a:lnTo>
                  <a:lnTo>
                    <a:pt x="12191" y="190500"/>
                  </a:lnTo>
                  <a:lnTo>
                    <a:pt x="9143" y="204215"/>
                  </a:lnTo>
                  <a:lnTo>
                    <a:pt x="6095" y="216408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6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20"/>
                  </a:lnTo>
                  <a:lnTo>
                    <a:pt x="6095" y="326136"/>
                  </a:lnTo>
                  <a:lnTo>
                    <a:pt x="9143" y="338327"/>
                  </a:lnTo>
                  <a:lnTo>
                    <a:pt x="12191" y="352044"/>
                  </a:lnTo>
                  <a:lnTo>
                    <a:pt x="33527" y="400812"/>
                  </a:lnTo>
                  <a:lnTo>
                    <a:pt x="62483" y="443484"/>
                  </a:lnTo>
                  <a:lnTo>
                    <a:pt x="99059" y="480060"/>
                  </a:lnTo>
                  <a:lnTo>
                    <a:pt x="141731" y="509015"/>
                  </a:lnTo>
                  <a:lnTo>
                    <a:pt x="190500" y="530351"/>
                  </a:lnTo>
                  <a:lnTo>
                    <a:pt x="204215" y="533400"/>
                  </a:lnTo>
                  <a:lnTo>
                    <a:pt x="216407" y="536448"/>
                  </a:lnTo>
                  <a:lnTo>
                    <a:pt x="230124" y="539496"/>
                  </a:lnTo>
                  <a:lnTo>
                    <a:pt x="243839" y="541020"/>
                  </a:lnTo>
                  <a:lnTo>
                    <a:pt x="298703" y="541020"/>
                  </a:lnTo>
                  <a:lnTo>
                    <a:pt x="312419" y="539496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5185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7303"/>
                  </a:lnTo>
                  <a:lnTo>
                    <a:pt x="169163" y="512063"/>
                  </a:lnTo>
                  <a:lnTo>
                    <a:pt x="124967" y="487679"/>
                  </a:lnTo>
                  <a:lnTo>
                    <a:pt x="86867" y="455675"/>
                  </a:lnTo>
                  <a:lnTo>
                    <a:pt x="54863" y="417575"/>
                  </a:lnTo>
                  <a:lnTo>
                    <a:pt x="30479" y="373379"/>
                  </a:lnTo>
                  <a:lnTo>
                    <a:pt x="18287" y="336803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1648"/>
                  </a:lnTo>
                  <a:lnTo>
                    <a:pt x="15239" y="217932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6867"/>
                  </a:lnTo>
                  <a:lnTo>
                    <a:pt x="124967" y="54863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31648" y="13715"/>
                  </a:lnTo>
                  <a:lnTo>
                    <a:pt x="245363" y="10667"/>
                  </a:lnTo>
                  <a:lnTo>
                    <a:pt x="345185" y="10667"/>
                  </a:lnTo>
                  <a:lnTo>
                    <a:pt x="338327" y="9144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98703" y="1524"/>
                  </a:lnTo>
                  <a:close/>
                </a:path>
                <a:path w="542925" h="542925">
                  <a:moveTo>
                    <a:pt x="345185" y="10667"/>
                  </a:moveTo>
                  <a:lnTo>
                    <a:pt x="298703" y="10667"/>
                  </a:lnTo>
                  <a:lnTo>
                    <a:pt x="310895" y="13715"/>
                  </a:lnTo>
                  <a:lnTo>
                    <a:pt x="324612" y="15239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8" y="70103"/>
                  </a:lnTo>
                  <a:lnTo>
                    <a:pt x="472439" y="105156"/>
                  </a:lnTo>
                  <a:lnTo>
                    <a:pt x="501395" y="146303"/>
                  </a:lnTo>
                  <a:lnTo>
                    <a:pt x="521207" y="193548"/>
                  </a:lnTo>
                  <a:lnTo>
                    <a:pt x="530351" y="245363"/>
                  </a:lnTo>
                  <a:lnTo>
                    <a:pt x="531876" y="257556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6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2063"/>
                  </a:lnTo>
                  <a:lnTo>
                    <a:pt x="336803" y="524256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5185" y="531876"/>
                  </a:lnTo>
                  <a:lnTo>
                    <a:pt x="352043" y="530351"/>
                  </a:lnTo>
                  <a:lnTo>
                    <a:pt x="400812" y="509015"/>
                  </a:lnTo>
                  <a:lnTo>
                    <a:pt x="443483" y="480060"/>
                  </a:lnTo>
                  <a:lnTo>
                    <a:pt x="480059" y="443484"/>
                  </a:lnTo>
                  <a:lnTo>
                    <a:pt x="509015" y="400812"/>
                  </a:lnTo>
                  <a:lnTo>
                    <a:pt x="530351" y="352044"/>
                  </a:lnTo>
                  <a:lnTo>
                    <a:pt x="533400" y="338327"/>
                  </a:lnTo>
                  <a:lnTo>
                    <a:pt x="536448" y="326136"/>
                  </a:lnTo>
                  <a:lnTo>
                    <a:pt x="539495" y="312420"/>
                  </a:lnTo>
                  <a:lnTo>
                    <a:pt x="541019" y="298703"/>
                  </a:lnTo>
                  <a:lnTo>
                    <a:pt x="541019" y="284988"/>
                  </a:lnTo>
                  <a:lnTo>
                    <a:pt x="542543" y="271272"/>
                  </a:lnTo>
                  <a:lnTo>
                    <a:pt x="541019" y="257556"/>
                  </a:lnTo>
                  <a:lnTo>
                    <a:pt x="541019" y="243839"/>
                  </a:lnTo>
                  <a:lnTo>
                    <a:pt x="539495" y="230124"/>
                  </a:lnTo>
                  <a:lnTo>
                    <a:pt x="530351" y="190500"/>
                  </a:lnTo>
                  <a:lnTo>
                    <a:pt x="509015" y="141732"/>
                  </a:lnTo>
                  <a:lnTo>
                    <a:pt x="480059" y="99060"/>
                  </a:lnTo>
                  <a:lnTo>
                    <a:pt x="443483" y="62484"/>
                  </a:lnTo>
                  <a:lnTo>
                    <a:pt x="400812" y="33527"/>
                  </a:lnTo>
                  <a:lnTo>
                    <a:pt x="352043" y="12191"/>
                  </a:lnTo>
                  <a:lnTo>
                    <a:pt x="345185" y="10667"/>
                  </a:lnTo>
                  <a:close/>
                </a:path>
                <a:path w="542925" h="542925">
                  <a:moveTo>
                    <a:pt x="271271" y="0"/>
                  </a:moveTo>
                  <a:lnTo>
                    <a:pt x="257555" y="1524"/>
                  </a:lnTo>
                  <a:lnTo>
                    <a:pt x="284988" y="1524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565396" y="36327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37147" y="3471666"/>
            <a:ext cx="544195" cy="542925"/>
            <a:chOff x="6137147" y="3471666"/>
            <a:chExt cx="544195" cy="542925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37147" y="3471666"/>
              <a:ext cx="542544" cy="54102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37147" y="3471666"/>
              <a:ext cx="544068" cy="5425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138671" y="3473190"/>
              <a:ext cx="542925" cy="541020"/>
            </a:xfrm>
            <a:custGeom>
              <a:avLst/>
              <a:gdLst/>
              <a:ahLst/>
              <a:cxnLst/>
              <a:rect l="l" t="t" r="r" b="b"/>
              <a:pathLst>
                <a:path w="542925" h="541020">
                  <a:moveTo>
                    <a:pt x="284988" y="0"/>
                  </a:moveTo>
                  <a:lnTo>
                    <a:pt x="257555" y="0"/>
                  </a:lnTo>
                  <a:lnTo>
                    <a:pt x="230124" y="3048"/>
                  </a:lnTo>
                  <a:lnTo>
                    <a:pt x="190500" y="12191"/>
                  </a:lnTo>
                  <a:lnTo>
                    <a:pt x="141731" y="32003"/>
                  </a:lnTo>
                  <a:lnTo>
                    <a:pt x="79248" y="79248"/>
                  </a:lnTo>
                  <a:lnTo>
                    <a:pt x="47243" y="118872"/>
                  </a:lnTo>
                  <a:lnTo>
                    <a:pt x="21336" y="164591"/>
                  </a:lnTo>
                  <a:lnTo>
                    <a:pt x="16763" y="178308"/>
                  </a:lnTo>
                  <a:lnTo>
                    <a:pt x="12191" y="190500"/>
                  </a:lnTo>
                  <a:lnTo>
                    <a:pt x="9143" y="202691"/>
                  </a:lnTo>
                  <a:lnTo>
                    <a:pt x="3048" y="230124"/>
                  </a:lnTo>
                  <a:lnTo>
                    <a:pt x="1524" y="242315"/>
                  </a:lnTo>
                  <a:lnTo>
                    <a:pt x="1524" y="256031"/>
                  </a:lnTo>
                  <a:lnTo>
                    <a:pt x="0" y="271272"/>
                  </a:lnTo>
                  <a:lnTo>
                    <a:pt x="1524" y="284988"/>
                  </a:lnTo>
                  <a:lnTo>
                    <a:pt x="1524" y="298703"/>
                  </a:lnTo>
                  <a:lnTo>
                    <a:pt x="3048" y="312419"/>
                  </a:lnTo>
                  <a:lnTo>
                    <a:pt x="6095" y="324612"/>
                  </a:lnTo>
                  <a:lnTo>
                    <a:pt x="9143" y="338327"/>
                  </a:lnTo>
                  <a:lnTo>
                    <a:pt x="12191" y="350519"/>
                  </a:lnTo>
                  <a:lnTo>
                    <a:pt x="33527" y="399288"/>
                  </a:lnTo>
                  <a:lnTo>
                    <a:pt x="62483" y="443484"/>
                  </a:lnTo>
                  <a:lnTo>
                    <a:pt x="99060" y="480060"/>
                  </a:lnTo>
                  <a:lnTo>
                    <a:pt x="141731" y="509015"/>
                  </a:lnTo>
                  <a:lnTo>
                    <a:pt x="190500" y="528827"/>
                  </a:lnTo>
                  <a:lnTo>
                    <a:pt x="257555" y="541019"/>
                  </a:lnTo>
                  <a:lnTo>
                    <a:pt x="284988" y="541019"/>
                  </a:lnTo>
                  <a:lnTo>
                    <a:pt x="326136" y="536448"/>
                  </a:lnTo>
                  <a:lnTo>
                    <a:pt x="338327" y="533400"/>
                  </a:lnTo>
                  <a:lnTo>
                    <a:pt x="342900" y="531876"/>
                  </a:lnTo>
                  <a:lnTo>
                    <a:pt x="257555" y="531876"/>
                  </a:lnTo>
                  <a:lnTo>
                    <a:pt x="243839" y="530351"/>
                  </a:lnTo>
                  <a:lnTo>
                    <a:pt x="231648" y="528827"/>
                  </a:lnTo>
                  <a:lnTo>
                    <a:pt x="217931" y="525779"/>
                  </a:lnTo>
                  <a:lnTo>
                    <a:pt x="181355" y="516636"/>
                  </a:lnTo>
                  <a:lnTo>
                    <a:pt x="169163" y="510539"/>
                  </a:lnTo>
                  <a:lnTo>
                    <a:pt x="146303" y="499872"/>
                  </a:lnTo>
                  <a:lnTo>
                    <a:pt x="105155" y="472439"/>
                  </a:lnTo>
                  <a:lnTo>
                    <a:pt x="70103" y="435863"/>
                  </a:lnTo>
                  <a:lnTo>
                    <a:pt x="41148" y="394715"/>
                  </a:lnTo>
                  <a:lnTo>
                    <a:pt x="21336" y="347472"/>
                  </a:lnTo>
                  <a:lnTo>
                    <a:pt x="13715" y="310896"/>
                  </a:lnTo>
                  <a:lnTo>
                    <a:pt x="10667" y="297179"/>
                  </a:lnTo>
                  <a:lnTo>
                    <a:pt x="10667" y="243839"/>
                  </a:lnTo>
                  <a:lnTo>
                    <a:pt x="13715" y="230124"/>
                  </a:lnTo>
                  <a:lnTo>
                    <a:pt x="15239" y="217931"/>
                  </a:lnTo>
                  <a:lnTo>
                    <a:pt x="30479" y="169163"/>
                  </a:lnTo>
                  <a:lnTo>
                    <a:pt x="54863" y="124967"/>
                  </a:lnTo>
                  <a:lnTo>
                    <a:pt x="86867" y="85343"/>
                  </a:lnTo>
                  <a:lnTo>
                    <a:pt x="124967" y="53339"/>
                  </a:lnTo>
                  <a:lnTo>
                    <a:pt x="169163" y="30479"/>
                  </a:lnTo>
                  <a:lnTo>
                    <a:pt x="217931" y="15239"/>
                  </a:lnTo>
                  <a:lnTo>
                    <a:pt x="245363" y="10667"/>
                  </a:lnTo>
                  <a:lnTo>
                    <a:pt x="257555" y="9143"/>
                  </a:lnTo>
                  <a:lnTo>
                    <a:pt x="342900" y="9143"/>
                  </a:lnTo>
                  <a:lnTo>
                    <a:pt x="338327" y="7619"/>
                  </a:lnTo>
                  <a:lnTo>
                    <a:pt x="326136" y="6096"/>
                  </a:lnTo>
                  <a:lnTo>
                    <a:pt x="312419" y="3048"/>
                  </a:lnTo>
                  <a:lnTo>
                    <a:pt x="284988" y="0"/>
                  </a:lnTo>
                  <a:close/>
                </a:path>
                <a:path w="542925" h="541020">
                  <a:moveTo>
                    <a:pt x="342900" y="9143"/>
                  </a:moveTo>
                  <a:lnTo>
                    <a:pt x="284988" y="9143"/>
                  </a:lnTo>
                  <a:lnTo>
                    <a:pt x="298703" y="10667"/>
                  </a:lnTo>
                  <a:lnTo>
                    <a:pt x="310895" y="12191"/>
                  </a:lnTo>
                  <a:lnTo>
                    <a:pt x="348995" y="21336"/>
                  </a:lnTo>
                  <a:lnTo>
                    <a:pt x="396239" y="41148"/>
                  </a:lnTo>
                  <a:lnTo>
                    <a:pt x="437387" y="68579"/>
                  </a:lnTo>
                  <a:lnTo>
                    <a:pt x="472439" y="105155"/>
                  </a:lnTo>
                  <a:lnTo>
                    <a:pt x="501396" y="146303"/>
                  </a:lnTo>
                  <a:lnTo>
                    <a:pt x="521207" y="193548"/>
                  </a:lnTo>
                  <a:lnTo>
                    <a:pt x="528827" y="231648"/>
                  </a:lnTo>
                  <a:lnTo>
                    <a:pt x="530351" y="243839"/>
                  </a:lnTo>
                  <a:lnTo>
                    <a:pt x="531876" y="257555"/>
                  </a:lnTo>
                  <a:lnTo>
                    <a:pt x="531876" y="283463"/>
                  </a:lnTo>
                  <a:lnTo>
                    <a:pt x="528827" y="310896"/>
                  </a:lnTo>
                  <a:lnTo>
                    <a:pt x="527303" y="323088"/>
                  </a:lnTo>
                  <a:lnTo>
                    <a:pt x="524255" y="335279"/>
                  </a:lnTo>
                  <a:lnTo>
                    <a:pt x="521207" y="348996"/>
                  </a:lnTo>
                  <a:lnTo>
                    <a:pt x="501396" y="394715"/>
                  </a:lnTo>
                  <a:lnTo>
                    <a:pt x="472439" y="437388"/>
                  </a:lnTo>
                  <a:lnTo>
                    <a:pt x="437387" y="472439"/>
                  </a:lnTo>
                  <a:lnTo>
                    <a:pt x="394716" y="499872"/>
                  </a:lnTo>
                  <a:lnTo>
                    <a:pt x="373379" y="512063"/>
                  </a:lnTo>
                  <a:lnTo>
                    <a:pt x="361188" y="516636"/>
                  </a:lnTo>
                  <a:lnTo>
                    <a:pt x="348995" y="519684"/>
                  </a:lnTo>
                  <a:lnTo>
                    <a:pt x="336803" y="524255"/>
                  </a:lnTo>
                  <a:lnTo>
                    <a:pt x="323088" y="525779"/>
                  </a:lnTo>
                  <a:lnTo>
                    <a:pt x="310895" y="528827"/>
                  </a:lnTo>
                  <a:lnTo>
                    <a:pt x="297179" y="530351"/>
                  </a:lnTo>
                  <a:lnTo>
                    <a:pt x="284988" y="531876"/>
                  </a:lnTo>
                  <a:lnTo>
                    <a:pt x="342900" y="531876"/>
                  </a:lnTo>
                  <a:lnTo>
                    <a:pt x="400811" y="509015"/>
                  </a:lnTo>
                  <a:lnTo>
                    <a:pt x="443483" y="478536"/>
                  </a:lnTo>
                  <a:lnTo>
                    <a:pt x="480059" y="441960"/>
                  </a:lnTo>
                  <a:lnTo>
                    <a:pt x="509016" y="399288"/>
                  </a:lnTo>
                  <a:lnTo>
                    <a:pt x="525779" y="364236"/>
                  </a:lnTo>
                  <a:lnTo>
                    <a:pt x="539496" y="310896"/>
                  </a:lnTo>
                  <a:lnTo>
                    <a:pt x="541020" y="298703"/>
                  </a:lnTo>
                  <a:lnTo>
                    <a:pt x="541020" y="284988"/>
                  </a:lnTo>
                  <a:lnTo>
                    <a:pt x="542544" y="269748"/>
                  </a:lnTo>
                  <a:lnTo>
                    <a:pt x="541020" y="256031"/>
                  </a:lnTo>
                  <a:lnTo>
                    <a:pt x="541020" y="242315"/>
                  </a:lnTo>
                  <a:lnTo>
                    <a:pt x="539496" y="228600"/>
                  </a:lnTo>
                  <a:lnTo>
                    <a:pt x="536448" y="216408"/>
                  </a:lnTo>
                  <a:lnTo>
                    <a:pt x="533400" y="202691"/>
                  </a:lnTo>
                  <a:lnTo>
                    <a:pt x="530351" y="190500"/>
                  </a:lnTo>
                  <a:lnTo>
                    <a:pt x="509016" y="141731"/>
                  </a:lnTo>
                  <a:lnTo>
                    <a:pt x="480059" y="97536"/>
                  </a:lnTo>
                  <a:lnTo>
                    <a:pt x="443483" y="60960"/>
                  </a:lnTo>
                  <a:lnTo>
                    <a:pt x="399287" y="32003"/>
                  </a:lnTo>
                  <a:lnTo>
                    <a:pt x="352043" y="12191"/>
                  </a:lnTo>
                  <a:lnTo>
                    <a:pt x="34290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56096" y="36342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626095" y="2621274"/>
            <a:ext cx="546100" cy="544195"/>
            <a:chOff x="7626095" y="2621274"/>
            <a:chExt cx="546100" cy="544195"/>
          </a:xfrm>
        </p:grpSpPr>
        <p:sp>
          <p:nvSpPr>
            <p:cNvPr id="37" name="object 37"/>
            <p:cNvSpPr/>
            <p:nvPr/>
          </p:nvSpPr>
          <p:spPr>
            <a:xfrm>
              <a:off x="7633715" y="262737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59" h="532130">
                  <a:moveTo>
                    <a:pt x="265175" y="0"/>
                  </a:moveTo>
                  <a:lnTo>
                    <a:pt x="217549" y="4277"/>
                  </a:lnTo>
                  <a:lnTo>
                    <a:pt x="172707" y="16607"/>
                  </a:lnTo>
                  <a:lnTo>
                    <a:pt x="131402" y="36237"/>
                  </a:lnTo>
                  <a:lnTo>
                    <a:pt x="94387" y="62415"/>
                  </a:lnTo>
                  <a:lnTo>
                    <a:pt x="62415" y="94387"/>
                  </a:lnTo>
                  <a:lnTo>
                    <a:pt x="36237" y="131402"/>
                  </a:lnTo>
                  <a:lnTo>
                    <a:pt x="16607" y="172707"/>
                  </a:lnTo>
                  <a:lnTo>
                    <a:pt x="4277" y="217549"/>
                  </a:lnTo>
                  <a:lnTo>
                    <a:pt x="0" y="265175"/>
                  </a:lnTo>
                  <a:lnTo>
                    <a:pt x="4277" y="313256"/>
                  </a:lnTo>
                  <a:lnTo>
                    <a:pt x="16607" y="358451"/>
                  </a:lnTo>
                  <a:lnTo>
                    <a:pt x="36237" y="400021"/>
                  </a:lnTo>
                  <a:lnTo>
                    <a:pt x="62415" y="437227"/>
                  </a:lnTo>
                  <a:lnTo>
                    <a:pt x="94387" y="469327"/>
                  </a:lnTo>
                  <a:lnTo>
                    <a:pt x="131402" y="495582"/>
                  </a:lnTo>
                  <a:lnTo>
                    <a:pt x="172707" y="515252"/>
                  </a:lnTo>
                  <a:lnTo>
                    <a:pt x="217549" y="527596"/>
                  </a:lnTo>
                  <a:lnTo>
                    <a:pt x="265175" y="531876"/>
                  </a:lnTo>
                  <a:lnTo>
                    <a:pt x="312802" y="527596"/>
                  </a:lnTo>
                  <a:lnTo>
                    <a:pt x="357644" y="515252"/>
                  </a:lnTo>
                  <a:lnTo>
                    <a:pt x="398949" y="495582"/>
                  </a:lnTo>
                  <a:lnTo>
                    <a:pt x="435964" y="469327"/>
                  </a:lnTo>
                  <a:lnTo>
                    <a:pt x="467936" y="437227"/>
                  </a:lnTo>
                  <a:lnTo>
                    <a:pt x="494114" y="400021"/>
                  </a:lnTo>
                  <a:lnTo>
                    <a:pt x="513744" y="358451"/>
                  </a:lnTo>
                  <a:lnTo>
                    <a:pt x="526074" y="313256"/>
                  </a:lnTo>
                  <a:lnTo>
                    <a:pt x="530351" y="265175"/>
                  </a:lnTo>
                  <a:lnTo>
                    <a:pt x="526074" y="217549"/>
                  </a:lnTo>
                  <a:lnTo>
                    <a:pt x="513744" y="172707"/>
                  </a:lnTo>
                  <a:lnTo>
                    <a:pt x="494114" y="131402"/>
                  </a:lnTo>
                  <a:lnTo>
                    <a:pt x="467936" y="94387"/>
                  </a:lnTo>
                  <a:lnTo>
                    <a:pt x="435964" y="62415"/>
                  </a:lnTo>
                  <a:lnTo>
                    <a:pt x="398949" y="36237"/>
                  </a:lnTo>
                  <a:lnTo>
                    <a:pt x="357644" y="16607"/>
                  </a:lnTo>
                  <a:lnTo>
                    <a:pt x="312802" y="4277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26095" y="2621274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4">
                  <a:moveTo>
                    <a:pt x="300227" y="0"/>
                  </a:moveTo>
                  <a:lnTo>
                    <a:pt x="245363" y="0"/>
                  </a:lnTo>
                  <a:lnTo>
                    <a:pt x="231648" y="3047"/>
                  </a:lnTo>
                  <a:lnTo>
                    <a:pt x="217931" y="4571"/>
                  </a:lnTo>
                  <a:lnTo>
                    <a:pt x="204215" y="7619"/>
                  </a:lnTo>
                  <a:lnTo>
                    <a:pt x="192024" y="12191"/>
                  </a:lnTo>
                  <a:lnTo>
                    <a:pt x="178307" y="15239"/>
                  </a:lnTo>
                  <a:lnTo>
                    <a:pt x="166115" y="21335"/>
                  </a:lnTo>
                  <a:lnTo>
                    <a:pt x="143255" y="32003"/>
                  </a:lnTo>
                  <a:lnTo>
                    <a:pt x="120396" y="45719"/>
                  </a:lnTo>
                  <a:lnTo>
                    <a:pt x="80772" y="79247"/>
                  </a:lnTo>
                  <a:lnTo>
                    <a:pt x="47244" y="118871"/>
                  </a:lnTo>
                  <a:lnTo>
                    <a:pt x="21335" y="166115"/>
                  </a:lnTo>
                  <a:lnTo>
                    <a:pt x="9144" y="204215"/>
                  </a:lnTo>
                  <a:lnTo>
                    <a:pt x="6096" y="216407"/>
                  </a:lnTo>
                  <a:lnTo>
                    <a:pt x="3048" y="230124"/>
                  </a:lnTo>
                  <a:lnTo>
                    <a:pt x="1524" y="243839"/>
                  </a:lnTo>
                  <a:lnTo>
                    <a:pt x="1524" y="257555"/>
                  </a:lnTo>
                  <a:lnTo>
                    <a:pt x="0" y="271271"/>
                  </a:lnTo>
                  <a:lnTo>
                    <a:pt x="1524" y="284988"/>
                  </a:lnTo>
                  <a:lnTo>
                    <a:pt x="1524" y="300227"/>
                  </a:lnTo>
                  <a:lnTo>
                    <a:pt x="3048" y="313943"/>
                  </a:lnTo>
                  <a:lnTo>
                    <a:pt x="6096" y="326135"/>
                  </a:lnTo>
                  <a:lnTo>
                    <a:pt x="9144" y="339851"/>
                  </a:lnTo>
                  <a:lnTo>
                    <a:pt x="12192" y="352043"/>
                  </a:lnTo>
                  <a:lnTo>
                    <a:pt x="33527" y="402335"/>
                  </a:lnTo>
                  <a:lnTo>
                    <a:pt x="62483" y="445007"/>
                  </a:lnTo>
                  <a:lnTo>
                    <a:pt x="100583" y="481583"/>
                  </a:lnTo>
                  <a:lnTo>
                    <a:pt x="143255" y="510539"/>
                  </a:lnTo>
                  <a:lnTo>
                    <a:pt x="192024" y="531876"/>
                  </a:lnTo>
                  <a:lnTo>
                    <a:pt x="231648" y="541019"/>
                  </a:lnTo>
                  <a:lnTo>
                    <a:pt x="259079" y="544067"/>
                  </a:lnTo>
                  <a:lnTo>
                    <a:pt x="286511" y="544067"/>
                  </a:lnTo>
                  <a:lnTo>
                    <a:pt x="313944" y="541019"/>
                  </a:lnTo>
                  <a:lnTo>
                    <a:pt x="341375" y="534924"/>
                  </a:lnTo>
                  <a:lnTo>
                    <a:pt x="353568" y="531876"/>
                  </a:lnTo>
                  <a:lnTo>
                    <a:pt x="272796" y="531876"/>
                  </a:lnTo>
                  <a:lnTo>
                    <a:pt x="259079" y="530351"/>
                  </a:lnTo>
                  <a:lnTo>
                    <a:pt x="245363" y="530351"/>
                  </a:lnTo>
                  <a:lnTo>
                    <a:pt x="233172" y="528827"/>
                  </a:lnTo>
                  <a:lnTo>
                    <a:pt x="220979" y="525779"/>
                  </a:lnTo>
                  <a:lnTo>
                    <a:pt x="207263" y="522731"/>
                  </a:lnTo>
                  <a:lnTo>
                    <a:pt x="149351" y="499871"/>
                  </a:lnTo>
                  <a:lnTo>
                    <a:pt x="108203" y="470915"/>
                  </a:lnTo>
                  <a:lnTo>
                    <a:pt x="71627" y="435863"/>
                  </a:lnTo>
                  <a:lnTo>
                    <a:pt x="44196" y="394715"/>
                  </a:lnTo>
                  <a:lnTo>
                    <a:pt x="24383" y="348995"/>
                  </a:lnTo>
                  <a:lnTo>
                    <a:pt x="16763" y="310895"/>
                  </a:lnTo>
                  <a:lnTo>
                    <a:pt x="15239" y="297179"/>
                  </a:lnTo>
                  <a:lnTo>
                    <a:pt x="13715" y="284988"/>
                  </a:lnTo>
                  <a:lnTo>
                    <a:pt x="13715" y="257555"/>
                  </a:lnTo>
                  <a:lnTo>
                    <a:pt x="15239" y="245363"/>
                  </a:lnTo>
                  <a:lnTo>
                    <a:pt x="16763" y="231647"/>
                  </a:lnTo>
                  <a:lnTo>
                    <a:pt x="18287" y="219455"/>
                  </a:lnTo>
                  <a:lnTo>
                    <a:pt x="21335" y="207263"/>
                  </a:lnTo>
                  <a:lnTo>
                    <a:pt x="24383" y="193547"/>
                  </a:lnTo>
                  <a:lnTo>
                    <a:pt x="28955" y="182879"/>
                  </a:lnTo>
                  <a:lnTo>
                    <a:pt x="33527" y="170687"/>
                  </a:lnTo>
                  <a:lnTo>
                    <a:pt x="44196" y="147827"/>
                  </a:lnTo>
                  <a:lnTo>
                    <a:pt x="73151" y="106679"/>
                  </a:lnTo>
                  <a:lnTo>
                    <a:pt x="108203" y="71627"/>
                  </a:lnTo>
                  <a:lnTo>
                    <a:pt x="149351" y="42671"/>
                  </a:lnTo>
                  <a:lnTo>
                    <a:pt x="184403" y="27431"/>
                  </a:lnTo>
                  <a:lnTo>
                    <a:pt x="195072" y="24383"/>
                  </a:lnTo>
                  <a:lnTo>
                    <a:pt x="208787" y="19812"/>
                  </a:lnTo>
                  <a:lnTo>
                    <a:pt x="220979" y="16763"/>
                  </a:lnTo>
                  <a:lnTo>
                    <a:pt x="233172" y="15239"/>
                  </a:lnTo>
                  <a:lnTo>
                    <a:pt x="246887" y="13715"/>
                  </a:lnTo>
                  <a:lnTo>
                    <a:pt x="259079" y="12191"/>
                  </a:lnTo>
                  <a:lnTo>
                    <a:pt x="353568" y="12191"/>
                  </a:lnTo>
                  <a:lnTo>
                    <a:pt x="341375" y="7619"/>
                  </a:lnTo>
                  <a:lnTo>
                    <a:pt x="327659" y="4571"/>
                  </a:lnTo>
                  <a:lnTo>
                    <a:pt x="313944" y="3047"/>
                  </a:lnTo>
                  <a:lnTo>
                    <a:pt x="300227" y="0"/>
                  </a:lnTo>
                  <a:close/>
                </a:path>
                <a:path w="546100" h="544194">
                  <a:moveTo>
                    <a:pt x="353568" y="12191"/>
                  </a:moveTo>
                  <a:lnTo>
                    <a:pt x="286511" y="12191"/>
                  </a:lnTo>
                  <a:lnTo>
                    <a:pt x="300227" y="13715"/>
                  </a:lnTo>
                  <a:lnTo>
                    <a:pt x="324611" y="16763"/>
                  </a:lnTo>
                  <a:lnTo>
                    <a:pt x="338327" y="19812"/>
                  </a:lnTo>
                  <a:lnTo>
                    <a:pt x="350520" y="24383"/>
                  </a:lnTo>
                  <a:lnTo>
                    <a:pt x="362711" y="27431"/>
                  </a:lnTo>
                  <a:lnTo>
                    <a:pt x="417575" y="56387"/>
                  </a:lnTo>
                  <a:lnTo>
                    <a:pt x="457200" y="88391"/>
                  </a:lnTo>
                  <a:lnTo>
                    <a:pt x="487679" y="126491"/>
                  </a:lnTo>
                  <a:lnTo>
                    <a:pt x="512063" y="170687"/>
                  </a:lnTo>
                  <a:lnTo>
                    <a:pt x="527303" y="219455"/>
                  </a:lnTo>
                  <a:lnTo>
                    <a:pt x="528827" y="231647"/>
                  </a:lnTo>
                  <a:lnTo>
                    <a:pt x="531876" y="245363"/>
                  </a:lnTo>
                  <a:lnTo>
                    <a:pt x="531876" y="284988"/>
                  </a:lnTo>
                  <a:lnTo>
                    <a:pt x="530351" y="298703"/>
                  </a:lnTo>
                  <a:lnTo>
                    <a:pt x="528827" y="310895"/>
                  </a:lnTo>
                  <a:lnTo>
                    <a:pt x="527303" y="324612"/>
                  </a:lnTo>
                  <a:lnTo>
                    <a:pt x="512063" y="373379"/>
                  </a:lnTo>
                  <a:lnTo>
                    <a:pt x="487679" y="417575"/>
                  </a:lnTo>
                  <a:lnTo>
                    <a:pt x="455675" y="455675"/>
                  </a:lnTo>
                  <a:lnTo>
                    <a:pt x="417575" y="487679"/>
                  </a:lnTo>
                  <a:lnTo>
                    <a:pt x="373379" y="510539"/>
                  </a:lnTo>
                  <a:lnTo>
                    <a:pt x="361187" y="515112"/>
                  </a:lnTo>
                  <a:lnTo>
                    <a:pt x="350520" y="519683"/>
                  </a:lnTo>
                  <a:lnTo>
                    <a:pt x="336803" y="522731"/>
                  </a:lnTo>
                  <a:lnTo>
                    <a:pt x="312420" y="528827"/>
                  </a:lnTo>
                  <a:lnTo>
                    <a:pt x="298703" y="530351"/>
                  </a:lnTo>
                  <a:lnTo>
                    <a:pt x="286511" y="530351"/>
                  </a:lnTo>
                  <a:lnTo>
                    <a:pt x="272796" y="531876"/>
                  </a:lnTo>
                  <a:lnTo>
                    <a:pt x="353568" y="531876"/>
                  </a:lnTo>
                  <a:lnTo>
                    <a:pt x="402335" y="510539"/>
                  </a:lnTo>
                  <a:lnTo>
                    <a:pt x="446531" y="481583"/>
                  </a:lnTo>
                  <a:lnTo>
                    <a:pt x="483107" y="445007"/>
                  </a:lnTo>
                  <a:lnTo>
                    <a:pt x="512063" y="400812"/>
                  </a:lnTo>
                  <a:lnTo>
                    <a:pt x="528827" y="365759"/>
                  </a:lnTo>
                  <a:lnTo>
                    <a:pt x="542544" y="312419"/>
                  </a:lnTo>
                  <a:lnTo>
                    <a:pt x="544068" y="298703"/>
                  </a:lnTo>
                  <a:lnTo>
                    <a:pt x="544068" y="284988"/>
                  </a:lnTo>
                  <a:lnTo>
                    <a:pt x="545592" y="271271"/>
                  </a:lnTo>
                  <a:lnTo>
                    <a:pt x="544068" y="257555"/>
                  </a:lnTo>
                  <a:lnTo>
                    <a:pt x="544068" y="243839"/>
                  </a:lnTo>
                  <a:lnTo>
                    <a:pt x="542544" y="230124"/>
                  </a:lnTo>
                  <a:lnTo>
                    <a:pt x="536448" y="202691"/>
                  </a:lnTo>
                  <a:lnTo>
                    <a:pt x="533400" y="190500"/>
                  </a:lnTo>
                  <a:lnTo>
                    <a:pt x="528827" y="178307"/>
                  </a:lnTo>
                  <a:lnTo>
                    <a:pt x="524255" y="164591"/>
                  </a:lnTo>
                  <a:lnTo>
                    <a:pt x="498348" y="118871"/>
                  </a:lnTo>
                  <a:lnTo>
                    <a:pt x="446531" y="60959"/>
                  </a:lnTo>
                  <a:lnTo>
                    <a:pt x="402335" y="32003"/>
                  </a:lnTo>
                  <a:lnTo>
                    <a:pt x="377951" y="21335"/>
                  </a:lnTo>
                  <a:lnTo>
                    <a:pt x="365759" y="15239"/>
                  </a:lnTo>
                  <a:lnTo>
                    <a:pt x="353568" y="12191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858759" y="27838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54095" y="1973574"/>
            <a:ext cx="4668520" cy="1789430"/>
            <a:chOff x="3054095" y="1973574"/>
            <a:chExt cx="4668520" cy="1789430"/>
          </a:xfrm>
        </p:grpSpPr>
        <p:sp>
          <p:nvSpPr>
            <p:cNvPr id="41" name="object 41"/>
            <p:cNvSpPr/>
            <p:nvPr/>
          </p:nvSpPr>
          <p:spPr>
            <a:xfrm>
              <a:off x="3500628" y="1975098"/>
              <a:ext cx="2697480" cy="1591310"/>
            </a:xfrm>
            <a:custGeom>
              <a:avLst/>
              <a:gdLst/>
              <a:ahLst/>
              <a:cxnLst/>
              <a:rect l="l" t="t" r="r" b="b"/>
              <a:pathLst>
                <a:path w="2697479" h="1591310">
                  <a:moveTo>
                    <a:pt x="847344" y="27432"/>
                  </a:moveTo>
                  <a:lnTo>
                    <a:pt x="822960" y="0"/>
                  </a:lnTo>
                  <a:lnTo>
                    <a:pt x="0" y="714756"/>
                  </a:lnTo>
                  <a:lnTo>
                    <a:pt x="25908" y="743712"/>
                  </a:lnTo>
                  <a:lnTo>
                    <a:pt x="847344" y="27432"/>
                  </a:lnTo>
                  <a:close/>
                </a:path>
                <a:path w="2697479" h="1591310">
                  <a:moveTo>
                    <a:pt x="2697480" y="214884"/>
                  </a:moveTo>
                  <a:lnTo>
                    <a:pt x="2671572" y="187452"/>
                  </a:lnTo>
                  <a:lnTo>
                    <a:pt x="1293876" y="1565148"/>
                  </a:lnTo>
                  <a:lnTo>
                    <a:pt x="1321308" y="1591056"/>
                  </a:lnTo>
                  <a:lnTo>
                    <a:pt x="2697480" y="214884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82668" y="2253990"/>
              <a:ext cx="1560830" cy="1508760"/>
            </a:xfrm>
            <a:custGeom>
              <a:avLst/>
              <a:gdLst/>
              <a:ahLst/>
              <a:cxnLst/>
              <a:rect l="l" t="t" r="r" b="b"/>
              <a:pathLst>
                <a:path w="1560829" h="1508760">
                  <a:moveTo>
                    <a:pt x="56388" y="1220724"/>
                  </a:moveTo>
                  <a:lnTo>
                    <a:pt x="38100" y="0"/>
                  </a:lnTo>
                  <a:lnTo>
                    <a:pt x="0" y="1524"/>
                  </a:lnTo>
                  <a:lnTo>
                    <a:pt x="18288" y="1222248"/>
                  </a:lnTo>
                  <a:lnTo>
                    <a:pt x="56388" y="1220724"/>
                  </a:lnTo>
                  <a:close/>
                </a:path>
                <a:path w="1560829" h="1508760">
                  <a:moveTo>
                    <a:pt x="1560576" y="1470660"/>
                  </a:moveTo>
                  <a:lnTo>
                    <a:pt x="303276" y="1467612"/>
                  </a:lnTo>
                  <a:lnTo>
                    <a:pt x="303276" y="1505712"/>
                  </a:lnTo>
                  <a:lnTo>
                    <a:pt x="1560576" y="1508760"/>
                  </a:lnTo>
                  <a:lnTo>
                    <a:pt x="1560576" y="147066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27876" y="1973574"/>
              <a:ext cx="1094740" cy="746760"/>
            </a:xfrm>
            <a:custGeom>
              <a:avLst/>
              <a:gdLst/>
              <a:ahLst/>
              <a:cxnLst/>
              <a:rect l="l" t="t" r="r" b="b"/>
              <a:pathLst>
                <a:path w="1094740" h="746760">
                  <a:moveTo>
                    <a:pt x="1094232" y="714756"/>
                  </a:moveTo>
                  <a:lnTo>
                    <a:pt x="21323" y="0"/>
                  </a:lnTo>
                  <a:lnTo>
                    <a:pt x="0" y="30480"/>
                  </a:lnTo>
                  <a:lnTo>
                    <a:pt x="1072896" y="746760"/>
                  </a:lnTo>
                  <a:lnTo>
                    <a:pt x="1094232" y="714756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54095" y="2622798"/>
              <a:ext cx="541019" cy="53797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54095" y="2622798"/>
              <a:ext cx="542544" cy="54015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054095" y="2622798"/>
              <a:ext cx="542925" cy="541020"/>
            </a:xfrm>
            <a:custGeom>
              <a:avLst/>
              <a:gdLst/>
              <a:ahLst/>
              <a:cxnLst/>
              <a:rect l="l" t="t" r="r" b="b"/>
              <a:pathLst>
                <a:path w="542925" h="541019">
                  <a:moveTo>
                    <a:pt x="298704" y="0"/>
                  </a:moveTo>
                  <a:lnTo>
                    <a:pt x="243840" y="0"/>
                  </a:lnTo>
                  <a:lnTo>
                    <a:pt x="230124" y="3047"/>
                  </a:lnTo>
                  <a:lnTo>
                    <a:pt x="216407" y="4571"/>
                  </a:lnTo>
                  <a:lnTo>
                    <a:pt x="202692" y="7619"/>
                  </a:lnTo>
                  <a:lnTo>
                    <a:pt x="190500" y="12191"/>
                  </a:lnTo>
                  <a:lnTo>
                    <a:pt x="178308" y="15239"/>
                  </a:lnTo>
                  <a:lnTo>
                    <a:pt x="166116" y="21335"/>
                  </a:lnTo>
                  <a:lnTo>
                    <a:pt x="141731" y="32003"/>
                  </a:lnTo>
                  <a:lnTo>
                    <a:pt x="120396" y="45719"/>
                  </a:lnTo>
                  <a:lnTo>
                    <a:pt x="79248" y="79247"/>
                  </a:lnTo>
                  <a:lnTo>
                    <a:pt x="47243" y="118871"/>
                  </a:lnTo>
                  <a:lnTo>
                    <a:pt x="21336" y="164591"/>
                  </a:lnTo>
                  <a:lnTo>
                    <a:pt x="9143" y="202691"/>
                  </a:lnTo>
                  <a:lnTo>
                    <a:pt x="6096" y="214883"/>
                  </a:lnTo>
                  <a:lnTo>
                    <a:pt x="3048" y="228600"/>
                  </a:lnTo>
                  <a:lnTo>
                    <a:pt x="1524" y="242315"/>
                  </a:lnTo>
                  <a:lnTo>
                    <a:pt x="1524" y="256031"/>
                  </a:lnTo>
                  <a:lnTo>
                    <a:pt x="0" y="269747"/>
                  </a:lnTo>
                  <a:lnTo>
                    <a:pt x="1524" y="283463"/>
                  </a:lnTo>
                  <a:lnTo>
                    <a:pt x="1524" y="297179"/>
                  </a:lnTo>
                  <a:lnTo>
                    <a:pt x="3048" y="310895"/>
                  </a:lnTo>
                  <a:lnTo>
                    <a:pt x="12192" y="350519"/>
                  </a:lnTo>
                  <a:lnTo>
                    <a:pt x="33528" y="399288"/>
                  </a:lnTo>
                  <a:lnTo>
                    <a:pt x="62484" y="441959"/>
                  </a:lnTo>
                  <a:lnTo>
                    <a:pt x="99060" y="478535"/>
                  </a:lnTo>
                  <a:lnTo>
                    <a:pt x="141731" y="507491"/>
                  </a:lnTo>
                  <a:lnTo>
                    <a:pt x="190500" y="528827"/>
                  </a:lnTo>
                  <a:lnTo>
                    <a:pt x="204216" y="531876"/>
                  </a:lnTo>
                  <a:lnTo>
                    <a:pt x="216407" y="534923"/>
                  </a:lnTo>
                  <a:lnTo>
                    <a:pt x="230124" y="537971"/>
                  </a:lnTo>
                  <a:lnTo>
                    <a:pt x="257556" y="541019"/>
                  </a:lnTo>
                  <a:lnTo>
                    <a:pt x="284988" y="541019"/>
                  </a:lnTo>
                  <a:lnTo>
                    <a:pt x="312419" y="537971"/>
                  </a:lnTo>
                  <a:lnTo>
                    <a:pt x="326136" y="534923"/>
                  </a:lnTo>
                  <a:lnTo>
                    <a:pt x="338328" y="531876"/>
                  </a:lnTo>
                  <a:lnTo>
                    <a:pt x="271271" y="531876"/>
                  </a:lnTo>
                  <a:lnTo>
                    <a:pt x="257556" y="530351"/>
                  </a:lnTo>
                  <a:lnTo>
                    <a:pt x="243840" y="530351"/>
                  </a:lnTo>
                  <a:lnTo>
                    <a:pt x="231648" y="528827"/>
                  </a:lnTo>
                  <a:lnTo>
                    <a:pt x="193548" y="519683"/>
                  </a:lnTo>
                  <a:lnTo>
                    <a:pt x="146304" y="499871"/>
                  </a:lnTo>
                  <a:lnTo>
                    <a:pt x="105156" y="470915"/>
                  </a:lnTo>
                  <a:lnTo>
                    <a:pt x="70104" y="435863"/>
                  </a:lnTo>
                  <a:lnTo>
                    <a:pt x="41148" y="394715"/>
                  </a:lnTo>
                  <a:lnTo>
                    <a:pt x="21336" y="347471"/>
                  </a:lnTo>
                  <a:lnTo>
                    <a:pt x="13716" y="309371"/>
                  </a:lnTo>
                  <a:lnTo>
                    <a:pt x="10668" y="297179"/>
                  </a:lnTo>
                  <a:lnTo>
                    <a:pt x="10668" y="243839"/>
                  </a:lnTo>
                  <a:lnTo>
                    <a:pt x="13716" y="230123"/>
                  </a:lnTo>
                  <a:lnTo>
                    <a:pt x="15240" y="217931"/>
                  </a:lnTo>
                  <a:lnTo>
                    <a:pt x="30480" y="167639"/>
                  </a:lnTo>
                  <a:lnTo>
                    <a:pt x="54864" y="123443"/>
                  </a:lnTo>
                  <a:lnTo>
                    <a:pt x="86868" y="85343"/>
                  </a:lnTo>
                  <a:lnTo>
                    <a:pt x="124968" y="53339"/>
                  </a:lnTo>
                  <a:lnTo>
                    <a:pt x="169164" y="28955"/>
                  </a:lnTo>
                  <a:lnTo>
                    <a:pt x="193548" y="21335"/>
                  </a:lnTo>
                  <a:lnTo>
                    <a:pt x="205740" y="16763"/>
                  </a:lnTo>
                  <a:lnTo>
                    <a:pt x="217931" y="13715"/>
                  </a:lnTo>
                  <a:lnTo>
                    <a:pt x="245364" y="10667"/>
                  </a:lnTo>
                  <a:lnTo>
                    <a:pt x="257556" y="9143"/>
                  </a:lnTo>
                  <a:lnTo>
                    <a:pt x="342900" y="9143"/>
                  </a:lnTo>
                  <a:lnTo>
                    <a:pt x="338328" y="7619"/>
                  </a:lnTo>
                  <a:lnTo>
                    <a:pt x="326136" y="4571"/>
                  </a:lnTo>
                  <a:lnTo>
                    <a:pt x="312419" y="3047"/>
                  </a:lnTo>
                  <a:lnTo>
                    <a:pt x="298704" y="0"/>
                  </a:lnTo>
                  <a:close/>
                </a:path>
                <a:path w="542925" h="541019">
                  <a:moveTo>
                    <a:pt x="342900" y="9143"/>
                  </a:moveTo>
                  <a:lnTo>
                    <a:pt x="284988" y="9143"/>
                  </a:lnTo>
                  <a:lnTo>
                    <a:pt x="298704" y="10667"/>
                  </a:lnTo>
                  <a:lnTo>
                    <a:pt x="310895" y="12191"/>
                  </a:lnTo>
                  <a:lnTo>
                    <a:pt x="324612" y="13715"/>
                  </a:lnTo>
                  <a:lnTo>
                    <a:pt x="336804" y="16763"/>
                  </a:lnTo>
                  <a:lnTo>
                    <a:pt x="348995" y="21335"/>
                  </a:lnTo>
                  <a:lnTo>
                    <a:pt x="361188" y="24383"/>
                  </a:lnTo>
                  <a:lnTo>
                    <a:pt x="396240" y="41147"/>
                  </a:lnTo>
                  <a:lnTo>
                    <a:pt x="437388" y="68579"/>
                  </a:lnTo>
                  <a:lnTo>
                    <a:pt x="472440" y="103631"/>
                  </a:lnTo>
                  <a:lnTo>
                    <a:pt x="501395" y="146303"/>
                  </a:lnTo>
                  <a:lnTo>
                    <a:pt x="521207" y="192023"/>
                  </a:lnTo>
                  <a:lnTo>
                    <a:pt x="528828" y="230123"/>
                  </a:lnTo>
                  <a:lnTo>
                    <a:pt x="530352" y="243839"/>
                  </a:lnTo>
                  <a:lnTo>
                    <a:pt x="531876" y="256031"/>
                  </a:lnTo>
                  <a:lnTo>
                    <a:pt x="531876" y="283463"/>
                  </a:lnTo>
                  <a:lnTo>
                    <a:pt x="530352" y="297179"/>
                  </a:lnTo>
                  <a:lnTo>
                    <a:pt x="528828" y="309371"/>
                  </a:lnTo>
                  <a:lnTo>
                    <a:pt x="527304" y="323088"/>
                  </a:lnTo>
                  <a:lnTo>
                    <a:pt x="512064" y="371855"/>
                  </a:lnTo>
                  <a:lnTo>
                    <a:pt x="487680" y="416051"/>
                  </a:lnTo>
                  <a:lnTo>
                    <a:pt x="455676" y="454151"/>
                  </a:lnTo>
                  <a:lnTo>
                    <a:pt x="417576" y="486155"/>
                  </a:lnTo>
                  <a:lnTo>
                    <a:pt x="373380" y="510539"/>
                  </a:lnTo>
                  <a:lnTo>
                    <a:pt x="336804" y="522731"/>
                  </a:lnTo>
                  <a:lnTo>
                    <a:pt x="323088" y="525779"/>
                  </a:lnTo>
                  <a:lnTo>
                    <a:pt x="310895" y="528827"/>
                  </a:lnTo>
                  <a:lnTo>
                    <a:pt x="297180" y="530351"/>
                  </a:lnTo>
                  <a:lnTo>
                    <a:pt x="284988" y="530351"/>
                  </a:lnTo>
                  <a:lnTo>
                    <a:pt x="271271" y="531876"/>
                  </a:lnTo>
                  <a:lnTo>
                    <a:pt x="338328" y="531876"/>
                  </a:lnTo>
                  <a:lnTo>
                    <a:pt x="352044" y="528827"/>
                  </a:lnTo>
                  <a:lnTo>
                    <a:pt x="400812" y="507491"/>
                  </a:lnTo>
                  <a:lnTo>
                    <a:pt x="443483" y="478535"/>
                  </a:lnTo>
                  <a:lnTo>
                    <a:pt x="480059" y="441959"/>
                  </a:lnTo>
                  <a:lnTo>
                    <a:pt x="509016" y="399288"/>
                  </a:lnTo>
                  <a:lnTo>
                    <a:pt x="530352" y="350519"/>
                  </a:lnTo>
                  <a:lnTo>
                    <a:pt x="539495" y="310895"/>
                  </a:lnTo>
                  <a:lnTo>
                    <a:pt x="541019" y="297179"/>
                  </a:lnTo>
                  <a:lnTo>
                    <a:pt x="541019" y="283463"/>
                  </a:lnTo>
                  <a:lnTo>
                    <a:pt x="542544" y="269747"/>
                  </a:lnTo>
                  <a:lnTo>
                    <a:pt x="541019" y="256031"/>
                  </a:lnTo>
                  <a:lnTo>
                    <a:pt x="541019" y="242315"/>
                  </a:lnTo>
                  <a:lnTo>
                    <a:pt x="539495" y="228600"/>
                  </a:lnTo>
                  <a:lnTo>
                    <a:pt x="536448" y="214883"/>
                  </a:lnTo>
                  <a:lnTo>
                    <a:pt x="533400" y="202691"/>
                  </a:lnTo>
                  <a:lnTo>
                    <a:pt x="530352" y="188975"/>
                  </a:lnTo>
                  <a:lnTo>
                    <a:pt x="509016" y="140207"/>
                  </a:lnTo>
                  <a:lnTo>
                    <a:pt x="480059" y="97535"/>
                  </a:lnTo>
                  <a:lnTo>
                    <a:pt x="443483" y="60959"/>
                  </a:lnTo>
                  <a:lnTo>
                    <a:pt x="400812" y="32003"/>
                  </a:lnTo>
                  <a:lnTo>
                    <a:pt x="364236" y="15239"/>
                  </a:lnTo>
                  <a:lnTo>
                    <a:pt x="352044" y="12191"/>
                  </a:lnTo>
                  <a:lnTo>
                    <a:pt x="34290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279140" y="27838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502152" y="3064758"/>
            <a:ext cx="4218940" cy="695325"/>
            <a:chOff x="3502152" y="3064758"/>
            <a:chExt cx="4218940" cy="695325"/>
          </a:xfrm>
        </p:grpSpPr>
        <p:sp>
          <p:nvSpPr>
            <p:cNvPr id="49" name="object 49"/>
            <p:cNvSpPr/>
            <p:nvPr/>
          </p:nvSpPr>
          <p:spPr>
            <a:xfrm>
              <a:off x="3502152" y="3066282"/>
              <a:ext cx="864235" cy="690880"/>
            </a:xfrm>
            <a:custGeom>
              <a:avLst/>
              <a:gdLst/>
              <a:ahLst/>
              <a:cxnLst/>
              <a:rect l="l" t="t" r="r" b="b"/>
              <a:pathLst>
                <a:path w="864235" h="690879">
                  <a:moveTo>
                    <a:pt x="864108" y="659892"/>
                  </a:moveTo>
                  <a:lnTo>
                    <a:pt x="22860" y="0"/>
                  </a:lnTo>
                  <a:lnTo>
                    <a:pt x="0" y="28956"/>
                  </a:lnTo>
                  <a:lnTo>
                    <a:pt x="841248" y="690372"/>
                  </a:lnTo>
                  <a:lnTo>
                    <a:pt x="864108" y="659892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65976" y="3064758"/>
              <a:ext cx="1054735" cy="695325"/>
            </a:xfrm>
            <a:custGeom>
              <a:avLst/>
              <a:gdLst/>
              <a:ahLst/>
              <a:cxnLst/>
              <a:rect l="l" t="t" r="r" b="b"/>
              <a:pathLst>
                <a:path w="1054734" h="695325">
                  <a:moveTo>
                    <a:pt x="1054608" y="32004"/>
                  </a:moveTo>
                  <a:lnTo>
                    <a:pt x="1034796" y="0"/>
                  </a:lnTo>
                  <a:lnTo>
                    <a:pt x="0" y="662940"/>
                  </a:lnTo>
                  <a:lnTo>
                    <a:pt x="19812" y="694944"/>
                  </a:lnTo>
                  <a:lnTo>
                    <a:pt x="1054608" y="3200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672332" y="21316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54955" y="1750613"/>
            <a:ext cx="126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1251585" algn="l"/>
              </a:tabLst>
            </a:pPr>
            <a:r>
              <a:rPr sz="1200" u="heavy" dirty="0">
                <a:uFill>
                  <a:solidFill>
                    <a:srgbClr val="C0504D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u="heavy" dirty="0">
                <a:uFill>
                  <a:solidFill>
                    <a:srgbClr val="C0504D"/>
                  </a:solidFill>
                </a:uFill>
                <a:latin typeface="Georgia"/>
                <a:cs typeface="Georgia"/>
              </a:rPr>
              <a:t>5	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95976" y="350626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9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58304" y="2122469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39788" y="31862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61891" y="3132881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12255" y="28174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50255" y="26650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35406"/>
              </p:ext>
            </p:extLst>
          </p:nvPr>
        </p:nvGraphicFramePr>
        <p:xfrm>
          <a:off x="1498157" y="5230343"/>
          <a:ext cx="6097902" cy="1508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0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9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Georgia"/>
                          <a:cs typeface="Georgia"/>
                        </a:rPr>
                        <a:t>9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Prev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-1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" name="object 60"/>
          <p:cNvSpPr/>
          <p:nvPr/>
        </p:nvSpPr>
        <p:spPr>
          <a:xfrm>
            <a:off x="6353556" y="2253990"/>
            <a:ext cx="74930" cy="1224280"/>
          </a:xfrm>
          <a:custGeom>
            <a:avLst/>
            <a:gdLst/>
            <a:ahLst/>
            <a:cxnLst/>
            <a:rect l="l" t="t" r="r" b="b"/>
            <a:pathLst>
              <a:path w="74929" h="1224279">
                <a:moveTo>
                  <a:pt x="74676" y="1223772"/>
                </a:moveTo>
                <a:lnTo>
                  <a:pt x="38100" y="0"/>
                </a:lnTo>
                <a:lnTo>
                  <a:pt x="0" y="1524"/>
                </a:lnTo>
                <a:lnTo>
                  <a:pt x="36576" y="1223772"/>
                </a:lnTo>
                <a:lnTo>
                  <a:pt x="74676" y="1223772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816855" y="274121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E74CE23-64FF-B8B0-0D55-5113CF3F0A19}"/>
                  </a:ext>
                </a:extLst>
              </p:cNvPr>
              <p:cNvSpPr txBox="1"/>
              <p:nvPr/>
            </p:nvSpPr>
            <p:spPr>
              <a:xfrm>
                <a:off x="1498156" y="4238625"/>
                <a:ext cx="5982143" cy="755389"/>
              </a:xfrm>
              <a:prstGeom prst="rect">
                <a:avLst/>
              </a:prstGeom>
              <a:noFill/>
              <a:ln w="15875"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/>
                  <a:t>T = T\{t}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>
                    <a:ea typeface="Cambria Math" panose="02040503050406030204" pitchFamily="18" charset="0"/>
                  </a:rPr>
                  <a:t> OUTPUT: s-&gt;2, s-&gt;4-&gt;3-&gt;5, 3-&gt;t; spl = 6+4+3+2+2 = 17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E74CE23-64FF-B8B0-0D55-5113CF3F0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156" y="4238625"/>
                <a:ext cx="5982143" cy="755389"/>
              </a:xfrm>
              <a:prstGeom prst="rect">
                <a:avLst/>
              </a:prstGeom>
              <a:blipFill>
                <a:blip r:embed="rId16"/>
                <a:stretch>
                  <a:fillRect l="-813" t="-3150"/>
                </a:stretch>
              </a:blipFill>
              <a:ln w="15875"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dụ</a:t>
            </a:r>
            <a:r>
              <a:rPr sz="2600" dirty="0">
                <a:latin typeface="Microsoft Sans Serif"/>
                <a:cs typeface="Microsoft Sans Serif"/>
              </a:rPr>
              <a:t> 1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497067" y="3863334"/>
            <a:ext cx="394970" cy="477520"/>
          </a:xfrm>
          <a:custGeom>
            <a:avLst/>
            <a:gdLst/>
            <a:ahLst/>
            <a:cxnLst/>
            <a:rect l="l" t="t" r="r" b="b"/>
            <a:pathLst>
              <a:path w="394970" h="477520">
                <a:moveTo>
                  <a:pt x="105156" y="342900"/>
                </a:moveTo>
                <a:lnTo>
                  <a:pt x="0" y="342900"/>
                </a:lnTo>
                <a:lnTo>
                  <a:pt x="198120" y="477012"/>
                </a:lnTo>
                <a:lnTo>
                  <a:pt x="224928" y="458724"/>
                </a:lnTo>
                <a:lnTo>
                  <a:pt x="192024" y="458724"/>
                </a:lnTo>
                <a:lnTo>
                  <a:pt x="197358" y="455053"/>
                </a:lnTo>
                <a:lnTo>
                  <a:pt x="60939" y="361188"/>
                </a:lnTo>
                <a:lnTo>
                  <a:pt x="30480" y="361188"/>
                </a:lnTo>
                <a:lnTo>
                  <a:pt x="36576" y="344424"/>
                </a:lnTo>
                <a:lnTo>
                  <a:pt x="105156" y="344424"/>
                </a:lnTo>
                <a:lnTo>
                  <a:pt x="105156" y="342900"/>
                </a:lnTo>
                <a:close/>
              </a:path>
              <a:path w="394970" h="477520">
                <a:moveTo>
                  <a:pt x="197358" y="455053"/>
                </a:moveTo>
                <a:lnTo>
                  <a:pt x="192024" y="458724"/>
                </a:lnTo>
                <a:lnTo>
                  <a:pt x="202692" y="458724"/>
                </a:lnTo>
                <a:lnTo>
                  <a:pt x="197358" y="455053"/>
                </a:lnTo>
                <a:close/>
              </a:path>
              <a:path w="394970" h="477520">
                <a:moveTo>
                  <a:pt x="358140" y="344424"/>
                </a:moveTo>
                <a:lnTo>
                  <a:pt x="197358" y="455053"/>
                </a:lnTo>
                <a:lnTo>
                  <a:pt x="202692" y="458724"/>
                </a:lnTo>
                <a:lnTo>
                  <a:pt x="224928" y="458724"/>
                </a:lnTo>
                <a:lnTo>
                  <a:pt x="367907" y="361188"/>
                </a:lnTo>
                <a:lnTo>
                  <a:pt x="364236" y="361188"/>
                </a:lnTo>
                <a:lnTo>
                  <a:pt x="358140" y="344424"/>
                </a:lnTo>
                <a:close/>
              </a:path>
              <a:path w="394970" h="477520">
                <a:moveTo>
                  <a:pt x="36576" y="344424"/>
                </a:moveTo>
                <a:lnTo>
                  <a:pt x="30480" y="361188"/>
                </a:lnTo>
                <a:lnTo>
                  <a:pt x="60939" y="361188"/>
                </a:lnTo>
                <a:lnTo>
                  <a:pt x="36576" y="344424"/>
                </a:lnTo>
                <a:close/>
              </a:path>
              <a:path w="394970" h="477520">
                <a:moveTo>
                  <a:pt x="105156" y="344424"/>
                </a:moveTo>
                <a:lnTo>
                  <a:pt x="36576" y="344424"/>
                </a:lnTo>
                <a:lnTo>
                  <a:pt x="60939" y="361188"/>
                </a:lnTo>
                <a:lnTo>
                  <a:pt x="123444" y="361188"/>
                </a:lnTo>
                <a:lnTo>
                  <a:pt x="123444" y="352044"/>
                </a:lnTo>
                <a:lnTo>
                  <a:pt x="105156" y="352044"/>
                </a:lnTo>
                <a:lnTo>
                  <a:pt x="105156" y="344424"/>
                </a:lnTo>
                <a:close/>
              </a:path>
              <a:path w="394970" h="477520">
                <a:moveTo>
                  <a:pt x="271272" y="9144"/>
                </a:moveTo>
                <a:lnTo>
                  <a:pt x="271272" y="361188"/>
                </a:lnTo>
                <a:lnTo>
                  <a:pt x="333776" y="361188"/>
                </a:lnTo>
                <a:lnTo>
                  <a:pt x="347065" y="352044"/>
                </a:lnTo>
                <a:lnTo>
                  <a:pt x="291084" y="352044"/>
                </a:lnTo>
                <a:lnTo>
                  <a:pt x="280416" y="342900"/>
                </a:lnTo>
                <a:lnTo>
                  <a:pt x="291084" y="342900"/>
                </a:lnTo>
                <a:lnTo>
                  <a:pt x="291084" y="18287"/>
                </a:lnTo>
                <a:lnTo>
                  <a:pt x="280416" y="18287"/>
                </a:lnTo>
                <a:lnTo>
                  <a:pt x="271272" y="9144"/>
                </a:lnTo>
                <a:close/>
              </a:path>
              <a:path w="394970" h="477520">
                <a:moveTo>
                  <a:pt x="392481" y="344424"/>
                </a:moveTo>
                <a:lnTo>
                  <a:pt x="358140" y="344424"/>
                </a:lnTo>
                <a:lnTo>
                  <a:pt x="364236" y="361188"/>
                </a:lnTo>
                <a:lnTo>
                  <a:pt x="367907" y="361188"/>
                </a:lnTo>
                <a:lnTo>
                  <a:pt x="392481" y="344424"/>
                </a:lnTo>
                <a:close/>
              </a:path>
              <a:path w="394970" h="477520">
                <a:moveTo>
                  <a:pt x="291084" y="0"/>
                </a:moveTo>
                <a:lnTo>
                  <a:pt x="105156" y="0"/>
                </a:lnTo>
                <a:lnTo>
                  <a:pt x="105156" y="352044"/>
                </a:lnTo>
                <a:lnTo>
                  <a:pt x="114300" y="342900"/>
                </a:lnTo>
                <a:lnTo>
                  <a:pt x="123444" y="342900"/>
                </a:lnTo>
                <a:lnTo>
                  <a:pt x="123444" y="18287"/>
                </a:lnTo>
                <a:lnTo>
                  <a:pt x="114300" y="18287"/>
                </a:lnTo>
                <a:lnTo>
                  <a:pt x="123444" y="9144"/>
                </a:lnTo>
                <a:lnTo>
                  <a:pt x="291084" y="9144"/>
                </a:lnTo>
                <a:lnTo>
                  <a:pt x="291084" y="0"/>
                </a:lnTo>
                <a:close/>
              </a:path>
              <a:path w="394970" h="477520">
                <a:moveTo>
                  <a:pt x="123444" y="342900"/>
                </a:moveTo>
                <a:lnTo>
                  <a:pt x="114300" y="342900"/>
                </a:lnTo>
                <a:lnTo>
                  <a:pt x="105156" y="352044"/>
                </a:lnTo>
                <a:lnTo>
                  <a:pt x="123444" y="352044"/>
                </a:lnTo>
                <a:lnTo>
                  <a:pt x="123444" y="342900"/>
                </a:lnTo>
                <a:close/>
              </a:path>
              <a:path w="394970" h="477520">
                <a:moveTo>
                  <a:pt x="291084" y="342900"/>
                </a:moveTo>
                <a:lnTo>
                  <a:pt x="280416" y="342900"/>
                </a:lnTo>
                <a:lnTo>
                  <a:pt x="291084" y="352044"/>
                </a:lnTo>
                <a:lnTo>
                  <a:pt x="291084" y="342900"/>
                </a:lnTo>
                <a:close/>
              </a:path>
              <a:path w="394970" h="477520">
                <a:moveTo>
                  <a:pt x="394716" y="342900"/>
                </a:moveTo>
                <a:lnTo>
                  <a:pt x="291084" y="342900"/>
                </a:lnTo>
                <a:lnTo>
                  <a:pt x="291084" y="352044"/>
                </a:lnTo>
                <a:lnTo>
                  <a:pt x="347065" y="352044"/>
                </a:lnTo>
                <a:lnTo>
                  <a:pt x="358140" y="344424"/>
                </a:lnTo>
                <a:lnTo>
                  <a:pt x="392481" y="344424"/>
                </a:lnTo>
                <a:lnTo>
                  <a:pt x="394716" y="342900"/>
                </a:lnTo>
                <a:close/>
              </a:path>
              <a:path w="394970" h="477520">
                <a:moveTo>
                  <a:pt x="123444" y="9144"/>
                </a:moveTo>
                <a:lnTo>
                  <a:pt x="114300" y="18287"/>
                </a:lnTo>
                <a:lnTo>
                  <a:pt x="123444" y="18287"/>
                </a:lnTo>
                <a:lnTo>
                  <a:pt x="123444" y="9144"/>
                </a:lnTo>
                <a:close/>
              </a:path>
              <a:path w="394970" h="477520">
                <a:moveTo>
                  <a:pt x="271272" y="9144"/>
                </a:moveTo>
                <a:lnTo>
                  <a:pt x="123444" y="9144"/>
                </a:lnTo>
                <a:lnTo>
                  <a:pt x="123444" y="18287"/>
                </a:lnTo>
                <a:lnTo>
                  <a:pt x="271272" y="18287"/>
                </a:lnTo>
                <a:lnTo>
                  <a:pt x="271272" y="9144"/>
                </a:lnTo>
                <a:close/>
              </a:path>
              <a:path w="394970" h="477520">
                <a:moveTo>
                  <a:pt x="291084" y="9144"/>
                </a:moveTo>
                <a:lnTo>
                  <a:pt x="271272" y="9144"/>
                </a:lnTo>
                <a:lnTo>
                  <a:pt x="280416" y="18287"/>
                </a:lnTo>
                <a:lnTo>
                  <a:pt x="291084" y="18287"/>
                </a:lnTo>
                <a:lnTo>
                  <a:pt x="291084" y="9144"/>
                </a:lnTo>
                <a:close/>
              </a:path>
            </a:pathLst>
          </a:custGeom>
          <a:solidFill>
            <a:srgbClr val="40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57955" y="2058918"/>
            <a:ext cx="3985260" cy="1618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216067" y="2116220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1800" spc="-35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1800" spc="-4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3586" y="2104520"/>
            <a:ext cx="956310" cy="92583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z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2000" spc="-7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2000" spc="-3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75</a:t>
            </a:r>
            <a:endParaRPr sz="2000">
              <a:latin typeface="Times New Roman"/>
              <a:cs typeface="Times New Roman"/>
            </a:endParaRPr>
          </a:p>
          <a:p>
            <a:pPr marL="197485" algn="ctr">
              <a:lnSpc>
                <a:spcPct val="100000"/>
              </a:lnSpc>
              <a:spcBef>
                <a:spcPts val="1195"/>
              </a:spcBef>
            </a:pPr>
            <a:r>
              <a:rPr sz="1800" i="1" dirty="0">
                <a:solidFill>
                  <a:srgbClr val="40458C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2735" y="274418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1263" y="257799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56432" y="4529322"/>
            <a:ext cx="3983736" cy="161696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214696" y="4586701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1800" spc="-4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1800" spc="-4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932059" y="4574524"/>
            <a:ext cx="956310" cy="92646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z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2000" spc="-7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2000" spc="-3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  <a:p>
            <a:pPr marL="197485" algn="ctr">
              <a:lnSpc>
                <a:spcPct val="100000"/>
              </a:lnSpc>
              <a:spcBef>
                <a:spcPts val="1195"/>
              </a:spcBef>
            </a:pPr>
            <a:r>
              <a:rPr sz="1800" i="1" dirty="0">
                <a:solidFill>
                  <a:srgbClr val="40458C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01364" y="521466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39892" y="504847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2B39-A859-9AE0-C33F-7DEF0BD19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415772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lang="vi-VN" sz="2800" b="1" spc="-5">
                <a:latin typeface="Tahoma"/>
                <a:cs typeface="Tahoma"/>
              </a:rPr>
              <a:t>BÀI</a:t>
            </a:r>
            <a:r>
              <a:rPr lang="vi-VN" sz="2800" b="1" spc="-10">
                <a:latin typeface="Tahoma"/>
                <a:cs typeface="Tahoma"/>
              </a:rPr>
              <a:t> </a:t>
            </a:r>
            <a:r>
              <a:rPr lang="en-US" sz="2800" b="1" spc="-10">
                <a:latin typeface="Tahoma"/>
                <a:cs typeface="Tahoma"/>
              </a:rPr>
              <a:t>TẬP</a:t>
            </a:r>
            <a:br>
              <a:rPr lang="en-US" sz="2800" b="1" spc="-10">
                <a:latin typeface="Tahoma"/>
                <a:cs typeface="Tahoma"/>
              </a:rPr>
            </a:br>
            <a:r>
              <a:rPr lang="vi-VN" sz="2800" b="1" spc="-3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ĐƯỜNG</a:t>
            </a:r>
            <a:r>
              <a:rPr lang="vi-VN" sz="2800" b="1" spc="-4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ĐI</a:t>
            </a:r>
            <a:r>
              <a:rPr lang="vi-VN" sz="2800" b="1" spc="-5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NGẮN</a:t>
            </a:r>
            <a:r>
              <a:rPr lang="vi-VN" sz="2800" b="1" spc="-3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NHẤT</a:t>
            </a:r>
            <a:br>
              <a:rPr lang="vi-VN" sz="2800">
                <a:latin typeface="Tahoma"/>
                <a:cs typeface="Tahoma"/>
              </a:rPr>
            </a:br>
            <a:r>
              <a:rPr lang="vi-VN" sz="3600" b="1" spc="-10">
                <a:solidFill>
                  <a:srgbClr val="0070C0"/>
                </a:solidFill>
                <a:latin typeface="Tahoma"/>
                <a:cs typeface="Tahoma"/>
              </a:rPr>
              <a:t>THUẬT</a:t>
            </a:r>
            <a:r>
              <a:rPr lang="vi-VN" sz="3600" b="1" spc="-5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lang="vi-VN" sz="3600" b="1" spc="-10">
                <a:solidFill>
                  <a:srgbClr val="0070C0"/>
                </a:solidFill>
                <a:latin typeface="Tahoma"/>
                <a:cs typeface="Tahoma"/>
              </a:rPr>
              <a:t>TOÁN</a:t>
            </a:r>
            <a:r>
              <a:rPr lang="vi-VN" sz="3600" b="1" spc="-5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lang="en-US" sz="3600" b="1" spc="-10">
                <a:solidFill>
                  <a:srgbClr val="0070C0"/>
                </a:solidFill>
                <a:latin typeface="Tahoma"/>
                <a:cs typeface="Tahoma"/>
              </a:rPr>
              <a:t>DIJKSTRA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6695A-ADE9-A6B4-4BCE-FC12CC8B195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26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5558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bằng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Dijkstra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z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0172" y="3011418"/>
            <a:ext cx="5119116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48832" y="31755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</a:t>
            </a:r>
            <a:r>
              <a:rPr spc="-55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4394708" y="31755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2996" y="49281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3696" y="49296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6359" y="40792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26739" y="40792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21455" y="34270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6623" y="30460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08523" y="4801661"/>
            <a:ext cx="184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10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4380" y="3417869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7388" y="44816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09491" y="4428281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9855" y="41128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4808" y="3960413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8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6400" y="4036613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5558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bằng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Dijkstra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z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0172" y="3011418"/>
            <a:ext cx="5119116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48832" y="31755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</a:t>
            </a:r>
            <a:r>
              <a:rPr spc="-55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4394708" y="31755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2996" y="49281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3696" y="49296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6359" y="40792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26739" y="40792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21455" y="34270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6623" y="30460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08523" y="4801661"/>
            <a:ext cx="184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10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4380" y="3417869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7388" y="44816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09491" y="4428281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9855" y="41128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4808" y="3960413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8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6400" y="4036613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F156C7-6E0E-2D5C-137C-9BA6E0B5DCC7}"/>
              </a:ext>
            </a:extLst>
          </p:cNvPr>
          <p:cNvSpPr txBox="1"/>
          <p:nvPr/>
        </p:nvSpPr>
        <p:spPr>
          <a:xfrm>
            <a:off x="1765301" y="5534025"/>
            <a:ext cx="7162800" cy="101927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35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 b="1">
                <a:solidFill>
                  <a:srgbClr val="7030A0"/>
                </a:solidFill>
              </a:rPr>
              <a:t>Bước 1: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7754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5558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bằng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Dijkstra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z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0172" y="3011418"/>
            <a:ext cx="5119116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48832" y="31755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</a:t>
            </a:r>
            <a:r>
              <a:t>–</a:t>
            </a:r>
            <a:r>
              <a:rPr spc="-35"/>
              <a:t> </a:t>
            </a:r>
            <a:r>
              <a:t>2</a:t>
            </a:r>
            <a:r>
              <a:rPr lang="en-US"/>
              <a:t>025</a:t>
            </a:r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4394708" y="31755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2996" y="49281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3696" y="49296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6359" y="40792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26739" y="40792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21455" y="34270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6623" y="30460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08523" y="4801661"/>
            <a:ext cx="184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10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4380" y="3417869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7388" y="44816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09491" y="4428281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9855" y="41128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4808" y="3960413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8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6400" y="4036613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F156C7-6E0E-2D5C-137C-9BA6E0B5DCC7}"/>
              </a:ext>
            </a:extLst>
          </p:cNvPr>
          <p:cNvSpPr txBox="1"/>
          <p:nvPr/>
        </p:nvSpPr>
        <p:spPr>
          <a:xfrm>
            <a:off x="1765301" y="5534025"/>
            <a:ext cx="7162800" cy="101927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35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 b="1">
                <a:solidFill>
                  <a:srgbClr val="7030A0"/>
                </a:solidFill>
              </a:rPr>
              <a:t>Bước 2: </a:t>
            </a:r>
          </a:p>
        </p:txBody>
      </p:sp>
    </p:spTree>
    <p:extLst>
      <p:ext uri="{BB962C8B-B14F-4D97-AF65-F5344CB8AC3E}">
        <p14:creationId xmlns:p14="http://schemas.microsoft.com/office/powerpoint/2010/main" val="4260246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5558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bằng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Dijkstra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z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0172" y="3011418"/>
            <a:ext cx="5119116" cy="22997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48832" y="3175553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/>
              <a:t>CNTT</a:t>
            </a:r>
            <a:r>
              <a:rPr spc="-55"/>
              <a:t> </a:t>
            </a:r>
            <a:r>
              <a:t>–</a:t>
            </a:r>
            <a:r>
              <a:rPr spc="-35"/>
              <a:t> </a:t>
            </a:r>
            <a:r>
              <a:t>20</a:t>
            </a:r>
            <a:r>
              <a:rPr lang="en-US"/>
              <a:t>25</a:t>
            </a:r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2224530" y="6973239"/>
            <a:ext cx="40824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t>–</a:t>
            </a:r>
            <a:r>
              <a:rPr spc="-5"/>
              <a:t> </a:t>
            </a:r>
            <a:r>
              <a:rPr lang="en-US" spc="-5"/>
              <a:t>Lê Tuấn Thu</a:t>
            </a:r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4394708" y="317555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2996" y="492815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3696" y="4929677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6359" y="4079285"/>
            <a:ext cx="78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26739" y="4079285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21455" y="3427013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6623" y="3046013"/>
            <a:ext cx="10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5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08523" y="4801661"/>
            <a:ext cx="184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10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4380" y="3417869"/>
            <a:ext cx="111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7388" y="448162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3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09491" y="4428281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9855" y="4112813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4808" y="3960413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8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6400" y="4036613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1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F156C7-6E0E-2D5C-137C-9BA6E0B5DCC7}"/>
              </a:ext>
            </a:extLst>
          </p:cNvPr>
          <p:cNvSpPr txBox="1"/>
          <p:nvPr/>
        </p:nvSpPr>
        <p:spPr>
          <a:xfrm>
            <a:off x="1765301" y="5534025"/>
            <a:ext cx="7162800" cy="101927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35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 b="1">
                <a:solidFill>
                  <a:srgbClr val="800000"/>
                </a:solidFill>
              </a:rPr>
              <a:t>Bước 3: </a:t>
            </a:r>
          </a:p>
        </p:txBody>
      </p:sp>
    </p:spTree>
    <p:extLst>
      <p:ext uri="{BB962C8B-B14F-4D97-AF65-F5344CB8AC3E}">
        <p14:creationId xmlns:p14="http://schemas.microsoft.com/office/powerpoint/2010/main" val="3369155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13500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dụ</a:t>
            </a:r>
            <a:r>
              <a:rPr sz="2600" dirty="0">
                <a:latin typeface="Microsoft Sans Serif"/>
                <a:cs typeface="Microsoft Sans Serif"/>
              </a:rPr>
              <a:t> 1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497067" y="3863334"/>
            <a:ext cx="394970" cy="477520"/>
          </a:xfrm>
          <a:custGeom>
            <a:avLst/>
            <a:gdLst/>
            <a:ahLst/>
            <a:cxnLst/>
            <a:rect l="l" t="t" r="r" b="b"/>
            <a:pathLst>
              <a:path w="394970" h="477520">
                <a:moveTo>
                  <a:pt x="105156" y="342900"/>
                </a:moveTo>
                <a:lnTo>
                  <a:pt x="0" y="342900"/>
                </a:lnTo>
                <a:lnTo>
                  <a:pt x="198120" y="477012"/>
                </a:lnTo>
                <a:lnTo>
                  <a:pt x="224928" y="458724"/>
                </a:lnTo>
                <a:lnTo>
                  <a:pt x="192024" y="458724"/>
                </a:lnTo>
                <a:lnTo>
                  <a:pt x="197358" y="455053"/>
                </a:lnTo>
                <a:lnTo>
                  <a:pt x="60939" y="361188"/>
                </a:lnTo>
                <a:lnTo>
                  <a:pt x="30480" y="361188"/>
                </a:lnTo>
                <a:lnTo>
                  <a:pt x="36576" y="344424"/>
                </a:lnTo>
                <a:lnTo>
                  <a:pt x="105156" y="344424"/>
                </a:lnTo>
                <a:lnTo>
                  <a:pt x="105156" y="342900"/>
                </a:lnTo>
                <a:close/>
              </a:path>
              <a:path w="394970" h="477520">
                <a:moveTo>
                  <a:pt x="197358" y="455053"/>
                </a:moveTo>
                <a:lnTo>
                  <a:pt x="192024" y="458724"/>
                </a:lnTo>
                <a:lnTo>
                  <a:pt x="202692" y="458724"/>
                </a:lnTo>
                <a:lnTo>
                  <a:pt x="197358" y="455053"/>
                </a:lnTo>
                <a:close/>
              </a:path>
              <a:path w="394970" h="477520">
                <a:moveTo>
                  <a:pt x="358140" y="344424"/>
                </a:moveTo>
                <a:lnTo>
                  <a:pt x="197358" y="455053"/>
                </a:lnTo>
                <a:lnTo>
                  <a:pt x="202692" y="458724"/>
                </a:lnTo>
                <a:lnTo>
                  <a:pt x="224928" y="458724"/>
                </a:lnTo>
                <a:lnTo>
                  <a:pt x="367907" y="361188"/>
                </a:lnTo>
                <a:lnTo>
                  <a:pt x="364236" y="361188"/>
                </a:lnTo>
                <a:lnTo>
                  <a:pt x="358140" y="344424"/>
                </a:lnTo>
                <a:close/>
              </a:path>
              <a:path w="394970" h="477520">
                <a:moveTo>
                  <a:pt x="36576" y="344424"/>
                </a:moveTo>
                <a:lnTo>
                  <a:pt x="30480" y="361188"/>
                </a:lnTo>
                <a:lnTo>
                  <a:pt x="60939" y="361188"/>
                </a:lnTo>
                <a:lnTo>
                  <a:pt x="36576" y="344424"/>
                </a:lnTo>
                <a:close/>
              </a:path>
              <a:path w="394970" h="477520">
                <a:moveTo>
                  <a:pt x="105156" y="344424"/>
                </a:moveTo>
                <a:lnTo>
                  <a:pt x="36576" y="344424"/>
                </a:lnTo>
                <a:lnTo>
                  <a:pt x="60939" y="361188"/>
                </a:lnTo>
                <a:lnTo>
                  <a:pt x="123444" y="361188"/>
                </a:lnTo>
                <a:lnTo>
                  <a:pt x="123444" y="352044"/>
                </a:lnTo>
                <a:lnTo>
                  <a:pt x="105156" y="352044"/>
                </a:lnTo>
                <a:lnTo>
                  <a:pt x="105156" y="344424"/>
                </a:lnTo>
                <a:close/>
              </a:path>
              <a:path w="394970" h="477520">
                <a:moveTo>
                  <a:pt x="271272" y="9144"/>
                </a:moveTo>
                <a:lnTo>
                  <a:pt x="271272" y="361188"/>
                </a:lnTo>
                <a:lnTo>
                  <a:pt x="333776" y="361188"/>
                </a:lnTo>
                <a:lnTo>
                  <a:pt x="347065" y="352044"/>
                </a:lnTo>
                <a:lnTo>
                  <a:pt x="291084" y="352044"/>
                </a:lnTo>
                <a:lnTo>
                  <a:pt x="280416" y="342900"/>
                </a:lnTo>
                <a:lnTo>
                  <a:pt x="291084" y="342900"/>
                </a:lnTo>
                <a:lnTo>
                  <a:pt x="291084" y="18287"/>
                </a:lnTo>
                <a:lnTo>
                  <a:pt x="280416" y="18287"/>
                </a:lnTo>
                <a:lnTo>
                  <a:pt x="271272" y="9144"/>
                </a:lnTo>
                <a:close/>
              </a:path>
              <a:path w="394970" h="477520">
                <a:moveTo>
                  <a:pt x="392481" y="344424"/>
                </a:moveTo>
                <a:lnTo>
                  <a:pt x="358140" y="344424"/>
                </a:lnTo>
                <a:lnTo>
                  <a:pt x="364236" y="361188"/>
                </a:lnTo>
                <a:lnTo>
                  <a:pt x="367907" y="361188"/>
                </a:lnTo>
                <a:lnTo>
                  <a:pt x="392481" y="344424"/>
                </a:lnTo>
                <a:close/>
              </a:path>
              <a:path w="394970" h="477520">
                <a:moveTo>
                  <a:pt x="291084" y="0"/>
                </a:moveTo>
                <a:lnTo>
                  <a:pt x="105156" y="0"/>
                </a:lnTo>
                <a:lnTo>
                  <a:pt x="105156" y="352044"/>
                </a:lnTo>
                <a:lnTo>
                  <a:pt x="114300" y="342900"/>
                </a:lnTo>
                <a:lnTo>
                  <a:pt x="123444" y="342900"/>
                </a:lnTo>
                <a:lnTo>
                  <a:pt x="123444" y="18287"/>
                </a:lnTo>
                <a:lnTo>
                  <a:pt x="114300" y="18287"/>
                </a:lnTo>
                <a:lnTo>
                  <a:pt x="123444" y="9144"/>
                </a:lnTo>
                <a:lnTo>
                  <a:pt x="291084" y="9144"/>
                </a:lnTo>
                <a:lnTo>
                  <a:pt x="291084" y="0"/>
                </a:lnTo>
                <a:close/>
              </a:path>
              <a:path w="394970" h="477520">
                <a:moveTo>
                  <a:pt x="123444" y="342900"/>
                </a:moveTo>
                <a:lnTo>
                  <a:pt x="114300" y="342900"/>
                </a:lnTo>
                <a:lnTo>
                  <a:pt x="105156" y="352044"/>
                </a:lnTo>
                <a:lnTo>
                  <a:pt x="123444" y="352044"/>
                </a:lnTo>
                <a:lnTo>
                  <a:pt x="123444" y="342900"/>
                </a:lnTo>
                <a:close/>
              </a:path>
              <a:path w="394970" h="477520">
                <a:moveTo>
                  <a:pt x="291084" y="342900"/>
                </a:moveTo>
                <a:lnTo>
                  <a:pt x="280416" y="342900"/>
                </a:lnTo>
                <a:lnTo>
                  <a:pt x="291084" y="352044"/>
                </a:lnTo>
                <a:lnTo>
                  <a:pt x="291084" y="342900"/>
                </a:lnTo>
                <a:close/>
              </a:path>
              <a:path w="394970" h="477520">
                <a:moveTo>
                  <a:pt x="394716" y="342900"/>
                </a:moveTo>
                <a:lnTo>
                  <a:pt x="291084" y="342900"/>
                </a:lnTo>
                <a:lnTo>
                  <a:pt x="291084" y="352044"/>
                </a:lnTo>
                <a:lnTo>
                  <a:pt x="347065" y="352044"/>
                </a:lnTo>
                <a:lnTo>
                  <a:pt x="358140" y="344424"/>
                </a:lnTo>
                <a:lnTo>
                  <a:pt x="392481" y="344424"/>
                </a:lnTo>
                <a:lnTo>
                  <a:pt x="394716" y="342900"/>
                </a:lnTo>
                <a:close/>
              </a:path>
              <a:path w="394970" h="477520">
                <a:moveTo>
                  <a:pt x="123444" y="9144"/>
                </a:moveTo>
                <a:lnTo>
                  <a:pt x="114300" y="18287"/>
                </a:lnTo>
                <a:lnTo>
                  <a:pt x="123444" y="18287"/>
                </a:lnTo>
                <a:lnTo>
                  <a:pt x="123444" y="9144"/>
                </a:lnTo>
                <a:close/>
              </a:path>
              <a:path w="394970" h="477520">
                <a:moveTo>
                  <a:pt x="271272" y="9144"/>
                </a:moveTo>
                <a:lnTo>
                  <a:pt x="123444" y="9144"/>
                </a:lnTo>
                <a:lnTo>
                  <a:pt x="123444" y="18287"/>
                </a:lnTo>
                <a:lnTo>
                  <a:pt x="271272" y="18287"/>
                </a:lnTo>
                <a:lnTo>
                  <a:pt x="271272" y="9144"/>
                </a:lnTo>
                <a:close/>
              </a:path>
              <a:path w="394970" h="477520">
                <a:moveTo>
                  <a:pt x="291084" y="9144"/>
                </a:moveTo>
                <a:lnTo>
                  <a:pt x="271272" y="9144"/>
                </a:lnTo>
                <a:lnTo>
                  <a:pt x="280416" y="18287"/>
                </a:lnTo>
                <a:lnTo>
                  <a:pt x="291084" y="18287"/>
                </a:lnTo>
                <a:lnTo>
                  <a:pt x="291084" y="9144"/>
                </a:lnTo>
                <a:close/>
              </a:path>
            </a:pathLst>
          </a:custGeom>
          <a:solidFill>
            <a:srgbClr val="40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57955" y="2058918"/>
            <a:ext cx="3985260" cy="1618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216067" y="2116220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1800" spc="-35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1800" spc="-4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3586" y="2104520"/>
            <a:ext cx="956310" cy="92583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z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2000" spc="-7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2000" spc="-3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75</a:t>
            </a:r>
            <a:endParaRPr sz="2000">
              <a:latin typeface="Times New Roman"/>
              <a:cs typeface="Times New Roman"/>
            </a:endParaRPr>
          </a:p>
          <a:p>
            <a:pPr marL="197485" algn="ctr">
              <a:lnSpc>
                <a:spcPct val="100000"/>
              </a:lnSpc>
              <a:spcBef>
                <a:spcPts val="1195"/>
              </a:spcBef>
            </a:pPr>
            <a:r>
              <a:rPr sz="1800" i="1" dirty="0">
                <a:solidFill>
                  <a:srgbClr val="40458C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2735" y="274418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1263" y="257799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56432" y="4529322"/>
            <a:ext cx="3983736" cy="161696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214696" y="4586701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1800" i="1" spc="-5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r>
              <a:rPr sz="1800" spc="-5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1800" spc="-4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1800" spc="-4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932059" y="4574524"/>
            <a:ext cx="956310" cy="92646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(</a:t>
            </a:r>
            <a:r>
              <a:rPr sz="2000" i="1" dirty="0">
                <a:solidFill>
                  <a:srgbClr val="BE2D00"/>
                </a:solidFill>
                <a:latin typeface="Times New Roman"/>
                <a:cs typeface="Times New Roman"/>
              </a:rPr>
              <a:t>z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)</a:t>
            </a:r>
            <a:r>
              <a:rPr sz="2000" spc="-7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Symbol"/>
                <a:cs typeface="Symbol"/>
              </a:rPr>
              <a:t></a:t>
            </a:r>
            <a:r>
              <a:rPr sz="2000" spc="-30" dirty="0">
                <a:solidFill>
                  <a:srgbClr val="BE2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BE2D00"/>
                </a:solidFill>
                <a:latin typeface="Times New Roman"/>
                <a:cs typeface="Times New Roman"/>
              </a:rPr>
              <a:t>60</a:t>
            </a:r>
            <a:endParaRPr sz="2000">
              <a:latin typeface="Times New Roman"/>
              <a:cs typeface="Times New Roman"/>
            </a:endParaRPr>
          </a:p>
          <a:p>
            <a:pPr marL="197485" algn="ctr">
              <a:lnSpc>
                <a:spcPct val="100000"/>
              </a:lnSpc>
              <a:spcBef>
                <a:spcPts val="1195"/>
              </a:spcBef>
            </a:pPr>
            <a:r>
              <a:rPr sz="1800" i="1" dirty="0">
                <a:solidFill>
                  <a:srgbClr val="40458C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01364" y="521466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39892" y="504847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BE2D00"/>
                </a:solidFill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4974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406896" y="4448550"/>
            <a:ext cx="3045460" cy="2359660"/>
            <a:chOff x="6406896" y="4448550"/>
            <a:chExt cx="3045460" cy="2359660"/>
          </a:xfrm>
        </p:grpSpPr>
        <p:sp>
          <p:nvSpPr>
            <p:cNvPr id="4" name="object 4"/>
            <p:cNvSpPr/>
            <p:nvPr/>
          </p:nvSpPr>
          <p:spPr>
            <a:xfrm>
              <a:off x="6413420" y="4454741"/>
              <a:ext cx="3032760" cy="2346960"/>
            </a:xfrm>
            <a:custGeom>
              <a:avLst/>
              <a:gdLst/>
              <a:ahLst/>
              <a:cxnLst/>
              <a:rect l="l" t="t" r="r" b="b"/>
              <a:pathLst>
                <a:path w="3032759" h="2346959">
                  <a:moveTo>
                    <a:pt x="1731583" y="0"/>
                  </a:moveTo>
                  <a:lnTo>
                    <a:pt x="1682546" y="215"/>
                  </a:lnTo>
                  <a:lnTo>
                    <a:pt x="1634190" y="2105"/>
                  </a:lnTo>
                  <a:lnTo>
                    <a:pt x="1586689" y="5671"/>
                  </a:lnTo>
                  <a:lnTo>
                    <a:pt x="1540218" y="10913"/>
                  </a:lnTo>
                  <a:lnTo>
                    <a:pt x="1494952" y="17833"/>
                  </a:lnTo>
                  <a:lnTo>
                    <a:pt x="1451064" y="26433"/>
                  </a:lnTo>
                  <a:lnTo>
                    <a:pt x="1408730" y="36712"/>
                  </a:lnTo>
                  <a:lnTo>
                    <a:pt x="1368123" y="48672"/>
                  </a:lnTo>
                  <a:lnTo>
                    <a:pt x="1323701" y="64542"/>
                  </a:lnTo>
                  <a:lnTo>
                    <a:pt x="1279055" y="84074"/>
                  </a:lnTo>
                  <a:lnTo>
                    <a:pt x="1234322" y="106925"/>
                  </a:lnTo>
                  <a:lnTo>
                    <a:pt x="1189637" y="132755"/>
                  </a:lnTo>
                  <a:lnTo>
                    <a:pt x="1145136" y="161218"/>
                  </a:lnTo>
                  <a:lnTo>
                    <a:pt x="1100955" y="191974"/>
                  </a:lnTo>
                  <a:lnTo>
                    <a:pt x="1057228" y="224679"/>
                  </a:lnTo>
                  <a:lnTo>
                    <a:pt x="1014092" y="258991"/>
                  </a:lnTo>
                  <a:lnTo>
                    <a:pt x="971683" y="294567"/>
                  </a:lnTo>
                  <a:lnTo>
                    <a:pt x="930136" y="331065"/>
                  </a:lnTo>
                  <a:lnTo>
                    <a:pt x="889587" y="368141"/>
                  </a:lnTo>
                  <a:lnTo>
                    <a:pt x="850171" y="405453"/>
                  </a:lnTo>
                  <a:lnTo>
                    <a:pt x="812025" y="442659"/>
                  </a:lnTo>
                  <a:lnTo>
                    <a:pt x="775284" y="479416"/>
                  </a:lnTo>
                  <a:lnTo>
                    <a:pt x="740083" y="515381"/>
                  </a:lnTo>
                  <a:lnTo>
                    <a:pt x="706558" y="550211"/>
                  </a:lnTo>
                  <a:lnTo>
                    <a:pt x="591936" y="671337"/>
                  </a:lnTo>
                  <a:lnTo>
                    <a:pt x="568828" y="695356"/>
                  </a:lnTo>
                  <a:lnTo>
                    <a:pt x="511110" y="761705"/>
                  </a:lnTo>
                  <a:lnTo>
                    <a:pt x="478507" y="806309"/>
                  </a:lnTo>
                  <a:lnTo>
                    <a:pt x="449910" y="850200"/>
                  </a:lnTo>
                  <a:lnTo>
                    <a:pt x="424825" y="893581"/>
                  </a:lnTo>
                  <a:lnTo>
                    <a:pt x="402759" y="936656"/>
                  </a:lnTo>
                  <a:lnTo>
                    <a:pt x="383219" y="979627"/>
                  </a:lnTo>
                  <a:lnTo>
                    <a:pt x="365712" y="1022699"/>
                  </a:lnTo>
                  <a:lnTo>
                    <a:pt x="349744" y="1066073"/>
                  </a:lnTo>
                  <a:lnTo>
                    <a:pt x="334823" y="1109954"/>
                  </a:lnTo>
                  <a:lnTo>
                    <a:pt x="320455" y="1154545"/>
                  </a:lnTo>
                  <a:lnTo>
                    <a:pt x="291406" y="1246670"/>
                  </a:lnTo>
                  <a:lnTo>
                    <a:pt x="275738" y="1294610"/>
                  </a:lnTo>
                  <a:lnTo>
                    <a:pt x="258651" y="1344072"/>
                  </a:lnTo>
                  <a:lnTo>
                    <a:pt x="242754" y="1383746"/>
                  </a:lnTo>
                  <a:lnTo>
                    <a:pt x="223933" y="1424907"/>
                  </a:lnTo>
                  <a:lnTo>
                    <a:pt x="202820" y="1467347"/>
                  </a:lnTo>
                  <a:lnTo>
                    <a:pt x="180047" y="1510859"/>
                  </a:lnTo>
                  <a:lnTo>
                    <a:pt x="132046" y="1600274"/>
                  </a:lnTo>
                  <a:lnTo>
                    <a:pt x="108083" y="1645762"/>
                  </a:lnTo>
                  <a:lnTo>
                    <a:pt x="84986" y="1691494"/>
                  </a:lnTo>
                  <a:lnTo>
                    <a:pt x="63388" y="1737264"/>
                  </a:lnTo>
                  <a:lnTo>
                    <a:pt x="43922" y="1782865"/>
                  </a:lnTo>
                  <a:lnTo>
                    <a:pt x="27217" y="1828090"/>
                  </a:lnTo>
                  <a:lnTo>
                    <a:pt x="13908" y="1872731"/>
                  </a:lnTo>
                  <a:lnTo>
                    <a:pt x="4625" y="1916582"/>
                  </a:lnTo>
                  <a:lnTo>
                    <a:pt x="0" y="1959436"/>
                  </a:lnTo>
                  <a:lnTo>
                    <a:pt x="665" y="2001086"/>
                  </a:lnTo>
                  <a:lnTo>
                    <a:pt x="7252" y="2041324"/>
                  </a:lnTo>
                  <a:lnTo>
                    <a:pt x="20392" y="2079945"/>
                  </a:lnTo>
                  <a:lnTo>
                    <a:pt x="40719" y="2116740"/>
                  </a:lnTo>
                  <a:lnTo>
                    <a:pt x="107441" y="2164213"/>
                  </a:lnTo>
                  <a:lnTo>
                    <a:pt x="166514" y="2205629"/>
                  </a:lnTo>
                  <a:lnTo>
                    <a:pt x="218900" y="2241219"/>
                  </a:lnTo>
                  <a:lnTo>
                    <a:pt x="265557" y="2271212"/>
                  </a:lnTo>
                  <a:lnTo>
                    <a:pt x="307445" y="2295838"/>
                  </a:lnTo>
                  <a:lnTo>
                    <a:pt x="345525" y="2315328"/>
                  </a:lnTo>
                  <a:lnTo>
                    <a:pt x="380756" y="2329910"/>
                  </a:lnTo>
                  <a:lnTo>
                    <a:pt x="446513" y="2345274"/>
                  </a:lnTo>
                  <a:lnTo>
                    <a:pt x="478958" y="2346516"/>
                  </a:lnTo>
                  <a:lnTo>
                    <a:pt x="512395" y="2343771"/>
                  </a:lnTo>
                  <a:lnTo>
                    <a:pt x="586081" y="2327238"/>
                  </a:lnTo>
                  <a:lnTo>
                    <a:pt x="628251" y="2313911"/>
                  </a:lnTo>
                  <a:lnTo>
                    <a:pt x="675251" y="2297516"/>
                  </a:lnTo>
                  <a:lnTo>
                    <a:pt x="728043" y="2278284"/>
                  </a:lnTo>
                  <a:lnTo>
                    <a:pt x="793554" y="2247921"/>
                  </a:lnTo>
                  <a:lnTo>
                    <a:pt x="827616" y="2227978"/>
                  </a:lnTo>
                  <a:lnTo>
                    <a:pt x="862488" y="2205195"/>
                  </a:lnTo>
                  <a:lnTo>
                    <a:pt x="898127" y="2179822"/>
                  </a:lnTo>
                  <a:lnTo>
                    <a:pt x="934488" y="2152111"/>
                  </a:lnTo>
                  <a:lnTo>
                    <a:pt x="971526" y="2122312"/>
                  </a:lnTo>
                  <a:lnTo>
                    <a:pt x="1009197" y="2090677"/>
                  </a:lnTo>
                  <a:lnTo>
                    <a:pt x="1047455" y="2057455"/>
                  </a:lnTo>
                  <a:lnTo>
                    <a:pt x="1086258" y="2022898"/>
                  </a:lnTo>
                  <a:lnTo>
                    <a:pt x="1125559" y="1987256"/>
                  </a:lnTo>
                  <a:lnTo>
                    <a:pt x="1286864" y="1838856"/>
                  </a:lnTo>
                  <a:lnTo>
                    <a:pt x="1327992" y="1801552"/>
                  </a:lnTo>
                  <a:lnTo>
                    <a:pt x="1369352" y="1764668"/>
                  </a:lnTo>
                  <a:lnTo>
                    <a:pt x="1410899" y="1728455"/>
                  </a:lnTo>
                  <a:lnTo>
                    <a:pt x="1452588" y="1693163"/>
                  </a:lnTo>
                  <a:lnTo>
                    <a:pt x="1494375" y="1659043"/>
                  </a:lnTo>
                  <a:lnTo>
                    <a:pt x="1536215" y="1626346"/>
                  </a:lnTo>
                  <a:lnTo>
                    <a:pt x="1578064" y="1595322"/>
                  </a:lnTo>
                  <a:lnTo>
                    <a:pt x="1619878" y="1566223"/>
                  </a:lnTo>
                  <a:lnTo>
                    <a:pt x="1661611" y="1539300"/>
                  </a:lnTo>
                  <a:lnTo>
                    <a:pt x="1703219" y="1514802"/>
                  </a:lnTo>
                  <a:lnTo>
                    <a:pt x="1744657" y="1492981"/>
                  </a:lnTo>
                  <a:lnTo>
                    <a:pt x="1785881" y="1474088"/>
                  </a:lnTo>
                  <a:lnTo>
                    <a:pt x="1826847" y="1458372"/>
                  </a:lnTo>
                  <a:lnTo>
                    <a:pt x="1868812" y="1446008"/>
                  </a:lnTo>
                  <a:lnTo>
                    <a:pt x="1912902" y="1437134"/>
                  </a:lnTo>
                  <a:lnTo>
                    <a:pt x="1958875" y="1431463"/>
                  </a:lnTo>
                  <a:lnTo>
                    <a:pt x="2006488" y="1428705"/>
                  </a:lnTo>
                  <a:lnTo>
                    <a:pt x="2055499" y="1428574"/>
                  </a:lnTo>
                  <a:lnTo>
                    <a:pt x="2105666" y="1430780"/>
                  </a:lnTo>
                  <a:lnTo>
                    <a:pt x="2156745" y="1435036"/>
                  </a:lnTo>
                  <a:lnTo>
                    <a:pt x="2208496" y="1441053"/>
                  </a:lnTo>
                  <a:lnTo>
                    <a:pt x="2260674" y="1448543"/>
                  </a:lnTo>
                  <a:lnTo>
                    <a:pt x="2313038" y="1457217"/>
                  </a:lnTo>
                  <a:lnTo>
                    <a:pt x="2365346" y="1466788"/>
                  </a:lnTo>
                  <a:lnTo>
                    <a:pt x="2417355" y="1476967"/>
                  </a:lnTo>
                  <a:lnTo>
                    <a:pt x="2569162" y="1508270"/>
                  </a:lnTo>
                  <a:lnTo>
                    <a:pt x="2617550" y="1517999"/>
                  </a:lnTo>
                  <a:lnTo>
                    <a:pt x="2664426" y="1526895"/>
                  </a:lnTo>
                  <a:lnTo>
                    <a:pt x="2709550" y="1534670"/>
                  </a:lnTo>
                  <a:lnTo>
                    <a:pt x="2752677" y="1541035"/>
                  </a:lnTo>
                  <a:lnTo>
                    <a:pt x="2793565" y="1545702"/>
                  </a:lnTo>
                  <a:lnTo>
                    <a:pt x="2831973" y="1548384"/>
                  </a:lnTo>
                  <a:lnTo>
                    <a:pt x="2867657" y="1548790"/>
                  </a:lnTo>
                  <a:lnTo>
                    <a:pt x="2900375" y="1546635"/>
                  </a:lnTo>
                  <a:lnTo>
                    <a:pt x="2955945" y="1533482"/>
                  </a:lnTo>
                  <a:lnTo>
                    <a:pt x="2996742" y="1506621"/>
                  </a:lnTo>
                  <a:lnTo>
                    <a:pt x="3020889" y="1464445"/>
                  </a:lnTo>
                  <a:lnTo>
                    <a:pt x="3031383" y="1407089"/>
                  </a:lnTo>
                  <a:lnTo>
                    <a:pt x="3032244" y="1373183"/>
                  </a:lnTo>
                  <a:lnTo>
                    <a:pt x="3030356" y="1336168"/>
                  </a:lnTo>
                  <a:lnTo>
                    <a:pt x="3025850" y="1296329"/>
                  </a:lnTo>
                  <a:lnTo>
                    <a:pt x="3018856" y="1253948"/>
                  </a:lnTo>
                  <a:lnTo>
                    <a:pt x="3009505" y="1209307"/>
                  </a:lnTo>
                  <a:lnTo>
                    <a:pt x="2997928" y="1162691"/>
                  </a:lnTo>
                  <a:lnTo>
                    <a:pt x="2984256" y="1114382"/>
                  </a:lnTo>
                  <a:lnTo>
                    <a:pt x="2968620" y="1064664"/>
                  </a:lnTo>
                  <a:lnTo>
                    <a:pt x="2951150" y="1013818"/>
                  </a:lnTo>
                  <a:lnTo>
                    <a:pt x="2931978" y="962130"/>
                  </a:lnTo>
                  <a:lnTo>
                    <a:pt x="2911235" y="909880"/>
                  </a:lnTo>
                  <a:lnTo>
                    <a:pt x="2889050" y="857353"/>
                  </a:lnTo>
                  <a:lnTo>
                    <a:pt x="2865556" y="804832"/>
                  </a:lnTo>
                  <a:lnTo>
                    <a:pt x="2840882" y="752600"/>
                  </a:lnTo>
                  <a:lnTo>
                    <a:pt x="2815160" y="700939"/>
                  </a:lnTo>
                  <a:lnTo>
                    <a:pt x="2788521" y="650133"/>
                  </a:lnTo>
                  <a:lnTo>
                    <a:pt x="2761095" y="600465"/>
                  </a:lnTo>
                  <a:lnTo>
                    <a:pt x="2733013" y="552218"/>
                  </a:lnTo>
                  <a:lnTo>
                    <a:pt x="2704407" y="505675"/>
                  </a:lnTo>
                  <a:lnTo>
                    <a:pt x="2675406" y="461119"/>
                  </a:lnTo>
                  <a:lnTo>
                    <a:pt x="2646142" y="418833"/>
                  </a:lnTo>
                  <a:lnTo>
                    <a:pt x="2616746" y="379101"/>
                  </a:lnTo>
                  <a:lnTo>
                    <a:pt x="2587348" y="342205"/>
                  </a:lnTo>
                  <a:lnTo>
                    <a:pt x="2558080" y="308428"/>
                  </a:lnTo>
                  <a:lnTo>
                    <a:pt x="2529072" y="278053"/>
                  </a:lnTo>
                  <a:lnTo>
                    <a:pt x="2500455" y="251364"/>
                  </a:lnTo>
                  <a:lnTo>
                    <a:pt x="2466520" y="223296"/>
                  </a:lnTo>
                  <a:lnTo>
                    <a:pt x="2430301" y="196882"/>
                  </a:lnTo>
                  <a:lnTo>
                    <a:pt x="2391973" y="172124"/>
                  </a:lnTo>
                  <a:lnTo>
                    <a:pt x="2351710" y="149023"/>
                  </a:lnTo>
                  <a:lnTo>
                    <a:pt x="2309687" y="127579"/>
                  </a:lnTo>
                  <a:lnTo>
                    <a:pt x="2266078" y="107794"/>
                  </a:lnTo>
                  <a:lnTo>
                    <a:pt x="2221057" y="89670"/>
                  </a:lnTo>
                  <a:lnTo>
                    <a:pt x="2174799" y="73207"/>
                  </a:lnTo>
                  <a:lnTo>
                    <a:pt x="2127479" y="58407"/>
                  </a:lnTo>
                  <a:lnTo>
                    <a:pt x="2079270" y="45271"/>
                  </a:lnTo>
                  <a:lnTo>
                    <a:pt x="2030347" y="33799"/>
                  </a:lnTo>
                  <a:lnTo>
                    <a:pt x="1980885" y="23994"/>
                  </a:lnTo>
                  <a:lnTo>
                    <a:pt x="1931057" y="15856"/>
                  </a:lnTo>
                  <a:lnTo>
                    <a:pt x="1881039" y="9386"/>
                  </a:lnTo>
                  <a:lnTo>
                    <a:pt x="1831004" y="4586"/>
                  </a:lnTo>
                  <a:lnTo>
                    <a:pt x="1781128" y="1457"/>
                  </a:lnTo>
                  <a:lnTo>
                    <a:pt x="1731583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6896" y="4448550"/>
              <a:ext cx="3045460" cy="2359660"/>
            </a:xfrm>
            <a:custGeom>
              <a:avLst/>
              <a:gdLst/>
              <a:ahLst/>
              <a:cxnLst/>
              <a:rect l="l" t="t" r="r" b="b"/>
              <a:pathLst>
                <a:path w="3045459" h="2359659">
                  <a:moveTo>
                    <a:pt x="47243" y="2112264"/>
                  </a:moveTo>
                  <a:lnTo>
                    <a:pt x="36575" y="2119884"/>
                  </a:lnTo>
                  <a:lnTo>
                    <a:pt x="41148" y="2127504"/>
                  </a:lnTo>
                  <a:lnTo>
                    <a:pt x="42671" y="2127504"/>
                  </a:lnTo>
                  <a:lnTo>
                    <a:pt x="42671" y="2129028"/>
                  </a:lnTo>
                  <a:lnTo>
                    <a:pt x="77724" y="2153411"/>
                  </a:lnTo>
                  <a:lnTo>
                    <a:pt x="85343" y="2142743"/>
                  </a:lnTo>
                  <a:lnTo>
                    <a:pt x="52482" y="2119884"/>
                  </a:lnTo>
                  <a:lnTo>
                    <a:pt x="51815" y="2119884"/>
                  </a:lnTo>
                  <a:lnTo>
                    <a:pt x="50291" y="2118360"/>
                  </a:lnTo>
                  <a:lnTo>
                    <a:pt x="50901" y="2118360"/>
                  </a:lnTo>
                  <a:lnTo>
                    <a:pt x="47243" y="2112264"/>
                  </a:lnTo>
                  <a:close/>
                </a:path>
                <a:path w="3045459" h="2359659">
                  <a:moveTo>
                    <a:pt x="50291" y="2118360"/>
                  </a:moveTo>
                  <a:lnTo>
                    <a:pt x="51815" y="2119884"/>
                  </a:lnTo>
                  <a:lnTo>
                    <a:pt x="51338" y="2119087"/>
                  </a:lnTo>
                  <a:lnTo>
                    <a:pt x="50291" y="2118360"/>
                  </a:lnTo>
                  <a:close/>
                </a:path>
                <a:path w="3045459" h="2359659">
                  <a:moveTo>
                    <a:pt x="51338" y="2119087"/>
                  </a:moveTo>
                  <a:lnTo>
                    <a:pt x="51815" y="2119884"/>
                  </a:lnTo>
                  <a:lnTo>
                    <a:pt x="52482" y="2119884"/>
                  </a:lnTo>
                  <a:lnTo>
                    <a:pt x="51338" y="2119087"/>
                  </a:lnTo>
                  <a:close/>
                </a:path>
                <a:path w="3045459" h="2359659">
                  <a:moveTo>
                    <a:pt x="50901" y="2118360"/>
                  </a:moveTo>
                  <a:lnTo>
                    <a:pt x="50291" y="2118360"/>
                  </a:lnTo>
                  <a:lnTo>
                    <a:pt x="51338" y="2119087"/>
                  </a:lnTo>
                  <a:lnTo>
                    <a:pt x="50901" y="2118360"/>
                  </a:lnTo>
                  <a:close/>
                </a:path>
                <a:path w="3045459" h="2359659">
                  <a:moveTo>
                    <a:pt x="16763" y="2033015"/>
                  </a:moveTo>
                  <a:lnTo>
                    <a:pt x="4571" y="2034539"/>
                  </a:lnTo>
                  <a:lnTo>
                    <a:pt x="4571" y="2039111"/>
                  </a:lnTo>
                  <a:lnTo>
                    <a:pt x="10667" y="2061971"/>
                  </a:lnTo>
                  <a:lnTo>
                    <a:pt x="18287" y="2084831"/>
                  </a:lnTo>
                  <a:lnTo>
                    <a:pt x="19812" y="2084831"/>
                  </a:lnTo>
                  <a:lnTo>
                    <a:pt x="30479" y="2080259"/>
                  </a:lnTo>
                  <a:lnTo>
                    <a:pt x="30479" y="2078735"/>
                  </a:lnTo>
                  <a:lnTo>
                    <a:pt x="22859" y="2057400"/>
                  </a:lnTo>
                  <a:lnTo>
                    <a:pt x="18287" y="2036064"/>
                  </a:lnTo>
                  <a:lnTo>
                    <a:pt x="16763" y="2033015"/>
                  </a:lnTo>
                  <a:close/>
                </a:path>
                <a:path w="3045459" h="2359659">
                  <a:moveTo>
                    <a:pt x="1524" y="1944623"/>
                  </a:moveTo>
                  <a:lnTo>
                    <a:pt x="0" y="1969007"/>
                  </a:lnTo>
                  <a:lnTo>
                    <a:pt x="0" y="1996439"/>
                  </a:lnTo>
                  <a:lnTo>
                    <a:pt x="12191" y="1994915"/>
                  </a:lnTo>
                  <a:lnTo>
                    <a:pt x="12191" y="1969007"/>
                  </a:lnTo>
                  <a:lnTo>
                    <a:pt x="13715" y="1946147"/>
                  </a:lnTo>
                  <a:lnTo>
                    <a:pt x="1524" y="1944623"/>
                  </a:lnTo>
                  <a:close/>
                </a:path>
                <a:path w="3045459" h="2359659">
                  <a:moveTo>
                    <a:pt x="19812" y="1856231"/>
                  </a:moveTo>
                  <a:lnTo>
                    <a:pt x="16763" y="1868423"/>
                  </a:lnTo>
                  <a:lnTo>
                    <a:pt x="10667" y="1894331"/>
                  </a:lnTo>
                  <a:lnTo>
                    <a:pt x="7619" y="1906523"/>
                  </a:lnTo>
                  <a:lnTo>
                    <a:pt x="19812" y="1908047"/>
                  </a:lnTo>
                  <a:lnTo>
                    <a:pt x="32003" y="1859279"/>
                  </a:lnTo>
                  <a:lnTo>
                    <a:pt x="19812" y="1856231"/>
                  </a:lnTo>
                  <a:close/>
                </a:path>
                <a:path w="3045459" h="2359659">
                  <a:moveTo>
                    <a:pt x="50291" y="1772411"/>
                  </a:moveTo>
                  <a:lnTo>
                    <a:pt x="42671" y="1792223"/>
                  </a:lnTo>
                  <a:lnTo>
                    <a:pt x="32003" y="1818131"/>
                  </a:lnTo>
                  <a:lnTo>
                    <a:pt x="32003" y="1819655"/>
                  </a:lnTo>
                  <a:lnTo>
                    <a:pt x="44195" y="1824227"/>
                  </a:lnTo>
                  <a:lnTo>
                    <a:pt x="44195" y="1822703"/>
                  </a:lnTo>
                  <a:lnTo>
                    <a:pt x="53339" y="1796795"/>
                  </a:lnTo>
                  <a:lnTo>
                    <a:pt x="62483" y="1776983"/>
                  </a:lnTo>
                  <a:lnTo>
                    <a:pt x="50291" y="1772411"/>
                  </a:lnTo>
                  <a:close/>
                </a:path>
                <a:path w="3045459" h="2359659">
                  <a:moveTo>
                    <a:pt x="86867" y="1691639"/>
                  </a:moveTo>
                  <a:lnTo>
                    <a:pt x="65531" y="1737359"/>
                  </a:lnTo>
                  <a:lnTo>
                    <a:pt x="77724" y="1741931"/>
                  </a:lnTo>
                  <a:lnTo>
                    <a:pt x="86867" y="1720595"/>
                  </a:lnTo>
                  <a:lnTo>
                    <a:pt x="99059" y="1696211"/>
                  </a:lnTo>
                  <a:lnTo>
                    <a:pt x="86867" y="1691639"/>
                  </a:lnTo>
                  <a:close/>
                </a:path>
                <a:path w="3045459" h="2359659">
                  <a:moveTo>
                    <a:pt x="128015" y="1612391"/>
                  </a:moveTo>
                  <a:lnTo>
                    <a:pt x="114300" y="1636776"/>
                  </a:lnTo>
                  <a:lnTo>
                    <a:pt x="105155" y="1656588"/>
                  </a:lnTo>
                  <a:lnTo>
                    <a:pt x="115824" y="1662683"/>
                  </a:lnTo>
                  <a:lnTo>
                    <a:pt x="126492" y="1642871"/>
                  </a:lnTo>
                  <a:lnTo>
                    <a:pt x="138683" y="1616963"/>
                  </a:lnTo>
                  <a:lnTo>
                    <a:pt x="128015" y="1612391"/>
                  </a:lnTo>
                  <a:close/>
                </a:path>
                <a:path w="3045459" h="2359659">
                  <a:moveTo>
                    <a:pt x="170687" y="1533143"/>
                  </a:moveTo>
                  <a:lnTo>
                    <a:pt x="169163" y="1534667"/>
                  </a:lnTo>
                  <a:lnTo>
                    <a:pt x="146303" y="1577339"/>
                  </a:lnTo>
                  <a:lnTo>
                    <a:pt x="156972" y="1583435"/>
                  </a:lnTo>
                  <a:lnTo>
                    <a:pt x="179831" y="1540763"/>
                  </a:lnTo>
                  <a:lnTo>
                    <a:pt x="181355" y="1539239"/>
                  </a:lnTo>
                  <a:lnTo>
                    <a:pt x="170687" y="1533143"/>
                  </a:lnTo>
                  <a:close/>
                </a:path>
                <a:path w="3045459" h="2359659">
                  <a:moveTo>
                    <a:pt x="210311" y="1453895"/>
                  </a:moveTo>
                  <a:lnTo>
                    <a:pt x="207263" y="1461515"/>
                  </a:lnTo>
                  <a:lnTo>
                    <a:pt x="195072" y="1485899"/>
                  </a:lnTo>
                  <a:lnTo>
                    <a:pt x="187451" y="1499615"/>
                  </a:lnTo>
                  <a:lnTo>
                    <a:pt x="199644" y="1505711"/>
                  </a:lnTo>
                  <a:lnTo>
                    <a:pt x="205739" y="1491995"/>
                  </a:lnTo>
                  <a:lnTo>
                    <a:pt x="217931" y="1467611"/>
                  </a:lnTo>
                  <a:lnTo>
                    <a:pt x="222503" y="1459991"/>
                  </a:lnTo>
                  <a:lnTo>
                    <a:pt x="210311" y="1453895"/>
                  </a:lnTo>
                  <a:close/>
                </a:path>
                <a:path w="3045459" h="2359659">
                  <a:moveTo>
                    <a:pt x="248411" y="1374647"/>
                  </a:moveTo>
                  <a:lnTo>
                    <a:pt x="240792" y="1391411"/>
                  </a:lnTo>
                  <a:lnTo>
                    <a:pt x="230124" y="1414271"/>
                  </a:lnTo>
                  <a:lnTo>
                    <a:pt x="227075" y="1420367"/>
                  </a:lnTo>
                  <a:lnTo>
                    <a:pt x="239268" y="1426464"/>
                  </a:lnTo>
                  <a:lnTo>
                    <a:pt x="242315" y="1420367"/>
                  </a:lnTo>
                  <a:lnTo>
                    <a:pt x="252983" y="1395983"/>
                  </a:lnTo>
                  <a:lnTo>
                    <a:pt x="259079" y="1379220"/>
                  </a:lnTo>
                  <a:lnTo>
                    <a:pt x="248411" y="1374647"/>
                  </a:lnTo>
                  <a:close/>
                </a:path>
                <a:path w="3045459" h="2359659">
                  <a:moveTo>
                    <a:pt x="278892" y="1290827"/>
                  </a:moveTo>
                  <a:lnTo>
                    <a:pt x="274320" y="1304543"/>
                  </a:lnTo>
                  <a:lnTo>
                    <a:pt x="262127" y="1339595"/>
                  </a:lnTo>
                  <a:lnTo>
                    <a:pt x="272796" y="1342643"/>
                  </a:lnTo>
                  <a:lnTo>
                    <a:pt x="286511" y="1309115"/>
                  </a:lnTo>
                  <a:lnTo>
                    <a:pt x="291083" y="1295399"/>
                  </a:lnTo>
                  <a:lnTo>
                    <a:pt x="278892" y="1290827"/>
                  </a:lnTo>
                  <a:close/>
                </a:path>
                <a:path w="3045459" h="2359659">
                  <a:moveTo>
                    <a:pt x="306324" y="1207008"/>
                  </a:moveTo>
                  <a:lnTo>
                    <a:pt x="301751" y="1222247"/>
                  </a:lnTo>
                  <a:lnTo>
                    <a:pt x="291083" y="1255775"/>
                  </a:lnTo>
                  <a:lnTo>
                    <a:pt x="301751" y="1258823"/>
                  </a:lnTo>
                  <a:lnTo>
                    <a:pt x="313944" y="1225295"/>
                  </a:lnTo>
                  <a:lnTo>
                    <a:pt x="318515" y="1210055"/>
                  </a:lnTo>
                  <a:lnTo>
                    <a:pt x="306324" y="1207008"/>
                  </a:lnTo>
                  <a:close/>
                </a:path>
                <a:path w="3045459" h="2359659">
                  <a:moveTo>
                    <a:pt x="333755" y="1121664"/>
                  </a:moveTo>
                  <a:lnTo>
                    <a:pt x="326135" y="1141475"/>
                  </a:lnTo>
                  <a:lnTo>
                    <a:pt x="316992" y="1170431"/>
                  </a:lnTo>
                  <a:lnTo>
                    <a:pt x="329183" y="1175003"/>
                  </a:lnTo>
                  <a:lnTo>
                    <a:pt x="338327" y="1146047"/>
                  </a:lnTo>
                  <a:lnTo>
                    <a:pt x="344424" y="1126235"/>
                  </a:lnTo>
                  <a:lnTo>
                    <a:pt x="333755" y="1121664"/>
                  </a:lnTo>
                  <a:close/>
                </a:path>
                <a:path w="3045459" h="2359659">
                  <a:moveTo>
                    <a:pt x="362711" y="1037843"/>
                  </a:moveTo>
                  <a:lnTo>
                    <a:pt x="352044" y="1065275"/>
                  </a:lnTo>
                  <a:lnTo>
                    <a:pt x="345948" y="1085087"/>
                  </a:lnTo>
                  <a:lnTo>
                    <a:pt x="356615" y="1089659"/>
                  </a:lnTo>
                  <a:lnTo>
                    <a:pt x="364235" y="1069847"/>
                  </a:lnTo>
                  <a:lnTo>
                    <a:pt x="374903" y="1042415"/>
                  </a:lnTo>
                  <a:lnTo>
                    <a:pt x="362711" y="1037843"/>
                  </a:lnTo>
                  <a:close/>
                </a:path>
                <a:path w="3045459" h="2359659">
                  <a:moveTo>
                    <a:pt x="396239" y="955547"/>
                  </a:moveTo>
                  <a:lnTo>
                    <a:pt x="382524" y="989075"/>
                  </a:lnTo>
                  <a:lnTo>
                    <a:pt x="376427" y="1002791"/>
                  </a:lnTo>
                  <a:lnTo>
                    <a:pt x="388620" y="1007363"/>
                  </a:lnTo>
                  <a:lnTo>
                    <a:pt x="393192" y="993647"/>
                  </a:lnTo>
                  <a:lnTo>
                    <a:pt x="408431" y="960119"/>
                  </a:lnTo>
                  <a:lnTo>
                    <a:pt x="396239" y="955547"/>
                  </a:lnTo>
                  <a:close/>
                </a:path>
                <a:path w="3045459" h="2359659">
                  <a:moveTo>
                    <a:pt x="437387" y="876299"/>
                  </a:moveTo>
                  <a:lnTo>
                    <a:pt x="426720" y="894587"/>
                  </a:lnTo>
                  <a:lnTo>
                    <a:pt x="417575" y="912875"/>
                  </a:lnTo>
                  <a:lnTo>
                    <a:pt x="413003" y="920495"/>
                  </a:lnTo>
                  <a:lnTo>
                    <a:pt x="425196" y="926591"/>
                  </a:lnTo>
                  <a:lnTo>
                    <a:pt x="428244" y="918971"/>
                  </a:lnTo>
                  <a:lnTo>
                    <a:pt x="449579" y="882395"/>
                  </a:lnTo>
                  <a:lnTo>
                    <a:pt x="437387" y="876299"/>
                  </a:lnTo>
                  <a:close/>
                </a:path>
                <a:path w="3045459" h="2359659">
                  <a:moveTo>
                    <a:pt x="486155" y="800099"/>
                  </a:moveTo>
                  <a:lnTo>
                    <a:pt x="473963" y="816863"/>
                  </a:lnTo>
                  <a:lnTo>
                    <a:pt x="461772" y="836675"/>
                  </a:lnTo>
                  <a:lnTo>
                    <a:pt x="457200" y="842771"/>
                  </a:lnTo>
                  <a:lnTo>
                    <a:pt x="467868" y="850391"/>
                  </a:lnTo>
                  <a:lnTo>
                    <a:pt x="472439" y="842771"/>
                  </a:lnTo>
                  <a:lnTo>
                    <a:pt x="484631" y="824483"/>
                  </a:lnTo>
                  <a:lnTo>
                    <a:pt x="496824" y="807719"/>
                  </a:lnTo>
                  <a:lnTo>
                    <a:pt x="486155" y="800099"/>
                  </a:lnTo>
                  <a:close/>
                </a:path>
                <a:path w="3045459" h="2359659">
                  <a:moveTo>
                    <a:pt x="541020" y="729995"/>
                  </a:moveTo>
                  <a:lnTo>
                    <a:pt x="533400" y="737615"/>
                  </a:lnTo>
                  <a:lnTo>
                    <a:pt x="518159" y="758951"/>
                  </a:lnTo>
                  <a:lnTo>
                    <a:pt x="509015" y="769619"/>
                  </a:lnTo>
                  <a:lnTo>
                    <a:pt x="518159" y="777239"/>
                  </a:lnTo>
                  <a:lnTo>
                    <a:pt x="527303" y="766571"/>
                  </a:lnTo>
                  <a:lnTo>
                    <a:pt x="544068" y="746759"/>
                  </a:lnTo>
                  <a:lnTo>
                    <a:pt x="550163" y="737615"/>
                  </a:lnTo>
                  <a:lnTo>
                    <a:pt x="541020" y="729995"/>
                  </a:lnTo>
                  <a:close/>
                </a:path>
                <a:path w="3045459" h="2359659">
                  <a:moveTo>
                    <a:pt x="601979" y="664463"/>
                  </a:moveTo>
                  <a:lnTo>
                    <a:pt x="595883" y="672083"/>
                  </a:lnTo>
                  <a:lnTo>
                    <a:pt x="566927" y="701039"/>
                  </a:lnTo>
                  <a:lnTo>
                    <a:pt x="576072" y="710183"/>
                  </a:lnTo>
                  <a:lnTo>
                    <a:pt x="588263" y="696467"/>
                  </a:lnTo>
                  <a:lnTo>
                    <a:pt x="611124" y="673607"/>
                  </a:lnTo>
                  <a:lnTo>
                    <a:pt x="601979" y="664463"/>
                  </a:lnTo>
                  <a:close/>
                </a:path>
                <a:path w="3045459" h="2359659">
                  <a:moveTo>
                    <a:pt x="662939" y="600455"/>
                  </a:moveTo>
                  <a:lnTo>
                    <a:pt x="650748" y="612647"/>
                  </a:lnTo>
                  <a:lnTo>
                    <a:pt x="630935" y="633983"/>
                  </a:lnTo>
                  <a:lnTo>
                    <a:pt x="627887" y="637031"/>
                  </a:lnTo>
                  <a:lnTo>
                    <a:pt x="637031" y="646175"/>
                  </a:lnTo>
                  <a:lnTo>
                    <a:pt x="640079" y="641603"/>
                  </a:lnTo>
                  <a:lnTo>
                    <a:pt x="672083" y="609599"/>
                  </a:lnTo>
                  <a:lnTo>
                    <a:pt x="662939" y="600455"/>
                  </a:lnTo>
                  <a:close/>
                </a:path>
                <a:path w="3045459" h="2359659">
                  <a:moveTo>
                    <a:pt x="723900" y="536447"/>
                  </a:moveTo>
                  <a:lnTo>
                    <a:pt x="714755" y="545591"/>
                  </a:lnTo>
                  <a:lnTo>
                    <a:pt x="693420" y="568451"/>
                  </a:lnTo>
                  <a:lnTo>
                    <a:pt x="688848" y="573023"/>
                  </a:lnTo>
                  <a:lnTo>
                    <a:pt x="697992" y="580643"/>
                  </a:lnTo>
                  <a:lnTo>
                    <a:pt x="702563" y="577595"/>
                  </a:lnTo>
                  <a:lnTo>
                    <a:pt x="723900" y="554735"/>
                  </a:lnTo>
                  <a:lnTo>
                    <a:pt x="733044" y="544067"/>
                  </a:lnTo>
                  <a:lnTo>
                    <a:pt x="723900" y="536447"/>
                  </a:lnTo>
                  <a:close/>
                </a:path>
                <a:path w="3045459" h="2359659">
                  <a:moveTo>
                    <a:pt x="786383" y="472439"/>
                  </a:moveTo>
                  <a:lnTo>
                    <a:pt x="762000" y="496823"/>
                  </a:lnTo>
                  <a:lnTo>
                    <a:pt x="751331" y="509015"/>
                  </a:lnTo>
                  <a:lnTo>
                    <a:pt x="760476" y="516635"/>
                  </a:lnTo>
                  <a:lnTo>
                    <a:pt x="795527" y="481583"/>
                  </a:lnTo>
                  <a:lnTo>
                    <a:pt x="786383" y="472439"/>
                  </a:lnTo>
                  <a:close/>
                </a:path>
                <a:path w="3045459" h="2359659">
                  <a:moveTo>
                    <a:pt x="850392" y="409955"/>
                  </a:moveTo>
                  <a:lnTo>
                    <a:pt x="838200" y="420623"/>
                  </a:lnTo>
                  <a:lnTo>
                    <a:pt x="813815" y="445007"/>
                  </a:lnTo>
                  <a:lnTo>
                    <a:pt x="822959" y="454151"/>
                  </a:lnTo>
                  <a:lnTo>
                    <a:pt x="858011" y="419099"/>
                  </a:lnTo>
                  <a:lnTo>
                    <a:pt x="850392" y="409955"/>
                  </a:lnTo>
                  <a:close/>
                </a:path>
                <a:path w="3045459" h="2359659">
                  <a:moveTo>
                    <a:pt x="914400" y="348995"/>
                  </a:moveTo>
                  <a:lnTo>
                    <a:pt x="891539" y="370331"/>
                  </a:lnTo>
                  <a:lnTo>
                    <a:pt x="877824" y="384047"/>
                  </a:lnTo>
                  <a:lnTo>
                    <a:pt x="886968" y="393191"/>
                  </a:lnTo>
                  <a:lnTo>
                    <a:pt x="900683" y="379475"/>
                  </a:lnTo>
                  <a:lnTo>
                    <a:pt x="923544" y="358139"/>
                  </a:lnTo>
                  <a:lnTo>
                    <a:pt x="914400" y="348995"/>
                  </a:lnTo>
                  <a:close/>
                </a:path>
                <a:path w="3045459" h="2359659">
                  <a:moveTo>
                    <a:pt x="981455" y="289559"/>
                  </a:moveTo>
                  <a:lnTo>
                    <a:pt x="947927" y="318515"/>
                  </a:lnTo>
                  <a:lnTo>
                    <a:pt x="943355" y="323087"/>
                  </a:lnTo>
                  <a:lnTo>
                    <a:pt x="952500" y="332231"/>
                  </a:lnTo>
                  <a:lnTo>
                    <a:pt x="957072" y="327659"/>
                  </a:lnTo>
                  <a:lnTo>
                    <a:pt x="990600" y="300227"/>
                  </a:lnTo>
                  <a:lnTo>
                    <a:pt x="981455" y="289559"/>
                  </a:lnTo>
                  <a:close/>
                </a:path>
                <a:path w="3045459" h="2359659">
                  <a:moveTo>
                    <a:pt x="1050035" y="233171"/>
                  </a:moveTo>
                  <a:lnTo>
                    <a:pt x="1036320" y="245363"/>
                  </a:lnTo>
                  <a:lnTo>
                    <a:pt x="1010411" y="265175"/>
                  </a:lnTo>
                  <a:lnTo>
                    <a:pt x="1019555" y="274319"/>
                  </a:lnTo>
                  <a:lnTo>
                    <a:pt x="1043939" y="254507"/>
                  </a:lnTo>
                  <a:lnTo>
                    <a:pt x="1059179" y="243839"/>
                  </a:lnTo>
                  <a:lnTo>
                    <a:pt x="1050035" y="233171"/>
                  </a:lnTo>
                  <a:close/>
                </a:path>
                <a:path w="3045459" h="2359659">
                  <a:moveTo>
                    <a:pt x="1121663" y="179831"/>
                  </a:moveTo>
                  <a:lnTo>
                    <a:pt x="1095755" y="199643"/>
                  </a:lnTo>
                  <a:lnTo>
                    <a:pt x="1080515" y="210311"/>
                  </a:lnTo>
                  <a:lnTo>
                    <a:pt x="1088135" y="219455"/>
                  </a:lnTo>
                  <a:lnTo>
                    <a:pt x="1129283" y="190499"/>
                  </a:lnTo>
                  <a:lnTo>
                    <a:pt x="1121663" y="179831"/>
                  </a:lnTo>
                  <a:close/>
                </a:path>
                <a:path w="3045459" h="2359659">
                  <a:moveTo>
                    <a:pt x="1197863" y="131063"/>
                  </a:moveTo>
                  <a:lnTo>
                    <a:pt x="1187196" y="137159"/>
                  </a:lnTo>
                  <a:lnTo>
                    <a:pt x="1156715" y="156971"/>
                  </a:lnTo>
                  <a:lnTo>
                    <a:pt x="1153668" y="158495"/>
                  </a:lnTo>
                  <a:lnTo>
                    <a:pt x="1161287" y="169163"/>
                  </a:lnTo>
                  <a:lnTo>
                    <a:pt x="1164335" y="167639"/>
                  </a:lnTo>
                  <a:lnTo>
                    <a:pt x="1194815" y="147827"/>
                  </a:lnTo>
                  <a:lnTo>
                    <a:pt x="1203959" y="141731"/>
                  </a:lnTo>
                  <a:lnTo>
                    <a:pt x="1197863" y="131063"/>
                  </a:lnTo>
                  <a:close/>
                </a:path>
                <a:path w="3045459" h="2359659">
                  <a:moveTo>
                    <a:pt x="1275587" y="88391"/>
                  </a:moveTo>
                  <a:lnTo>
                    <a:pt x="1249679" y="102107"/>
                  </a:lnTo>
                  <a:lnTo>
                    <a:pt x="1229868" y="111251"/>
                  </a:lnTo>
                  <a:lnTo>
                    <a:pt x="1235963" y="123443"/>
                  </a:lnTo>
                  <a:lnTo>
                    <a:pt x="1281683" y="99059"/>
                  </a:lnTo>
                  <a:lnTo>
                    <a:pt x="1275587" y="88391"/>
                  </a:lnTo>
                  <a:close/>
                </a:path>
                <a:path w="3045459" h="2359659">
                  <a:moveTo>
                    <a:pt x="1357883" y="53339"/>
                  </a:moveTo>
                  <a:lnTo>
                    <a:pt x="1342644" y="59435"/>
                  </a:lnTo>
                  <a:lnTo>
                    <a:pt x="1310639" y="71627"/>
                  </a:lnTo>
                  <a:lnTo>
                    <a:pt x="1315211" y="83819"/>
                  </a:lnTo>
                  <a:lnTo>
                    <a:pt x="1316735" y="83819"/>
                  </a:lnTo>
                  <a:lnTo>
                    <a:pt x="1362455" y="65531"/>
                  </a:lnTo>
                  <a:lnTo>
                    <a:pt x="1357883" y="53339"/>
                  </a:lnTo>
                  <a:close/>
                </a:path>
                <a:path w="3045459" h="2359659">
                  <a:moveTo>
                    <a:pt x="1444752" y="28955"/>
                  </a:moveTo>
                  <a:lnTo>
                    <a:pt x="1437131" y="30479"/>
                  </a:lnTo>
                  <a:lnTo>
                    <a:pt x="1394459" y="42671"/>
                  </a:lnTo>
                  <a:lnTo>
                    <a:pt x="1399031" y="54863"/>
                  </a:lnTo>
                  <a:lnTo>
                    <a:pt x="1408176" y="51815"/>
                  </a:lnTo>
                  <a:lnTo>
                    <a:pt x="1440179" y="42671"/>
                  </a:lnTo>
                  <a:lnTo>
                    <a:pt x="1446276" y="41147"/>
                  </a:lnTo>
                  <a:lnTo>
                    <a:pt x="1444752" y="28955"/>
                  </a:lnTo>
                  <a:close/>
                </a:path>
                <a:path w="3045459" h="2359659">
                  <a:moveTo>
                    <a:pt x="1531620" y="12191"/>
                  </a:moveTo>
                  <a:lnTo>
                    <a:pt x="1505711" y="16763"/>
                  </a:lnTo>
                  <a:lnTo>
                    <a:pt x="1481327" y="21335"/>
                  </a:lnTo>
                  <a:lnTo>
                    <a:pt x="1484376" y="33527"/>
                  </a:lnTo>
                  <a:lnTo>
                    <a:pt x="1508759" y="28955"/>
                  </a:lnTo>
                  <a:lnTo>
                    <a:pt x="1534668" y="25907"/>
                  </a:lnTo>
                  <a:lnTo>
                    <a:pt x="1531620" y="12191"/>
                  </a:lnTo>
                  <a:close/>
                </a:path>
                <a:path w="3045459" h="2359659">
                  <a:moveTo>
                    <a:pt x="1621535" y="3047"/>
                  </a:moveTo>
                  <a:lnTo>
                    <a:pt x="1613915" y="3047"/>
                  </a:lnTo>
                  <a:lnTo>
                    <a:pt x="1577339" y="7619"/>
                  </a:lnTo>
                  <a:lnTo>
                    <a:pt x="1569720" y="7619"/>
                  </a:lnTo>
                  <a:lnTo>
                    <a:pt x="1571244" y="19811"/>
                  </a:lnTo>
                  <a:lnTo>
                    <a:pt x="1578863" y="19811"/>
                  </a:lnTo>
                  <a:lnTo>
                    <a:pt x="1615439" y="16763"/>
                  </a:lnTo>
                  <a:lnTo>
                    <a:pt x="1621535" y="15239"/>
                  </a:lnTo>
                  <a:lnTo>
                    <a:pt x="1621535" y="3047"/>
                  </a:lnTo>
                  <a:close/>
                </a:path>
                <a:path w="3045459" h="2359659">
                  <a:moveTo>
                    <a:pt x="1709927" y="0"/>
                  </a:moveTo>
                  <a:lnTo>
                    <a:pt x="1690115" y="0"/>
                  </a:lnTo>
                  <a:lnTo>
                    <a:pt x="1659635" y="1523"/>
                  </a:lnTo>
                  <a:lnTo>
                    <a:pt x="1659635" y="13715"/>
                  </a:lnTo>
                  <a:lnTo>
                    <a:pt x="1690115" y="12191"/>
                  </a:lnTo>
                  <a:lnTo>
                    <a:pt x="1709927" y="12191"/>
                  </a:lnTo>
                  <a:lnTo>
                    <a:pt x="1709927" y="0"/>
                  </a:lnTo>
                  <a:close/>
                </a:path>
                <a:path w="3045459" h="2359659">
                  <a:moveTo>
                    <a:pt x="1767839" y="0"/>
                  </a:moveTo>
                  <a:lnTo>
                    <a:pt x="1748027" y="0"/>
                  </a:lnTo>
                  <a:lnTo>
                    <a:pt x="1748027" y="12191"/>
                  </a:lnTo>
                  <a:lnTo>
                    <a:pt x="1766315" y="13715"/>
                  </a:lnTo>
                  <a:lnTo>
                    <a:pt x="1798320" y="15239"/>
                  </a:lnTo>
                  <a:lnTo>
                    <a:pt x="1799844" y="1523"/>
                  </a:lnTo>
                  <a:lnTo>
                    <a:pt x="1767839" y="0"/>
                  </a:lnTo>
                  <a:close/>
                </a:path>
                <a:path w="3045459" h="2359659">
                  <a:moveTo>
                    <a:pt x="1845563" y="4571"/>
                  </a:moveTo>
                  <a:lnTo>
                    <a:pt x="1837944" y="4571"/>
                  </a:lnTo>
                  <a:lnTo>
                    <a:pt x="1836420" y="16763"/>
                  </a:lnTo>
                  <a:lnTo>
                    <a:pt x="1844039" y="18287"/>
                  </a:lnTo>
                  <a:lnTo>
                    <a:pt x="1883663" y="21335"/>
                  </a:lnTo>
                  <a:lnTo>
                    <a:pt x="1886711" y="22859"/>
                  </a:lnTo>
                  <a:lnTo>
                    <a:pt x="1888235" y="9143"/>
                  </a:lnTo>
                  <a:lnTo>
                    <a:pt x="1885187" y="9143"/>
                  </a:lnTo>
                  <a:lnTo>
                    <a:pt x="1845563" y="4571"/>
                  </a:lnTo>
                  <a:close/>
                </a:path>
                <a:path w="3045459" h="2359659">
                  <a:moveTo>
                    <a:pt x="1926335" y="13715"/>
                  </a:moveTo>
                  <a:lnTo>
                    <a:pt x="1924811" y="27431"/>
                  </a:lnTo>
                  <a:lnTo>
                    <a:pt x="1961387" y="32003"/>
                  </a:lnTo>
                  <a:lnTo>
                    <a:pt x="1975103" y="35051"/>
                  </a:lnTo>
                  <a:lnTo>
                    <a:pt x="1976627" y="22859"/>
                  </a:lnTo>
                  <a:lnTo>
                    <a:pt x="1962911" y="19811"/>
                  </a:lnTo>
                  <a:lnTo>
                    <a:pt x="1926335" y="13715"/>
                  </a:lnTo>
                  <a:close/>
                </a:path>
                <a:path w="3045459" h="2359659">
                  <a:moveTo>
                    <a:pt x="2014727" y="28955"/>
                  </a:moveTo>
                  <a:lnTo>
                    <a:pt x="2011679" y="41147"/>
                  </a:lnTo>
                  <a:lnTo>
                    <a:pt x="2037587" y="47243"/>
                  </a:lnTo>
                  <a:lnTo>
                    <a:pt x="2061972" y="51815"/>
                  </a:lnTo>
                  <a:lnTo>
                    <a:pt x="2063496" y="39623"/>
                  </a:lnTo>
                  <a:lnTo>
                    <a:pt x="2040635" y="35051"/>
                  </a:lnTo>
                  <a:lnTo>
                    <a:pt x="2014727" y="28955"/>
                  </a:lnTo>
                  <a:close/>
                </a:path>
                <a:path w="3045459" h="2359659">
                  <a:moveTo>
                    <a:pt x="2101596" y="48767"/>
                  </a:moveTo>
                  <a:lnTo>
                    <a:pt x="2098548" y="60959"/>
                  </a:lnTo>
                  <a:lnTo>
                    <a:pt x="2113787" y="65531"/>
                  </a:lnTo>
                  <a:lnTo>
                    <a:pt x="2147315" y="76199"/>
                  </a:lnTo>
                  <a:lnTo>
                    <a:pt x="2150363" y="64007"/>
                  </a:lnTo>
                  <a:lnTo>
                    <a:pt x="2116835" y="53339"/>
                  </a:lnTo>
                  <a:lnTo>
                    <a:pt x="2101596" y="48767"/>
                  </a:lnTo>
                  <a:close/>
                </a:path>
                <a:path w="3045459" h="2359659">
                  <a:moveTo>
                    <a:pt x="2186939" y="74675"/>
                  </a:moveTo>
                  <a:lnTo>
                    <a:pt x="2182368" y="86867"/>
                  </a:lnTo>
                  <a:lnTo>
                    <a:pt x="2188463" y="88391"/>
                  </a:lnTo>
                  <a:lnTo>
                    <a:pt x="2223515" y="102107"/>
                  </a:lnTo>
                  <a:lnTo>
                    <a:pt x="2229611" y="103631"/>
                  </a:lnTo>
                  <a:lnTo>
                    <a:pt x="2235707" y="92963"/>
                  </a:lnTo>
                  <a:lnTo>
                    <a:pt x="2228087" y="89915"/>
                  </a:lnTo>
                  <a:lnTo>
                    <a:pt x="2191511" y="76199"/>
                  </a:lnTo>
                  <a:lnTo>
                    <a:pt x="2186939" y="74675"/>
                  </a:lnTo>
                  <a:close/>
                </a:path>
                <a:path w="3045459" h="2359659">
                  <a:moveTo>
                    <a:pt x="2270759" y="106679"/>
                  </a:moveTo>
                  <a:lnTo>
                    <a:pt x="2266187" y="118871"/>
                  </a:lnTo>
                  <a:lnTo>
                    <a:pt x="2293620" y="129539"/>
                  </a:lnTo>
                  <a:lnTo>
                    <a:pt x="2311907" y="138683"/>
                  </a:lnTo>
                  <a:lnTo>
                    <a:pt x="2316479" y="128015"/>
                  </a:lnTo>
                  <a:lnTo>
                    <a:pt x="2298192" y="118871"/>
                  </a:lnTo>
                  <a:lnTo>
                    <a:pt x="2270759" y="106679"/>
                  </a:lnTo>
                  <a:close/>
                </a:path>
                <a:path w="3045459" h="2359659">
                  <a:moveTo>
                    <a:pt x="2351531" y="144779"/>
                  </a:moveTo>
                  <a:lnTo>
                    <a:pt x="2345435" y="155447"/>
                  </a:lnTo>
                  <a:lnTo>
                    <a:pt x="2389631" y="179831"/>
                  </a:lnTo>
                  <a:lnTo>
                    <a:pt x="2395728" y="169163"/>
                  </a:lnTo>
                  <a:lnTo>
                    <a:pt x="2351531" y="144779"/>
                  </a:lnTo>
                  <a:close/>
                </a:path>
                <a:path w="3045459" h="2359659">
                  <a:moveTo>
                    <a:pt x="2429255" y="190499"/>
                  </a:moveTo>
                  <a:lnTo>
                    <a:pt x="2421635" y="199643"/>
                  </a:lnTo>
                  <a:lnTo>
                    <a:pt x="2449068" y="219455"/>
                  </a:lnTo>
                  <a:lnTo>
                    <a:pt x="2462783" y="230123"/>
                  </a:lnTo>
                  <a:lnTo>
                    <a:pt x="2470404" y="219455"/>
                  </a:lnTo>
                  <a:lnTo>
                    <a:pt x="2456687" y="208787"/>
                  </a:lnTo>
                  <a:lnTo>
                    <a:pt x="2429255" y="190499"/>
                  </a:lnTo>
                  <a:close/>
                </a:path>
                <a:path w="3045459" h="2359659">
                  <a:moveTo>
                    <a:pt x="2500883" y="243839"/>
                  </a:moveTo>
                  <a:lnTo>
                    <a:pt x="2491739" y="252983"/>
                  </a:lnTo>
                  <a:lnTo>
                    <a:pt x="2503931" y="262127"/>
                  </a:lnTo>
                  <a:lnTo>
                    <a:pt x="2516124" y="272795"/>
                  </a:lnTo>
                  <a:lnTo>
                    <a:pt x="2528315" y="286511"/>
                  </a:lnTo>
                  <a:lnTo>
                    <a:pt x="2529839" y="286511"/>
                  </a:lnTo>
                  <a:lnTo>
                    <a:pt x="2538983" y="277367"/>
                  </a:lnTo>
                  <a:lnTo>
                    <a:pt x="2537459" y="277367"/>
                  </a:lnTo>
                  <a:lnTo>
                    <a:pt x="2523744" y="263651"/>
                  </a:lnTo>
                  <a:lnTo>
                    <a:pt x="2511552" y="252983"/>
                  </a:lnTo>
                  <a:lnTo>
                    <a:pt x="2500883" y="243839"/>
                  </a:lnTo>
                  <a:close/>
                </a:path>
                <a:path w="3045459" h="2359659">
                  <a:moveTo>
                    <a:pt x="2564892" y="304799"/>
                  </a:moveTo>
                  <a:lnTo>
                    <a:pt x="2555748" y="313943"/>
                  </a:lnTo>
                  <a:lnTo>
                    <a:pt x="2567939" y="327659"/>
                  </a:lnTo>
                  <a:lnTo>
                    <a:pt x="2581655" y="342899"/>
                  </a:lnTo>
                  <a:lnTo>
                    <a:pt x="2589276" y="352043"/>
                  </a:lnTo>
                  <a:lnTo>
                    <a:pt x="2598420" y="344423"/>
                  </a:lnTo>
                  <a:lnTo>
                    <a:pt x="2590800" y="333755"/>
                  </a:lnTo>
                  <a:lnTo>
                    <a:pt x="2577083" y="318515"/>
                  </a:lnTo>
                  <a:lnTo>
                    <a:pt x="2564892" y="304799"/>
                  </a:lnTo>
                  <a:close/>
                </a:path>
                <a:path w="3045459" h="2359659">
                  <a:moveTo>
                    <a:pt x="2622804" y="373379"/>
                  </a:moveTo>
                  <a:lnTo>
                    <a:pt x="2612135" y="380999"/>
                  </a:lnTo>
                  <a:lnTo>
                    <a:pt x="2621279" y="391667"/>
                  </a:lnTo>
                  <a:lnTo>
                    <a:pt x="2633472" y="409955"/>
                  </a:lnTo>
                  <a:lnTo>
                    <a:pt x="2642615" y="422147"/>
                  </a:lnTo>
                  <a:lnTo>
                    <a:pt x="2653283" y="414527"/>
                  </a:lnTo>
                  <a:lnTo>
                    <a:pt x="2630424" y="384047"/>
                  </a:lnTo>
                  <a:lnTo>
                    <a:pt x="2622804" y="373379"/>
                  </a:lnTo>
                  <a:close/>
                </a:path>
                <a:path w="3045459" h="2359659">
                  <a:moveTo>
                    <a:pt x="2674620" y="446531"/>
                  </a:moveTo>
                  <a:lnTo>
                    <a:pt x="2663952" y="452627"/>
                  </a:lnTo>
                  <a:lnTo>
                    <a:pt x="2686811" y="486155"/>
                  </a:lnTo>
                  <a:lnTo>
                    <a:pt x="2692907" y="495299"/>
                  </a:lnTo>
                  <a:lnTo>
                    <a:pt x="2703576" y="487679"/>
                  </a:lnTo>
                  <a:lnTo>
                    <a:pt x="2697479" y="478535"/>
                  </a:lnTo>
                  <a:lnTo>
                    <a:pt x="2674620" y="446531"/>
                  </a:lnTo>
                  <a:close/>
                </a:path>
                <a:path w="3045459" h="2359659">
                  <a:moveTo>
                    <a:pt x="2723387" y="521207"/>
                  </a:moveTo>
                  <a:lnTo>
                    <a:pt x="2712720" y="527303"/>
                  </a:lnTo>
                  <a:lnTo>
                    <a:pt x="2738628" y="568451"/>
                  </a:lnTo>
                  <a:lnTo>
                    <a:pt x="2740152" y="569975"/>
                  </a:lnTo>
                  <a:lnTo>
                    <a:pt x="2750820" y="563879"/>
                  </a:lnTo>
                  <a:lnTo>
                    <a:pt x="2749296" y="562355"/>
                  </a:lnTo>
                  <a:lnTo>
                    <a:pt x="2723387" y="521207"/>
                  </a:lnTo>
                  <a:close/>
                </a:path>
                <a:path w="3045459" h="2359659">
                  <a:moveTo>
                    <a:pt x="2769107" y="597407"/>
                  </a:moveTo>
                  <a:lnTo>
                    <a:pt x="2758439" y="603503"/>
                  </a:lnTo>
                  <a:lnTo>
                    <a:pt x="2764535" y="612647"/>
                  </a:lnTo>
                  <a:lnTo>
                    <a:pt x="2782824" y="647699"/>
                  </a:lnTo>
                  <a:lnTo>
                    <a:pt x="2795015" y="641603"/>
                  </a:lnTo>
                  <a:lnTo>
                    <a:pt x="2775204" y="606551"/>
                  </a:lnTo>
                  <a:lnTo>
                    <a:pt x="2769107" y="597407"/>
                  </a:lnTo>
                  <a:close/>
                </a:path>
                <a:path w="3045459" h="2359659">
                  <a:moveTo>
                    <a:pt x="2811779" y="675131"/>
                  </a:moveTo>
                  <a:lnTo>
                    <a:pt x="2801111" y="681227"/>
                  </a:lnTo>
                  <a:lnTo>
                    <a:pt x="2813304" y="704087"/>
                  </a:lnTo>
                  <a:lnTo>
                    <a:pt x="2823972" y="726947"/>
                  </a:lnTo>
                  <a:lnTo>
                    <a:pt x="2836163" y="720851"/>
                  </a:lnTo>
                  <a:lnTo>
                    <a:pt x="2811779" y="675131"/>
                  </a:lnTo>
                  <a:close/>
                </a:path>
                <a:path w="3045459" h="2359659">
                  <a:moveTo>
                    <a:pt x="2852928" y="754379"/>
                  </a:moveTo>
                  <a:lnTo>
                    <a:pt x="2840735" y="760475"/>
                  </a:lnTo>
                  <a:lnTo>
                    <a:pt x="2863596" y="806195"/>
                  </a:lnTo>
                  <a:lnTo>
                    <a:pt x="2874263" y="800099"/>
                  </a:lnTo>
                  <a:lnTo>
                    <a:pt x="2869692" y="790955"/>
                  </a:lnTo>
                  <a:lnTo>
                    <a:pt x="2852928" y="754379"/>
                  </a:lnTo>
                  <a:close/>
                </a:path>
                <a:path w="3045459" h="2359659">
                  <a:moveTo>
                    <a:pt x="2891028" y="835151"/>
                  </a:moveTo>
                  <a:lnTo>
                    <a:pt x="2878835" y="841247"/>
                  </a:lnTo>
                  <a:lnTo>
                    <a:pt x="2880359" y="844295"/>
                  </a:lnTo>
                  <a:lnTo>
                    <a:pt x="2898648" y="886967"/>
                  </a:lnTo>
                  <a:lnTo>
                    <a:pt x="2910839" y="882395"/>
                  </a:lnTo>
                  <a:lnTo>
                    <a:pt x="2892552" y="839723"/>
                  </a:lnTo>
                  <a:lnTo>
                    <a:pt x="2891028" y="835151"/>
                  </a:lnTo>
                  <a:close/>
                </a:path>
                <a:path w="3045459" h="2359659">
                  <a:moveTo>
                    <a:pt x="2926079" y="917447"/>
                  </a:moveTo>
                  <a:lnTo>
                    <a:pt x="2913887" y="922019"/>
                  </a:lnTo>
                  <a:lnTo>
                    <a:pt x="2919983" y="938783"/>
                  </a:lnTo>
                  <a:lnTo>
                    <a:pt x="2932176" y="969263"/>
                  </a:lnTo>
                  <a:lnTo>
                    <a:pt x="2944368" y="964691"/>
                  </a:lnTo>
                  <a:lnTo>
                    <a:pt x="2932176" y="934211"/>
                  </a:lnTo>
                  <a:lnTo>
                    <a:pt x="2926079" y="917447"/>
                  </a:lnTo>
                  <a:close/>
                </a:path>
                <a:path w="3045459" h="2359659">
                  <a:moveTo>
                    <a:pt x="2958083" y="1001267"/>
                  </a:moveTo>
                  <a:lnTo>
                    <a:pt x="2945892" y="1004315"/>
                  </a:lnTo>
                  <a:lnTo>
                    <a:pt x="2956559" y="1033271"/>
                  </a:lnTo>
                  <a:lnTo>
                    <a:pt x="2962655" y="1053083"/>
                  </a:lnTo>
                  <a:lnTo>
                    <a:pt x="2974848" y="1048511"/>
                  </a:lnTo>
                  <a:lnTo>
                    <a:pt x="2967228" y="1028699"/>
                  </a:lnTo>
                  <a:lnTo>
                    <a:pt x="2958083" y="1001267"/>
                  </a:lnTo>
                  <a:close/>
                </a:path>
                <a:path w="3045459" h="2359659">
                  <a:moveTo>
                    <a:pt x="2987039" y="1085087"/>
                  </a:moveTo>
                  <a:lnTo>
                    <a:pt x="2974848" y="1088135"/>
                  </a:lnTo>
                  <a:lnTo>
                    <a:pt x="2985515" y="1123187"/>
                  </a:lnTo>
                  <a:lnTo>
                    <a:pt x="2988563" y="1136903"/>
                  </a:lnTo>
                  <a:lnTo>
                    <a:pt x="3000755" y="1133855"/>
                  </a:lnTo>
                  <a:lnTo>
                    <a:pt x="2997707" y="1120139"/>
                  </a:lnTo>
                  <a:lnTo>
                    <a:pt x="2987039" y="1085087"/>
                  </a:lnTo>
                  <a:close/>
                </a:path>
                <a:path w="3045459" h="2359659">
                  <a:moveTo>
                    <a:pt x="3011424" y="1170431"/>
                  </a:moveTo>
                  <a:lnTo>
                    <a:pt x="2999231" y="1173479"/>
                  </a:lnTo>
                  <a:lnTo>
                    <a:pt x="3008376" y="1208531"/>
                  </a:lnTo>
                  <a:lnTo>
                    <a:pt x="3011424" y="1222247"/>
                  </a:lnTo>
                  <a:lnTo>
                    <a:pt x="3023615" y="1220723"/>
                  </a:lnTo>
                  <a:lnTo>
                    <a:pt x="3020568" y="1205483"/>
                  </a:lnTo>
                  <a:lnTo>
                    <a:pt x="3011424" y="1170431"/>
                  </a:lnTo>
                  <a:close/>
                </a:path>
                <a:path w="3045459" h="2359659">
                  <a:moveTo>
                    <a:pt x="3031235" y="1257299"/>
                  </a:moveTo>
                  <a:lnTo>
                    <a:pt x="3019044" y="1260347"/>
                  </a:lnTo>
                  <a:lnTo>
                    <a:pt x="3023615" y="1287779"/>
                  </a:lnTo>
                  <a:lnTo>
                    <a:pt x="3026663" y="1309115"/>
                  </a:lnTo>
                  <a:lnTo>
                    <a:pt x="3038855" y="1307591"/>
                  </a:lnTo>
                  <a:lnTo>
                    <a:pt x="3037331" y="1286255"/>
                  </a:lnTo>
                  <a:lnTo>
                    <a:pt x="3031235" y="1257299"/>
                  </a:lnTo>
                  <a:close/>
                </a:path>
                <a:path w="3045459" h="2359659">
                  <a:moveTo>
                    <a:pt x="3043428" y="1345691"/>
                  </a:moveTo>
                  <a:lnTo>
                    <a:pt x="3031235" y="1347215"/>
                  </a:lnTo>
                  <a:lnTo>
                    <a:pt x="3031235" y="1359408"/>
                  </a:lnTo>
                  <a:lnTo>
                    <a:pt x="3032759" y="1376171"/>
                  </a:lnTo>
                  <a:lnTo>
                    <a:pt x="3032759" y="1397508"/>
                  </a:lnTo>
                  <a:lnTo>
                    <a:pt x="3044952" y="1397508"/>
                  </a:lnTo>
                  <a:lnTo>
                    <a:pt x="3044952" y="1359408"/>
                  </a:lnTo>
                  <a:lnTo>
                    <a:pt x="3043428" y="1345691"/>
                  </a:lnTo>
                  <a:close/>
                </a:path>
                <a:path w="3045459" h="2359659">
                  <a:moveTo>
                    <a:pt x="3029711" y="1434083"/>
                  </a:moveTo>
                  <a:lnTo>
                    <a:pt x="3020568" y="1470659"/>
                  </a:lnTo>
                  <a:lnTo>
                    <a:pt x="3015996" y="1479803"/>
                  </a:lnTo>
                  <a:lnTo>
                    <a:pt x="3015996" y="1481327"/>
                  </a:lnTo>
                  <a:lnTo>
                    <a:pt x="3026663" y="1487423"/>
                  </a:lnTo>
                  <a:lnTo>
                    <a:pt x="3028187" y="1484375"/>
                  </a:lnTo>
                  <a:lnTo>
                    <a:pt x="3032759" y="1473708"/>
                  </a:lnTo>
                  <a:lnTo>
                    <a:pt x="3041904" y="1437131"/>
                  </a:lnTo>
                  <a:lnTo>
                    <a:pt x="3029711" y="1434083"/>
                  </a:lnTo>
                  <a:close/>
                </a:path>
                <a:path w="3045459" h="2359659">
                  <a:moveTo>
                    <a:pt x="2994659" y="1510283"/>
                  </a:moveTo>
                  <a:lnTo>
                    <a:pt x="2993135" y="1513331"/>
                  </a:lnTo>
                  <a:lnTo>
                    <a:pt x="2977896" y="1525523"/>
                  </a:lnTo>
                  <a:lnTo>
                    <a:pt x="2968752" y="1530095"/>
                  </a:lnTo>
                  <a:lnTo>
                    <a:pt x="2958083" y="1534667"/>
                  </a:lnTo>
                  <a:lnTo>
                    <a:pt x="2955035" y="1536191"/>
                  </a:lnTo>
                  <a:lnTo>
                    <a:pt x="2959607" y="1546859"/>
                  </a:lnTo>
                  <a:lnTo>
                    <a:pt x="2964179" y="1545335"/>
                  </a:lnTo>
                  <a:lnTo>
                    <a:pt x="2974848" y="1540763"/>
                  </a:lnTo>
                  <a:lnTo>
                    <a:pt x="3002279" y="1522475"/>
                  </a:lnTo>
                  <a:lnTo>
                    <a:pt x="3003804" y="1519427"/>
                  </a:lnTo>
                  <a:lnTo>
                    <a:pt x="2994659" y="1510283"/>
                  </a:lnTo>
                  <a:close/>
                </a:path>
                <a:path w="3045459" h="2359659">
                  <a:moveTo>
                    <a:pt x="2918459" y="1543811"/>
                  </a:moveTo>
                  <a:lnTo>
                    <a:pt x="2912363" y="1545335"/>
                  </a:lnTo>
                  <a:lnTo>
                    <a:pt x="2884931" y="1548383"/>
                  </a:lnTo>
                  <a:lnTo>
                    <a:pt x="2869692" y="1548383"/>
                  </a:lnTo>
                  <a:lnTo>
                    <a:pt x="2869692" y="1560575"/>
                  </a:lnTo>
                  <a:lnTo>
                    <a:pt x="2900172" y="1560575"/>
                  </a:lnTo>
                  <a:lnTo>
                    <a:pt x="2913887" y="1557527"/>
                  </a:lnTo>
                  <a:lnTo>
                    <a:pt x="2921507" y="1557527"/>
                  </a:lnTo>
                  <a:lnTo>
                    <a:pt x="2918459" y="1543811"/>
                  </a:lnTo>
                  <a:close/>
                </a:path>
                <a:path w="3045459" h="2359659">
                  <a:moveTo>
                    <a:pt x="2781300" y="1543811"/>
                  </a:moveTo>
                  <a:lnTo>
                    <a:pt x="2779776" y="1556003"/>
                  </a:lnTo>
                  <a:lnTo>
                    <a:pt x="2804159" y="1559051"/>
                  </a:lnTo>
                  <a:lnTo>
                    <a:pt x="2830068" y="1560575"/>
                  </a:lnTo>
                  <a:lnTo>
                    <a:pt x="2831592" y="1548383"/>
                  </a:lnTo>
                  <a:lnTo>
                    <a:pt x="2805683" y="1545335"/>
                  </a:lnTo>
                  <a:lnTo>
                    <a:pt x="2781300" y="1543811"/>
                  </a:lnTo>
                  <a:close/>
                </a:path>
                <a:path w="3045459" h="2359659">
                  <a:moveTo>
                    <a:pt x="2694431" y="1530095"/>
                  </a:moveTo>
                  <a:lnTo>
                    <a:pt x="2691383" y="1543811"/>
                  </a:lnTo>
                  <a:lnTo>
                    <a:pt x="2692907" y="1543811"/>
                  </a:lnTo>
                  <a:lnTo>
                    <a:pt x="2732531" y="1549907"/>
                  </a:lnTo>
                  <a:lnTo>
                    <a:pt x="2741676" y="1551431"/>
                  </a:lnTo>
                  <a:lnTo>
                    <a:pt x="2743200" y="1539239"/>
                  </a:lnTo>
                  <a:lnTo>
                    <a:pt x="2734055" y="1537715"/>
                  </a:lnTo>
                  <a:lnTo>
                    <a:pt x="2694431" y="1531619"/>
                  </a:lnTo>
                  <a:lnTo>
                    <a:pt x="2694431" y="1530095"/>
                  </a:lnTo>
                  <a:close/>
                </a:path>
                <a:path w="3045459" h="2359659">
                  <a:moveTo>
                    <a:pt x="2606039" y="1514855"/>
                  </a:moveTo>
                  <a:lnTo>
                    <a:pt x="2604515" y="1527047"/>
                  </a:lnTo>
                  <a:lnTo>
                    <a:pt x="2610611" y="1528571"/>
                  </a:lnTo>
                  <a:lnTo>
                    <a:pt x="2653283" y="1536191"/>
                  </a:lnTo>
                  <a:lnTo>
                    <a:pt x="2656331" y="1523999"/>
                  </a:lnTo>
                  <a:lnTo>
                    <a:pt x="2654807" y="1523999"/>
                  </a:lnTo>
                  <a:lnTo>
                    <a:pt x="2613659" y="1516379"/>
                  </a:lnTo>
                  <a:lnTo>
                    <a:pt x="2606039" y="1514855"/>
                  </a:lnTo>
                  <a:close/>
                </a:path>
                <a:path w="3045459" h="2359659">
                  <a:moveTo>
                    <a:pt x="2519172" y="1496567"/>
                  </a:moveTo>
                  <a:lnTo>
                    <a:pt x="2517648" y="1508759"/>
                  </a:lnTo>
                  <a:lnTo>
                    <a:pt x="2525268" y="1510283"/>
                  </a:lnTo>
                  <a:lnTo>
                    <a:pt x="2566415" y="1519427"/>
                  </a:lnTo>
                  <a:lnTo>
                    <a:pt x="2569463" y="1507235"/>
                  </a:lnTo>
                  <a:lnTo>
                    <a:pt x="2528315" y="1498091"/>
                  </a:lnTo>
                  <a:lnTo>
                    <a:pt x="2519172" y="1496567"/>
                  </a:lnTo>
                  <a:close/>
                </a:path>
                <a:path w="3045459" h="2359659">
                  <a:moveTo>
                    <a:pt x="2432304" y="1478279"/>
                  </a:moveTo>
                  <a:lnTo>
                    <a:pt x="2429255" y="1490471"/>
                  </a:lnTo>
                  <a:lnTo>
                    <a:pt x="2435352" y="1491995"/>
                  </a:lnTo>
                  <a:lnTo>
                    <a:pt x="2479548" y="1501139"/>
                  </a:lnTo>
                  <a:lnTo>
                    <a:pt x="2482596" y="1488947"/>
                  </a:lnTo>
                  <a:lnTo>
                    <a:pt x="2438400" y="1479803"/>
                  </a:lnTo>
                  <a:lnTo>
                    <a:pt x="2432304" y="1478279"/>
                  </a:lnTo>
                  <a:close/>
                </a:path>
                <a:path w="3045459" h="2359659">
                  <a:moveTo>
                    <a:pt x="2346959" y="1461515"/>
                  </a:moveTo>
                  <a:lnTo>
                    <a:pt x="2345435" y="1461515"/>
                  </a:lnTo>
                  <a:lnTo>
                    <a:pt x="2342387" y="1473708"/>
                  </a:lnTo>
                  <a:lnTo>
                    <a:pt x="2345435" y="1473708"/>
                  </a:lnTo>
                  <a:lnTo>
                    <a:pt x="2392679" y="1482852"/>
                  </a:lnTo>
                  <a:lnTo>
                    <a:pt x="2395728" y="1470659"/>
                  </a:lnTo>
                  <a:lnTo>
                    <a:pt x="2346959" y="1461515"/>
                  </a:lnTo>
                  <a:close/>
                </a:path>
                <a:path w="3045459" h="2359659">
                  <a:moveTo>
                    <a:pt x="2257044" y="1446275"/>
                  </a:moveTo>
                  <a:lnTo>
                    <a:pt x="2255520" y="1458467"/>
                  </a:lnTo>
                  <a:lnTo>
                    <a:pt x="2299715" y="1466087"/>
                  </a:lnTo>
                  <a:lnTo>
                    <a:pt x="2305811" y="1467611"/>
                  </a:lnTo>
                  <a:lnTo>
                    <a:pt x="2307335" y="1455420"/>
                  </a:lnTo>
                  <a:lnTo>
                    <a:pt x="2301239" y="1453895"/>
                  </a:lnTo>
                  <a:lnTo>
                    <a:pt x="2257044" y="1446275"/>
                  </a:lnTo>
                  <a:close/>
                </a:path>
                <a:path w="3045459" h="2359659">
                  <a:moveTo>
                    <a:pt x="2168652" y="1435608"/>
                  </a:moveTo>
                  <a:lnTo>
                    <a:pt x="2167128" y="1447799"/>
                  </a:lnTo>
                  <a:lnTo>
                    <a:pt x="2208276" y="1452371"/>
                  </a:lnTo>
                  <a:lnTo>
                    <a:pt x="2217420" y="1453895"/>
                  </a:lnTo>
                  <a:lnTo>
                    <a:pt x="2218944" y="1441703"/>
                  </a:lnTo>
                  <a:lnTo>
                    <a:pt x="2209800" y="1440179"/>
                  </a:lnTo>
                  <a:lnTo>
                    <a:pt x="2168652" y="1435608"/>
                  </a:lnTo>
                  <a:close/>
                </a:path>
                <a:path w="3045459" h="2359659">
                  <a:moveTo>
                    <a:pt x="2080259" y="1427987"/>
                  </a:moveTo>
                  <a:lnTo>
                    <a:pt x="2078735" y="1441703"/>
                  </a:lnTo>
                  <a:lnTo>
                    <a:pt x="2118359" y="1443227"/>
                  </a:lnTo>
                  <a:lnTo>
                    <a:pt x="2129028" y="1444752"/>
                  </a:lnTo>
                  <a:lnTo>
                    <a:pt x="2130552" y="1431035"/>
                  </a:lnTo>
                  <a:lnTo>
                    <a:pt x="2119883" y="1431035"/>
                  </a:lnTo>
                  <a:lnTo>
                    <a:pt x="2080259" y="1427987"/>
                  </a:lnTo>
                  <a:close/>
                </a:path>
                <a:path w="3045459" h="2359659">
                  <a:moveTo>
                    <a:pt x="2042159" y="1427987"/>
                  </a:moveTo>
                  <a:lnTo>
                    <a:pt x="2031492" y="1427987"/>
                  </a:lnTo>
                  <a:lnTo>
                    <a:pt x="1990344" y="1429511"/>
                  </a:lnTo>
                  <a:lnTo>
                    <a:pt x="1990344" y="1441703"/>
                  </a:lnTo>
                  <a:lnTo>
                    <a:pt x="2031492" y="1440179"/>
                  </a:lnTo>
                  <a:lnTo>
                    <a:pt x="2040635" y="1440179"/>
                  </a:lnTo>
                  <a:lnTo>
                    <a:pt x="2042159" y="1427987"/>
                  </a:lnTo>
                  <a:close/>
                </a:path>
                <a:path w="3045459" h="2359659">
                  <a:moveTo>
                    <a:pt x="1952244" y="1432559"/>
                  </a:moveTo>
                  <a:lnTo>
                    <a:pt x="1947672" y="1432559"/>
                  </a:lnTo>
                  <a:lnTo>
                    <a:pt x="1908048" y="1438655"/>
                  </a:lnTo>
                  <a:lnTo>
                    <a:pt x="1900427" y="1440179"/>
                  </a:lnTo>
                  <a:lnTo>
                    <a:pt x="1903476" y="1452371"/>
                  </a:lnTo>
                  <a:lnTo>
                    <a:pt x="1909572" y="1450847"/>
                  </a:lnTo>
                  <a:lnTo>
                    <a:pt x="1949196" y="1444752"/>
                  </a:lnTo>
                  <a:lnTo>
                    <a:pt x="1953768" y="1444752"/>
                  </a:lnTo>
                  <a:lnTo>
                    <a:pt x="1952244" y="1432559"/>
                  </a:lnTo>
                  <a:close/>
                </a:path>
                <a:path w="3045459" h="2359659">
                  <a:moveTo>
                    <a:pt x="1863852" y="1447799"/>
                  </a:moveTo>
                  <a:lnTo>
                    <a:pt x="1831848" y="1458467"/>
                  </a:lnTo>
                  <a:lnTo>
                    <a:pt x="1815083" y="1464564"/>
                  </a:lnTo>
                  <a:lnTo>
                    <a:pt x="1819655" y="1475231"/>
                  </a:lnTo>
                  <a:lnTo>
                    <a:pt x="1836420" y="1469135"/>
                  </a:lnTo>
                  <a:lnTo>
                    <a:pt x="1853183" y="1464564"/>
                  </a:lnTo>
                  <a:lnTo>
                    <a:pt x="1866900" y="1459991"/>
                  </a:lnTo>
                  <a:lnTo>
                    <a:pt x="1863852" y="1447799"/>
                  </a:lnTo>
                  <a:close/>
                </a:path>
                <a:path w="3045459" h="2359659">
                  <a:moveTo>
                    <a:pt x="1778507" y="1478279"/>
                  </a:moveTo>
                  <a:lnTo>
                    <a:pt x="1776983" y="1479803"/>
                  </a:lnTo>
                  <a:lnTo>
                    <a:pt x="1760220" y="1487423"/>
                  </a:lnTo>
                  <a:lnTo>
                    <a:pt x="1732787" y="1501139"/>
                  </a:lnTo>
                  <a:lnTo>
                    <a:pt x="1738883" y="1511807"/>
                  </a:lnTo>
                  <a:lnTo>
                    <a:pt x="1764792" y="1499615"/>
                  </a:lnTo>
                  <a:lnTo>
                    <a:pt x="1783079" y="1490471"/>
                  </a:lnTo>
                  <a:lnTo>
                    <a:pt x="1784603" y="1490471"/>
                  </a:lnTo>
                  <a:lnTo>
                    <a:pt x="1778507" y="1478279"/>
                  </a:lnTo>
                  <a:close/>
                </a:path>
                <a:path w="3045459" h="2359659">
                  <a:moveTo>
                    <a:pt x="1699259" y="1519427"/>
                  </a:moveTo>
                  <a:lnTo>
                    <a:pt x="1687068" y="1527047"/>
                  </a:lnTo>
                  <a:lnTo>
                    <a:pt x="1655063" y="1545335"/>
                  </a:lnTo>
                  <a:lnTo>
                    <a:pt x="1662683" y="1556003"/>
                  </a:lnTo>
                  <a:lnTo>
                    <a:pt x="1693163" y="1537715"/>
                  </a:lnTo>
                  <a:lnTo>
                    <a:pt x="1705355" y="1530095"/>
                  </a:lnTo>
                  <a:lnTo>
                    <a:pt x="1699259" y="1519427"/>
                  </a:lnTo>
                  <a:close/>
                </a:path>
                <a:path w="3045459" h="2359659">
                  <a:moveTo>
                    <a:pt x="1623059" y="1566671"/>
                  </a:moveTo>
                  <a:lnTo>
                    <a:pt x="1612392" y="1574291"/>
                  </a:lnTo>
                  <a:lnTo>
                    <a:pt x="1581911" y="1595627"/>
                  </a:lnTo>
                  <a:lnTo>
                    <a:pt x="1589531" y="1606295"/>
                  </a:lnTo>
                  <a:lnTo>
                    <a:pt x="1620011" y="1584959"/>
                  </a:lnTo>
                  <a:lnTo>
                    <a:pt x="1630679" y="1577339"/>
                  </a:lnTo>
                  <a:lnTo>
                    <a:pt x="1623059" y="1566671"/>
                  </a:lnTo>
                  <a:close/>
                </a:path>
                <a:path w="3045459" h="2359659">
                  <a:moveTo>
                    <a:pt x="1551431" y="1618487"/>
                  </a:moveTo>
                  <a:lnTo>
                    <a:pt x="1539239" y="1627631"/>
                  </a:lnTo>
                  <a:lnTo>
                    <a:pt x="1510283" y="1648967"/>
                  </a:lnTo>
                  <a:lnTo>
                    <a:pt x="1517903" y="1659635"/>
                  </a:lnTo>
                  <a:lnTo>
                    <a:pt x="1546859" y="1636776"/>
                  </a:lnTo>
                  <a:lnTo>
                    <a:pt x="1559052" y="1629155"/>
                  </a:lnTo>
                  <a:lnTo>
                    <a:pt x="1551431" y="1618487"/>
                  </a:lnTo>
                  <a:close/>
                </a:path>
                <a:path w="3045459" h="2359659">
                  <a:moveTo>
                    <a:pt x="1481327" y="1673352"/>
                  </a:moveTo>
                  <a:lnTo>
                    <a:pt x="1466087" y="1685543"/>
                  </a:lnTo>
                  <a:lnTo>
                    <a:pt x="1441703" y="1705355"/>
                  </a:lnTo>
                  <a:lnTo>
                    <a:pt x="1449324" y="1716023"/>
                  </a:lnTo>
                  <a:lnTo>
                    <a:pt x="1473707" y="1694688"/>
                  </a:lnTo>
                  <a:lnTo>
                    <a:pt x="1488948" y="1684019"/>
                  </a:lnTo>
                  <a:lnTo>
                    <a:pt x="1481327" y="1673352"/>
                  </a:lnTo>
                  <a:close/>
                </a:path>
                <a:path w="3045459" h="2359659">
                  <a:moveTo>
                    <a:pt x="1412748" y="1731264"/>
                  </a:moveTo>
                  <a:lnTo>
                    <a:pt x="1392935" y="1748027"/>
                  </a:lnTo>
                  <a:lnTo>
                    <a:pt x="1374648" y="1764791"/>
                  </a:lnTo>
                  <a:lnTo>
                    <a:pt x="1382268" y="1773935"/>
                  </a:lnTo>
                  <a:lnTo>
                    <a:pt x="1400555" y="1757171"/>
                  </a:lnTo>
                  <a:lnTo>
                    <a:pt x="1420368" y="1740407"/>
                  </a:lnTo>
                  <a:lnTo>
                    <a:pt x="1412748" y="1731264"/>
                  </a:lnTo>
                  <a:close/>
                </a:path>
                <a:path w="3045459" h="2359659">
                  <a:moveTo>
                    <a:pt x="1345692" y="1789176"/>
                  </a:moveTo>
                  <a:lnTo>
                    <a:pt x="1319783" y="1812035"/>
                  </a:lnTo>
                  <a:lnTo>
                    <a:pt x="1307592" y="1824227"/>
                  </a:lnTo>
                  <a:lnTo>
                    <a:pt x="1316735" y="1833371"/>
                  </a:lnTo>
                  <a:lnTo>
                    <a:pt x="1328927" y="1821179"/>
                  </a:lnTo>
                  <a:lnTo>
                    <a:pt x="1354835" y="1798319"/>
                  </a:lnTo>
                  <a:lnTo>
                    <a:pt x="1345692" y="1789176"/>
                  </a:lnTo>
                  <a:close/>
                </a:path>
                <a:path w="3045459" h="2359659">
                  <a:moveTo>
                    <a:pt x="1280159" y="1848611"/>
                  </a:moveTo>
                  <a:lnTo>
                    <a:pt x="1248155" y="1877567"/>
                  </a:lnTo>
                  <a:lnTo>
                    <a:pt x="1242059" y="1883664"/>
                  </a:lnTo>
                  <a:lnTo>
                    <a:pt x="1251203" y="1892807"/>
                  </a:lnTo>
                  <a:lnTo>
                    <a:pt x="1257300" y="1886711"/>
                  </a:lnTo>
                  <a:lnTo>
                    <a:pt x="1287779" y="1859279"/>
                  </a:lnTo>
                  <a:lnTo>
                    <a:pt x="1280159" y="1848611"/>
                  </a:lnTo>
                  <a:close/>
                </a:path>
                <a:path w="3045459" h="2359659">
                  <a:moveTo>
                    <a:pt x="1214627" y="1909571"/>
                  </a:moveTo>
                  <a:lnTo>
                    <a:pt x="1178052" y="1943100"/>
                  </a:lnTo>
                  <a:lnTo>
                    <a:pt x="1176527" y="1943100"/>
                  </a:lnTo>
                  <a:lnTo>
                    <a:pt x="1185672" y="1953767"/>
                  </a:lnTo>
                  <a:lnTo>
                    <a:pt x="1185672" y="1952243"/>
                  </a:lnTo>
                  <a:lnTo>
                    <a:pt x="1222248" y="1918715"/>
                  </a:lnTo>
                  <a:lnTo>
                    <a:pt x="1214627" y="1909571"/>
                  </a:lnTo>
                  <a:close/>
                </a:path>
                <a:path w="3045459" h="2359659">
                  <a:moveTo>
                    <a:pt x="1149096" y="1969007"/>
                  </a:moveTo>
                  <a:lnTo>
                    <a:pt x="1143000" y="1975103"/>
                  </a:lnTo>
                  <a:lnTo>
                    <a:pt x="1110996" y="2004059"/>
                  </a:lnTo>
                  <a:lnTo>
                    <a:pt x="1120139" y="2013203"/>
                  </a:lnTo>
                  <a:lnTo>
                    <a:pt x="1150620" y="1984247"/>
                  </a:lnTo>
                  <a:lnTo>
                    <a:pt x="1156715" y="1978152"/>
                  </a:lnTo>
                  <a:lnTo>
                    <a:pt x="1149096" y="1969007"/>
                  </a:lnTo>
                  <a:close/>
                </a:path>
                <a:path w="3045459" h="2359659">
                  <a:moveTo>
                    <a:pt x="1083563" y="2028443"/>
                  </a:moveTo>
                  <a:lnTo>
                    <a:pt x="1074420" y="2037588"/>
                  </a:lnTo>
                  <a:lnTo>
                    <a:pt x="1045463" y="2063495"/>
                  </a:lnTo>
                  <a:lnTo>
                    <a:pt x="1053083" y="2072639"/>
                  </a:lnTo>
                  <a:lnTo>
                    <a:pt x="1082039" y="2046731"/>
                  </a:lnTo>
                  <a:lnTo>
                    <a:pt x="1091183" y="2039111"/>
                  </a:lnTo>
                  <a:lnTo>
                    <a:pt x="1083563" y="2028443"/>
                  </a:lnTo>
                  <a:close/>
                </a:path>
                <a:path w="3045459" h="2359659">
                  <a:moveTo>
                    <a:pt x="1016507" y="2087879"/>
                  </a:moveTo>
                  <a:lnTo>
                    <a:pt x="1005839" y="2095500"/>
                  </a:lnTo>
                  <a:lnTo>
                    <a:pt x="976883" y="2119884"/>
                  </a:lnTo>
                  <a:lnTo>
                    <a:pt x="986027" y="2130552"/>
                  </a:lnTo>
                  <a:lnTo>
                    <a:pt x="1014983" y="2106167"/>
                  </a:lnTo>
                  <a:lnTo>
                    <a:pt x="1024127" y="2097023"/>
                  </a:lnTo>
                  <a:lnTo>
                    <a:pt x="1016507" y="2087879"/>
                  </a:lnTo>
                  <a:close/>
                </a:path>
                <a:path w="3045459" h="2359659">
                  <a:moveTo>
                    <a:pt x="947927" y="2144267"/>
                  </a:moveTo>
                  <a:lnTo>
                    <a:pt x="941831" y="2150364"/>
                  </a:lnTo>
                  <a:lnTo>
                    <a:pt x="909827" y="2174747"/>
                  </a:lnTo>
                  <a:lnTo>
                    <a:pt x="908303" y="2174747"/>
                  </a:lnTo>
                  <a:lnTo>
                    <a:pt x="915924" y="2185416"/>
                  </a:lnTo>
                  <a:lnTo>
                    <a:pt x="917448" y="2183891"/>
                  </a:lnTo>
                  <a:lnTo>
                    <a:pt x="949451" y="2159507"/>
                  </a:lnTo>
                  <a:lnTo>
                    <a:pt x="955548" y="2153411"/>
                  </a:lnTo>
                  <a:lnTo>
                    <a:pt x="947927" y="2144267"/>
                  </a:lnTo>
                  <a:close/>
                </a:path>
                <a:path w="3045459" h="2359659">
                  <a:moveTo>
                    <a:pt x="877824" y="2197607"/>
                  </a:moveTo>
                  <a:lnTo>
                    <a:pt x="847344" y="2217419"/>
                  </a:lnTo>
                  <a:lnTo>
                    <a:pt x="835151" y="2225040"/>
                  </a:lnTo>
                  <a:lnTo>
                    <a:pt x="841248" y="2235707"/>
                  </a:lnTo>
                  <a:lnTo>
                    <a:pt x="854963" y="2228088"/>
                  </a:lnTo>
                  <a:lnTo>
                    <a:pt x="883920" y="2208276"/>
                  </a:lnTo>
                  <a:lnTo>
                    <a:pt x="877824" y="2197607"/>
                  </a:lnTo>
                  <a:close/>
                </a:path>
                <a:path w="3045459" h="2359659">
                  <a:moveTo>
                    <a:pt x="803148" y="2244852"/>
                  </a:moveTo>
                  <a:lnTo>
                    <a:pt x="772668" y="2260091"/>
                  </a:lnTo>
                  <a:lnTo>
                    <a:pt x="758951" y="2266188"/>
                  </a:lnTo>
                  <a:lnTo>
                    <a:pt x="757427" y="2267711"/>
                  </a:lnTo>
                  <a:lnTo>
                    <a:pt x="763524" y="2278379"/>
                  </a:lnTo>
                  <a:lnTo>
                    <a:pt x="765048" y="2278379"/>
                  </a:lnTo>
                  <a:lnTo>
                    <a:pt x="778763" y="2270760"/>
                  </a:lnTo>
                  <a:lnTo>
                    <a:pt x="809244" y="2255519"/>
                  </a:lnTo>
                  <a:lnTo>
                    <a:pt x="803148" y="2244852"/>
                  </a:lnTo>
                  <a:close/>
                </a:path>
                <a:path w="3045459" h="2359659">
                  <a:moveTo>
                    <a:pt x="722376" y="2281428"/>
                  </a:moveTo>
                  <a:lnTo>
                    <a:pt x="704087" y="2289047"/>
                  </a:lnTo>
                  <a:lnTo>
                    <a:pt x="679703" y="2298191"/>
                  </a:lnTo>
                  <a:lnTo>
                    <a:pt x="675131" y="2298191"/>
                  </a:lnTo>
                  <a:lnTo>
                    <a:pt x="679703" y="2310384"/>
                  </a:lnTo>
                  <a:lnTo>
                    <a:pt x="684276" y="2308860"/>
                  </a:lnTo>
                  <a:lnTo>
                    <a:pt x="708659" y="2299716"/>
                  </a:lnTo>
                  <a:lnTo>
                    <a:pt x="726948" y="2293619"/>
                  </a:lnTo>
                  <a:lnTo>
                    <a:pt x="722376" y="2281428"/>
                  </a:lnTo>
                  <a:close/>
                </a:path>
                <a:path w="3045459" h="2359659">
                  <a:moveTo>
                    <a:pt x="640079" y="2311907"/>
                  </a:moveTo>
                  <a:lnTo>
                    <a:pt x="632459" y="2313431"/>
                  </a:lnTo>
                  <a:lnTo>
                    <a:pt x="611124" y="2321052"/>
                  </a:lnTo>
                  <a:lnTo>
                    <a:pt x="591311" y="2327147"/>
                  </a:lnTo>
                  <a:lnTo>
                    <a:pt x="594359" y="2339340"/>
                  </a:lnTo>
                  <a:lnTo>
                    <a:pt x="614172" y="2333243"/>
                  </a:lnTo>
                  <a:lnTo>
                    <a:pt x="637031" y="2325623"/>
                  </a:lnTo>
                  <a:lnTo>
                    <a:pt x="643127" y="2324099"/>
                  </a:lnTo>
                  <a:lnTo>
                    <a:pt x="640079" y="2311907"/>
                  </a:lnTo>
                  <a:close/>
                </a:path>
                <a:path w="3045459" h="2359659">
                  <a:moveTo>
                    <a:pt x="554735" y="2336291"/>
                  </a:moveTo>
                  <a:lnTo>
                    <a:pt x="553211" y="2336291"/>
                  </a:lnTo>
                  <a:lnTo>
                    <a:pt x="534924" y="2340864"/>
                  </a:lnTo>
                  <a:lnTo>
                    <a:pt x="518159" y="2343911"/>
                  </a:lnTo>
                  <a:lnTo>
                    <a:pt x="505968" y="2345435"/>
                  </a:lnTo>
                  <a:lnTo>
                    <a:pt x="507492" y="2357628"/>
                  </a:lnTo>
                  <a:lnTo>
                    <a:pt x="519683" y="2356104"/>
                  </a:lnTo>
                  <a:lnTo>
                    <a:pt x="556259" y="2350007"/>
                  </a:lnTo>
                  <a:lnTo>
                    <a:pt x="557783" y="2348484"/>
                  </a:lnTo>
                  <a:lnTo>
                    <a:pt x="554735" y="2336291"/>
                  </a:lnTo>
                  <a:close/>
                </a:path>
                <a:path w="3045459" h="2359659">
                  <a:moveTo>
                    <a:pt x="422148" y="2339340"/>
                  </a:moveTo>
                  <a:lnTo>
                    <a:pt x="419100" y="2339340"/>
                  </a:lnTo>
                  <a:lnTo>
                    <a:pt x="416051" y="2351531"/>
                  </a:lnTo>
                  <a:lnTo>
                    <a:pt x="419100" y="2351531"/>
                  </a:lnTo>
                  <a:lnTo>
                    <a:pt x="452627" y="2357628"/>
                  </a:lnTo>
                  <a:lnTo>
                    <a:pt x="467868" y="2359152"/>
                  </a:lnTo>
                  <a:lnTo>
                    <a:pt x="467868" y="2345435"/>
                  </a:lnTo>
                  <a:lnTo>
                    <a:pt x="452627" y="2345435"/>
                  </a:lnTo>
                  <a:lnTo>
                    <a:pt x="422148" y="2339340"/>
                  </a:lnTo>
                  <a:close/>
                </a:path>
                <a:path w="3045459" h="2359659">
                  <a:moveTo>
                    <a:pt x="338327" y="2307335"/>
                  </a:moveTo>
                  <a:lnTo>
                    <a:pt x="332231" y="2319528"/>
                  </a:lnTo>
                  <a:lnTo>
                    <a:pt x="348996" y="2327147"/>
                  </a:lnTo>
                  <a:lnTo>
                    <a:pt x="367283" y="2334767"/>
                  </a:lnTo>
                  <a:lnTo>
                    <a:pt x="379475" y="2339340"/>
                  </a:lnTo>
                  <a:lnTo>
                    <a:pt x="384048" y="2327147"/>
                  </a:lnTo>
                  <a:lnTo>
                    <a:pt x="371855" y="2322576"/>
                  </a:lnTo>
                  <a:lnTo>
                    <a:pt x="338327" y="2307335"/>
                  </a:lnTo>
                  <a:close/>
                </a:path>
                <a:path w="3045459" h="2359659">
                  <a:moveTo>
                    <a:pt x="262127" y="2263140"/>
                  </a:moveTo>
                  <a:lnTo>
                    <a:pt x="254507" y="2273807"/>
                  </a:lnTo>
                  <a:lnTo>
                    <a:pt x="268224" y="2282952"/>
                  </a:lnTo>
                  <a:lnTo>
                    <a:pt x="289559" y="2295143"/>
                  </a:lnTo>
                  <a:lnTo>
                    <a:pt x="298703" y="2301240"/>
                  </a:lnTo>
                  <a:lnTo>
                    <a:pt x="304800" y="2289047"/>
                  </a:lnTo>
                  <a:lnTo>
                    <a:pt x="295655" y="2284476"/>
                  </a:lnTo>
                  <a:lnTo>
                    <a:pt x="274320" y="2272284"/>
                  </a:lnTo>
                  <a:lnTo>
                    <a:pt x="262127" y="2263140"/>
                  </a:lnTo>
                  <a:close/>
                </a:path>
                <a:path w="3045459" h="2359659">
                  <a:moveTo>
                    <a:pt x="187451" y="2214372"/>
                  </a:moveTo>
                  <a:lnTo>
                    <a:pt x="179831" y="2225040"/>
                  </a:lnTo>
                  <a:lnTo>
                    <a:pt x="196596" y="2235707"/>
                  </a:lnTo>
                  <a:lnTo>
                    <a:pt x="220979" y="2252472"/>
                  </a:lnTo>
                  <a:lnTo>
                    <a:pt x="222503" y="2253995"/>
                  </a:lnTo>
                  <a:lnTo>
                    <a:pt x="230124" y="2243328"/>
                  </a:lnTo>
                  <a:lnTo>
                    <a:pt x="228600" y="2241804"/>
                  </a:lnTo>
                  <a:lnTo>
                    <a:pt x="202692" y="2225040"/>
                  </a:lnTo>
                  <a:lnTo>
                    <a:pt x="187451" y="2214372"/>
                  </a:lnTo>
                  <a:close/>
                </a:path>
                <a:path w="3045459" h="2359659">
                  <a:moveTo>
                    <a:pt x="114300" y="2164079"/>
                  </a:moveTo>
                  <a:lnTo>
                    <a:pt x="108203" y="2174747"/>
                  </a:lnTo>
                  <a:lnTo>
                    <a:pt x="109727" y="2176272"/>
                  </a:lnTo>
                  <a:lnTo>
                    <a:pt x="140207" y="2197607"/>
                  </a:lnTo>
                  <a:lnTo>
                    <a:pt x="149351" y="2203704"/>
                  </a:lnTo>
                  <a:lnTo>
                    <a:pt x="156972" y="2193035"/>
                  </a:lnTo>
                  <a:lnTo>
                    <a:pt x="147827" y="2186940"/>
                  </a:lnTo>
                  <a:lnTo>
                    <a:pt x="117348" y="2165604"/>
                  </a:lnTo>
                  <a:lnTo>
                    <a:pt x="114300" y="2164079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3096" cy="9204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6472428" y="909828"/>
                  </a:moveTo>
                  <a:lnTo>
                    <a:pt x="75135" y="909828"/>
                  </a:ln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095" y="909828"/>
                  </a:moveTo>
                  <a:lnTo>
                    <a:pt x="0" y="909828"/>
                  </a:lnTo>
                  <a:lnTo>
                    <a:pt x="6095" y="914400"/>
                  </a:lnTo>
                  <a:lnTo>
                    <a:pt x="6095" y="909828"/>
                  </a:lnTo>
                  <a:close/>
                </a:path>
                <a:path w="6483350" h="920750">
                  <a:moveTo>
                    <a:pt x="6473454" y="1368"/>
                  </a:moveTo>
                  <a:lnTo>
                    <a:pt x="6472428" y="1514"/>
                  </a:ln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3454" y="1368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440161" y="6096"/>
                  </a:moveTo>
                  <a:lnTo>
                    <a:pt x="6095" y="6096"/>
                  </a:lnTo>
                  <a:lnTo>
                    <a:pt x="6095" y="909828"/>
                  </a:lnTo>
                  <a:lnTo>
                    <a:pt x="75135" y="909828"/>
                  </a:lnTo>
                  <a:lnTo>
                    <a:pt x="6440161" y="6096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6095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1514"/>
                  </a:moveTo>
                  <a:lnTo>
                    <a:pt x="6440161" y="6096"/>
                  </a:lnTo>
                  <a:lnTo>
                    <a:pt x="6472428" y="6096"/>
                  </a:lnTo>
                  <a:lnTo>
                    <a:pt x="6472428" y="1514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3454" y="1368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1514"/>
                  </a:lnTo>
                  <a:lnTo>
                    <a:pt x="6473454" y="1368"/>
                  </a:lnTo>
                  <a:lnTo>
                    <a:pt x="6472428" y="0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748278"/>
              <a:ext cx="2392679" cy="4358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77923" y="1799838"/>
            <a:ext cx="3121152" cy="260146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161868" y="205838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04287" y="3673901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23791" y="3673901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50535" y="3683502"/>
            <a:ext cx="965200" cy="966469"/>
          </a:xfrm>
          <a:custGeom>
            <a:avLst/>
            <a:gdLst/>
            <a:ahLst/>
            <a:cxnLst/>
            <a:rect l="l" t="t" r="r" b="b"/>
            <a:pathLst>
              <a:path w="965200" h="966470">
                <a:moveTo>
                  <a:pt x="659892" y="175260"/>
                </a:moveTo>
                <a:lnTo>
                  <a:pt x="0" y="835151"/>
                </a:lnTo>
                <a:lnTo>
                  <a:pt x="131063" y="966215"/>
                </a:lnTo>
                <a:lnTo>
                  <a:pt x="152400" y="944879"/>
                </a:lnTo>
                <a:lnTo>
                  <a:pt x="124967" y="944879"/>
                </a:lnTo>
                <a:lnTo>
                  <a:pt x="131063" y="938783"/>
                </a:lnTo>
                <a:lnTo>
                  <a:pt x="33528" y="841247"/>
                </a:lnTo>
                <a:lnTo>
                  <a:pt x="19812" y="841247"/>
                </a:lnTo>
                <a:lnTo>
                  <a:pt x="19812" y="827532"/>
                </a:lnTo>
                <a:lnTo>
                  <a:pt x="33527" y="827532"/>
                </a:lnTo>
                <a:lnTo>
                  <a:pt x="679704" y="181355"/>
                </a:lnTo>
                <a:lnTo>
                  <a:pt x="665988" y="181355"/>
                </a:lnTo>
                <a:lnTo>
                  <a:pt x="659892" y="175260"/>
                </a:lnTo>
                <a:close/>
              </a:path>
              <a:path w="965200" h="966470">
                <a:moveTo>
                  <a:pt x="131063" y="938783"/>
                </a:moveTo>
                <a:lnTo>
                  <a:pt x="124967" y="944879"/>
                </a:lnTo>
                <a:lnTo>
                  <a:pt x="137160" y="944879"/>
                </a:lnTo>
                <a:lnTo>
                  <a:pt x="131063" y="938783"/>
                </a:lnTo>
                <a:close/>
              </a:path>
              <a:path w="965200" h="966470">
                <a:moveTo>
                  <a:pt x="790955" y="278891"/>
                </a:moveTo>
                <a:lnTo>
                  <a:pt x="131063" y="938783"/>
                </a:lnTo>
                <a:lnTo>
                  <a:pt x="137160" y="944879"/>
                </a:lnTo>
                <a:lnTo>
                  <a:pt x="152400" y="944879"/>
                </a:lnTo>
                <a:lnTo>
                  <a:pt x="790194" y="307085"/>
                </a:lnTo>
                <a:lnTo>
                  <a:pt x="783336" y="300227"/>
                </a:lnTo>
                <a:lnTo>
                  <a:pt x="811807" y="300227"/>
                </a:lnTo>
                <a:lnTo>
                  <a:pt x="790955" y="278891"/>
                </a:lnTo>
                <a:close/>
              </a:path>
              <a:path w="965200" h="966470">
                <a:moveTo>
                  <a:pt x="19812" y="827532"/>
                </a:moveTo>
                <a:lnTo>
                  <a:pt x="19812" y="841247"/>
                </a:lnTo>
                <a:lnTo>
                  <a:pt x="26669" y="834389"/>
                </a:lnTo>
                <a:lnTo>
                  <a:pt x="19812" y="827532"/>
                </a:lnTo>
                <a:close/>
              </a:path>
              <a:path w="965200" h="966470">
                <a:moveTo>
                  <a:pt x="26670" y="834389"/>
                </a:moveTo>
                <a:lnTo>
                  <a:pt x="19812" y="841247"/>
                </a:lnTo>
                <a:lnTo>
                  <a:pt x="33528" y="841247"/>
                </a:lnTo>
                <a:lnTo>
                  <a:pt x="26670" y="834389"/>
                </a:lnTo>
                <a:close/>
              </a:path>
              <a:path w="965200" h="966470">
                <a:moveTo>
                  <a:pt x="33527" y="827532"/>
                </a:moveTo>
                <a:lnTo>
                  <a:pt x="19812" y="827532"/>
                </a:lnTo>
                <a:lnTo>
                  <a:pt x="26670" y="834389"/>
                </a:lnTo>
                <a:lnTo>
                  <a:pt x="33527" y="827532"/>
                </a:lnTo>
                <a:close/>
              </a:path>
              <a:path w="965200" h="966470">
                <a:moveTo>
                  <a:pt x="811807" y="300227"/>
                </a:moveTo>
                <a:lnTo>
                  <a:pt x="797051" y="300227"/>
                </a:lnTo>
                <a:lnTo>
                  <a:pt x="790193" y="307085"/>
                </a:lnTo>
                <a:lnTo>
                  <a:pt x="853439" y="370331"/>
                </a:lnTo>
                <a:lnTo>
                  <a:pt x="859849" y="348996"/>
                </a:lnTo>
                <a:lnTo>
                  <a:pt x="839724" y="348996"/>
                </a:lnTo>
                <a:lnTo>
                  <a:pt x="844398" y="333577"/>
                </a:lnTo>
                <a:lnTo>
                  <a:pt x="811807" y="300227"/>
                </a:lnTo>
                <a:close/>
              </a:path>
              <a:path w="965200" h="966470">
                <a:moveTo>
                  <a:pt x="844398" y="333577"/>
                </a:moveTo>
                <a:lnTo>
                  <a:pt x="839724" y="348996"/>
                </a:lnTo>
                <a:lnTo>
                  <a:pt x="856488" y="345948"/>
                </a:lnTo>
                <a:lnTo>
                  <a:pt x="844398" y="333577"/>
                </a:lnTo>
                <a:close/>
              </a:path>
              <a:path w="965200" h="966470">
                <a:moveTo>
                  <a:pt x="961029" y="12191"/>
                </a:moveTo>
                <a:lnTo>
                  <a:pt x="941831" y="12191"/>
                </a:lnTo>
                <a:lnTo>
                  <a:pt x="954024" y="22860"/>
                </a:lnTo>
                <a:lnTo>
                  <a:pt x="937044" y="27984"/>
                </a:lnTo>
                <a:lnTo>
                  <a:pt x="844398" y="333577"/>
                </a:lnTo>
                <a:lnTo>
                  <a:pt x="856488" y="345948"/>
                </a:lnTo>
                <a:lnTo>
                  <a:pt x="839724" y="348996"/>
                </a:lnTo>
                <a:lnTo>
                  <a:pt x="859849" y="348996"/>
                </a:lnTo>
                <a:lnTo>
                  <a:pt x="961029" y="12191"/>
                </a:lnTo>
                <a:close/>
              </a:path>
              <a:path w="965200" h="966470">
                <a:moveTo>
                  <a:pt x="797051" y="300227"/>
                </a:moveTo>
                <a:lnTo>
                  <a:pt x="783336" y="300227"/>
                </a:lnTo>
                <a:lnTo>
                  <a:pt x="790193" y="307085"/>
                </a:lnTo>
                <a:lnTo>
                  <a:pt x="797051" y="300227"/>
                </a:lnTo>
                <a:close/>
              </a:path>
              <a:path w="965200" h="966470">
                <a:moveTo>
                  <a:pt x="665988" y="169163"/>
                </a:moveTo>
                <a:lnTo>
                  <a:pt x="659892" y="175260"/>
                </a:lnTo>
                <a:lnTo>
                  <a:pt x="665988" y="181355"/>
                </a:lnTo>
                <a:lnTo>
                  <a:pt x="665988" y="169163"/>
                </a:lnTo>
                <a:close/>
              </a:path>
              <a:path w="965200" h="966470">
                <a:moveTo>
                  <a:pt x="679703" y="169163"/>
                </a:moveTo>
                <a:lnTo>
                  <a:pt x="665988" y="169163"/>
                </a:lnTo>
                <a:lnTo>
                  <a:pt x="665988" y="181355"/>
                </a:lnTo>
                <a:lnTo>
                  <a:pt x="679704" y="181355"/>
                </a:lnTo>
                <a:lnTo>
                  <a:pt x="685800" y="175260"/>
                </a:lnTo>
                <a:lnTo>
                  <a:pt x="679703" y="169163"/>
                </a:lnTo>
                <a:close/>
              </a:path>
              <a:path w="965200" h="966470">
                <a:moveTo>
                  <a:pt x="964691" y="0"/>
                </a:moveTo>
                <a:lnTo>
                  <a:pt x="595884" y="111251"/>
                </a:lnTo>
                <a:lnTo>
                  <a:pt x="659892" y="175260"/>
                </a:lnTo>
                <a:lnTo>
                  <a:pt x="665988" y="169163"/>
                </a:lnTo>
                <a:lnTo>
                  <a:pt x="679703" y="169163"/>
                </a:lnTo>
                <a:lnTo>
                  <a:pt x="635507" y="124967"/>
                </a:lnTo>
                <a:lnTo>
                  <a:pt x="615696" y="124967"/>
                </a:lnTo>
                <a:lnTo>
                  <a:pt x="620267" y="109727"/>
                </a:lnTo>
                <a:lnTo>
                  <a:pt x="666192" y="109727"/>
                </a:lnTo>
                <a:lnTo>
                  <a:pt x="937044" y="27984"/>
                </a:lnTo>
                <a:lnTo>
                  <a:pt x="941831" y="12191"/>
                </a:lnTo>
                <a:lnTo>
                  <a:pt x="961029" y="12191"/>
                </a:lnTo>
                <a:lnTo>
                  <a:pt x="964691" y="0"/>
                </a:lnTo>
                <a:close/>
              </a:path>
              <a:path w="965200" h="966470">
                <a:moveTo>
                  <a:pt x="620267" y="109727"/>
                </a:moveTo>
                <a:lnTo>
                  <a:pt x="615696" y="124967"/>
                </a:lnTo>
                <a:lnTo>
                  <a:pt x="630914" y="120374"/>
                </a:lnTo>
                <a:lnTo>
                  <a:pt x="620267" y="109727"/>
                </a:lnTo>
                <a:close/>
              </a:path>
              <a:path w="965200" h="966470">
                <a:moveTo>
                  <a:pt x="630914" y="120374"/>
                </a:moveTo>
                <a:lnTo>
                  <a:pt x="615696" y="124967"/>
                </a:lnTo>
                <a:lnTo>
                  <a:pt x="635507" y="124967"/>
                </a:lnTo>
                <a:lnTo>
                  <a:pt x="630914" y="120374"/>
                </a:lnTo>
                <a:close/>
              </a:path>
              <a:path w="965200" h="966470">
                <a:moveTo>
                  <a:pt x="666192" y="109727"/>
                </a:moveTo>
                <a:lnTo>
                  <a:pt x="620267" y="109727"/>
                </a:lnTo>
                <a:lnTo>
                  <a:pt x="630914" y="120374"/>
                </a:lnTo>
                <a:lnTo>
                  <a:pt x="666192" y="109727"/>
                </a:lnTo>
                <a:close/>
              </a:path>
              <a:path w="965200" h="966470">
                <a:moveTo>
                  <a:pt x="941831" y="12191"/>
                </a:moveTo>
                <a:lnTo>
                  <a:pt x="937044" y="27984"/>
                </a:lnTo>
                <a:lnTo>
                  <a:pt x="954024" y="22860"/>
                </a:lnTo>
                <a:lnTo>
                  <a:pt x="941831" y="12191"/>
                </a:lnTo>
                <a:close/>
              </a:path>
            </a:pathLst>
          </a:custGeom>
          <a:solidFill>
            <a:srgbClr val="40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6155435" y="1807458"/>
            <a:ext cx="3322320" cy="2593975"/>
            <a:chOff x="6155435" y="1807458"/>
            <a:chExt cx="3322320" cy="2593975"/>
          </a:xfrm>
        </p:grpSpPr>
        <p:sp>
          <p:nvSpPr>
            <p:cNvPr id="28" name="object 28"/>
            <p:cNvSpPr/>
            <p:nvPr/>
          </p:nvSpPr>
          <p:spPr>
            <a:xfrm>
              <a:off x="7514843" y="3922770"/>
              <a:ext cx="394970" cy="478790"/>
            </a:xfrm>
            <a:custGeom>
              <a:avLst/>
              <a:gdLst/>
              <a:ahLst/>
              <a:cxnLst/>
              <a:rect l="l" t="t" r="r" b="b"/>
              <a:pathLst>
                <a:path w="394970" h="478789">
                  <a:moveTo>
                    <a:pt x="105155" y="342900"/>
                  </a:moveTo>
                  <a:lnTo>
                    <a:pt x="0" y="342900"/>
                  </a:lnTo>
                  <a:lnTo>
                    <a:pt x="198120" y="478536"/>
                  </a:lnTo>
                  <a:lnTo>
                    <a:pt x="226836" y="458724"/>
                  </a:lnTo>
                  <a:lnTo>
                    <a:pt x="192024" y="458724"/>
                  </a:lnTo>
                  <a:lnTo>
                    <a:pt x="197357" y="455053"/>
                  </a:lnTo>
                  <a:lnTo>
                    <a:pt x="63154" y="362712"/>
                  </a:lnTo>
                  <a:lnTo>
                    <a:pt x="30479" y="362712"/>
                  </a:lnTo>
                  <a:lnTo>
                    <a:pt x="36575" y="344424"/>
                  </a:lnTo>
                  <a:lnTo>
                    <a:pt x="105155" y="344424"/>
                  </a:lnTo>
                  <a:lnTo>
                    <a:pt x="105155" y="342900"/>
                  </a:lnTo>
                  <a:close/>
                </a:path>
                <a:path w="394970" h="478789">
                  <a:moveTo>
                    <a:pt x="197357" y="455053"/>
                  </a:moveTo>
                  <a:lnTo>
                    <a:pt x="192024" y="458724"/>
                  </a:lnTo>
                  <a:lnTo>
                    <a:pt x="202691" y="458724"/>
                  </a:lnTo>
                  <a:lnTo>
                    <a:pt x="197357" y="455053"/>
                  </a:lnTo>
                  <a:close/>
                </a:path>
                <a:path w="394970" h="478789">
                  <a:moveTo>
                    <a:pt x="358139" y="344424"/>
                  </a:moveTo>
                  <a:lnTo>
                    <a:pt x="197357" y="455053"/>
                  </a:lnTo>
                  <a:lnTo>
                    <a:pt x="202691" y="458724"/>
                  </a:lnTo>
                  <a:lnTo>
                    <a:pt x="226836" y="458724"/>
                  </a:lnTo>
                  <a:lnTo>
                    <a:pt x="365999" y="362712"/>
                  </a:lnTo>
                  <a:lnTo>
                    <a:pt x="364235" y="362712"/>
                  </a:lnTo>
                  <a:lnTo>
                    <a:pt x="358139" y="344424"/>
                  </a:lnTo>
                  <a:close/>
                </a:path>
                <a:path w="394970" h="478789">
                  <a:moveTo>
                    <a:pt x="36575" y="344424"/>
                  </a:moveTo>
                  <a:lnTo>
                    <a:pt x="30479" y="362712"/>
                  </a:lnTo>
                  <a:lnTo>
                    <a:pt x="63154" y="362712"/>
                  </a:lnTo>
                  <a:lnTo>
                    <a:pt x="36575" y="344424"/>
                  </a:lnTo>
                  <a:close/>
                </a:path>
                <a:path w="394970" h="478789">
                  <a:moveTo>
                    <a:pt x="105155" y="344424"/>
                  </a:moveTo>
                  <a:lnTo>
                    <a:pt x="36575" y="344424"/>
                  </a:lnTo>
                  <a:lnTo>
                    <a:pt x="63154" y="362712"/>
                  </a:lnTo>
                  <a:lnTo>
                    <a:pt x="123444" y="362712"/>
                  </a:lnTo>
                  <a:lnTo>
                    <a:pt x="123444" y="352044"/>
                  </a:lnTo>
                  <a:lnTo>
                    <a:pt x="105155" y="352044"/>
                  </a:lnTo>
                  <a:lnTo>
                    <a:pt x="105155" y="344424"/>
                  </a:lnTo>
                  <a:close/>
                </a:path>
                <a:path w="394970" h="478789">
                  <a:moveTo>
                    <a:pt x="271272" y="9144"/>
                  </a:moveTo>
                  <a:lnTo>
                    <a:pt x="271272" y="362712"/>
                  </a:lnTo>
                  <a:lnTo>
                    <a:pt x="331561" y="362712"/>
                  </a:lnTo>
                  <a:lnTo>
                    <a:pt x="347065" y="352044"/>
                  </a:lnTo>
                  <a:lnTo>
                    <a:pt x="291083" y="352044"/>
                  </a:lnTo>
                  <a:lnTo>
                    <a:pt x="280415" y="342900"/>
                  </a:lnTo>
                  <a:lnTo>
                    <a:pt x="291083" y="342900"/>
                  </a:lnTo>
                  <a:lnTo>
                    <a:pt x="291083" y="19812"/>
                  </a:lnTo>
                  <a:lnTo>
                    <a:pt x="280415" y="19812"/>
                  </a:lnTo>
                  <a:lnTo>
                    <a:pt x="271272" y="9144"/>
                  </a:lnTo>
                  <a:close/>
                </a:path>
                <a:path w="394970" h="478789">
                  <a:moveTo>
                    <a:pt x="392507" y="344424"/>
                  </a:moveTo>
                  <a:lnTo>
                    <a:pt x="358139" y="344424"/>
                  </a:lnTo>
                  <a:lnTo>
                    <a:pt x="364235" y="362712"/>
                  </a:lnTo>
                  <a:lnTo>
                    <a:pt x="365999" y="362712"/>
                  </a:lnTo>
                  <a:lnTo>
                    <a:pt x="392507" y="344424"/>
                  </a:lnTo>
                  <a:close/>
                </a:path>
                <a:path w="394970" h="478789">
                  <a:moveTo>
                    <a:pt x="291083" y="0"/>
                  </a:moveTo>
                  <a:lnTo>
                    <a:pt x="105155" y="0"/>
                  </a:lnTo>
                  <a:lnTo>
                    <a:pt x="105155" y="352044"/>
                  </a:lnTo>
                  <a:lnTo>
                    <a:pt x="114300" y="342900"/>
                  </a:lnTo>
                  <a:lnTo>
                    <a:pt x="123444" y="342900"/>
                  </a:lnTo>
                  <a:lnTo>
                    <a:pt x="123444" y="19812"/>
                  </a:lnTo>
                  <a:lnTo>
                    <a:pt x="114300" y="19812"/>
                  </a:lnTo>
                  <a:lnTo>
                    <a:pt x="123444" y="9144"/>
                  </a:lnTo>
                  <a:lnTo>
                    <a:pt x="291083" y="9144"/>
                  </a:lnTo>
                  <a:lnTo>
                    <a:pt x="291083" y="0"/>
                  </a:lnTo>
                  <a:close/>
                </a:path>
                <a:path w="394970" h="478789">
                  <a:moveTo>
                    <a:pt x="123444" y="342900"/>
                  </a:moveTo>
                  <a:lnTo>
                    <a:pt x="114300" y="342900"/>
                  </a:lnTo>
                  <a:lnTo>
                    <a:pt x="105155" y="352044"/>
                  </a:lnTo>
                  <a:lnTo>
                    <a:pt x="123444" y="352044"/>
                  </a:lnTo>
                  <a:lnTo>
                    <a:pt x="123444" y="342900"/>
                  </a:lnTo>
                  <a:close/>
                </a:path>
                <a:path w="394970" h="478789">
                  <a:moveTo>
                    <a:pt x="291083" y="342900"/>
                  </a:moveTo>
                  <a:lnTo>
                    <a:pt x="280415" y="342900"/>
                  </a:lnTo>
                  <a:lnTo>
                    <a:pt x="291083" y="352044"/>
                  </a:lnTo>
                  <a:lnTo>
                    <a:pt x="291083" y="342900"/>
                  </a:lnTo>
                  <a:close/>
                </a:path>
                <a:path w="394970" h="478789">
                  <a:moveTo>
                    <a:pt x="394715" y="342900"/>
                  </a:moveTo>
                  <a:lnTo>
                    <a:pt x="291083" y="342900"/>
                  </a:lnTo>
                  <a:lnTo>
                    <a:pt x="291083" y="352044"/>
                  </a:lnTo>
                  <a:lnTo>
                    <a:pt x="347065" y="352044"/>
                  </a:lnTo>
                  <a:lnTo>
                    <a:pt x="358139" y="344424"/>
                  </a:lnTo>
                  <a:lnTo>
                    <a:pt x="392507" y="344424"/>
                  </a:lnTo>
                  <a:lnTo>
                    <a:pt x="394715" y="342900"/>
                  </a:lnTo>
                  <a:close/>
                </a:path>
                <a:path w="394970" h="478789">
                  <a:moveTo>
                    <a:pt x="123444" y="9144"/>
                  </a:moveTo>
                  <a:lnTo>
                    <a:pt x="114300" y="19812"/>
                  </a:lnTo>
                  <a:lnTo>
                    <a:pt x="123444" y="19812"/>
                  </a:lnTo>
                  <a:lnTo>
                    <a:pt x="123444" y="9144"/>
                  </a:lnTo>
                  <a:close/>
                </a:path>
                <a:path w="394970" h="478789">
                  <a:moveTo>
                    <a:pt x="271272" y="9144"/>
                  </a:moveTo>
                  <a:lnTo>
                    <a:pt x="123444" y="9144"/>
                  </a:lnTo>
                  <a:lnTo>
                    <a:pt x="123444" y="19812"/>
                  </a:lnTo>
                  <a:lnTo>
                    <a:pt x="271272" y="19812"/>
                  </a:lnTo>
                  <a:lnTo>
                    <a:pt x="271272" y="9144"/>
                  </a:lnTo>
                  <a:close/>
                </a:path>
                <a:path w="394970" h="478789">
                  <a:moveTo>
                    <a:pt x="291083" y="9144"/>
                  </a:moveTo>
                  <a:lnTo>
                    <a:pt x="271272" y="9144"/>
                  </a:lnTo>
                  <a:lnTo>
                    <a:pt x="280415" y="19812"/>
                  </a:lnTo>
                  <a:lnTo>
                    <a:pt x="291083" y="19812"/>
                  </a:lnTo>
                  <a:lnTo>
                    <a:pt x="291083" y="9144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5435" y="1807458"/>
              <a:ext cx="3322319" cy="221132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375152" y="18236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16551" y="2651145"/>
            <a:ext cx="388620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25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91639" y="2651145"/>
            <a:ext cx="382270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25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24608" y="3370549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Symbol"/>
                <a:cs typeface="Symbol"/>
              </a:rPr>
              <a:t>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86783" y="3370549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Symbol"/>
                <a:cs typeface="Symbol"/>
              </a:rPr>
              <a:t>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13428" y="206592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10022" y="1517417"/>
            <a:ext cx="135001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Ví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dụ</a:t>
            </a:r>
            <a:r>
              <a:rPr sz="2600" dirty="0">
                <a:latin typeface="Microsoft Sans Serif"/>
                <a:cs typeface="Microsoft Sans Serif"/>
              </a:rPr>
              <a:t> 2</a:t>
            </a:r>
            <a:endParaRPr sz="2600">
              <a:latin typeface="Microsoft Sans Serif"/>
              <a:cs typeface="Microsoft Sans Serif"/>
            </a:endParaRPr>
          </a:p>
          <a:p>
            <a:pPr marL="313690" algn="ctr">
              <a:lnSpc>
                <a:spcPct val="100000"/>
              </a:lnSpc>
              <a:spcBef>
                <a:spcPts val="1685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53208" y="27380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00932" y="27380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67408" y="35381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10608" y="35381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34055" y="327156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86532" y="2433289"/>
            <a:ext cx="635635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431165">
              <a:lnSpc>
                <a:spcPts val="1705"/>
              </a:lnSpc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89230">
              <a:lnSpc>
                <a:spcPts val="1925"/>
              </a:lnSpc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508000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59635" y="4506462"/>
            <a:ext cx="3121152" cy="2189988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3143580" y="4501433"/>
            <a:ext cx="35179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>
              <a:lnSpc>
                <a:spcPts val="201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10"/>
              </a:lnSpc>
            </a:pPr>
            <a:r>
              <a:rPr sz="180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93540" y="474512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53844" y="480615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39227" y="205838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01380" y="3673901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851140" y="18236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994140" y="2651145"/>
            <a:ext cx="388620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25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</a:pPr>
            <a:r>
              <a:rPr sz="1800" dirty="0">
                <a:solidFill>
                  <a:srgbClr val="BE2D00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69228" y="2651145"/>
            <a:ext cx="382270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25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84263" y="3350660"/>
            <a:ext cx="251460" cy="6235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549055" y="337512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89416" y="206592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49720" y="212856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30567" y="27380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378520" y="27380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244767" y="35381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987967" y="353811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311643" y="327156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64120" y="2433289"/>
            <a:ext cx="635000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431165">
              <a:lnSpc>
                <a:spcPts val="1705"/>
              </a:lnSpc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89230">
              <a:lnSpc>
                <a:spcPts val="1925"/>
              </a:lnSpc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  <a:p>
            <a:pPr marL="507365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73723" y="4692390"/>
            <a:ext cx="3130296" cy="201930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7657515" y="4508977"/>
            <a:ext cx="353695" cy="53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060">
              <a:lnSpc>
                <a:spcPts val="2005"/>
              </a:lnSpc>
              <a:spcBef>
                <a:spcPts val="100"/>
              </a:spcBef>
            </a:pPr>
            <a:r>
              <a:rPr sz="1800" dirty="0">
                <a:solidFill>
                  <a:srgbClr val="BE2D00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05"/>
              </a:lnSpc>
            </a:pPr>
            <a:r>
              <a:rPr sz="180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64" name="object 64"/>
          <p:cNvSpPr txBox="1"/>
          <p:nvPr/>
        </p:nvSpPr>
        <p:spPr>
          <a:xfrm>
            <a:off x="8709076" y="475129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68008" y="48137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1730070" y="5148472"/>
          <a:ext cx="7693653" cy="1508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82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24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8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764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22542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745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7515">
                        <a:lnSpc>
                          <a:spcPts val="1705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5580">
                        <a:lnSpc>
                          <a:spcPts val="1925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R="27305" algn="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ts val="1925"/>
                        </a:lnSpc>
                        <a:spcBef>
                          <a:spcPts val="1520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1920">
                        <a:lnSpc>
                          <a:spcPts val="1925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930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R="45720" algn="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87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795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7515">
                        <a:lnSpc>
                          <a:spcPts val="1695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5580">
                        <a:lnSpc>
                          <a:spcPts val="1925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25"/>
                        </a:lnSpc>
                        <a:spcBef>
                          <a:spcPts val="1565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ts val="1925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987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6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R="59055"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212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514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2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F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spc="-4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90805" algn="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ts val="207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8750" marB="0"/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51371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R="6985" algn="r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40458C"/>
                          </a:solidFill>
                          <a:latin typeface="Tahoma"/>
                          <a:cs typeface="Tahoma"/>
                        </a:rPr>
                        <a:t>F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BE2D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7794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2B39-A859-9AE0-C33F-7DEF0BD19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384995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lang="vi-VN" sz="2800" b="1" spc="-5">
                <a:latin typeface="Tahoma"/>
                <a:cs typeface="Tahoma"/>
              </a:rPr>
              <a:t>BÀI</a:t>
            </a:r>
            <a:r>
              <a:rPr lang="vi-VN" sz="2800" b="1" spc="-1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TOÁN</a:t>
            </a:r>
            <a:r>
              <a:rPr lang="vi-VN" sz="2800" b="1" spc="-3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ĐƯỜNG</a:t>
            </a:r>
            <a:r>
              <a:rPr lang="vi-VN" sz="2800" b="1" spc="-4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ĐI</a:t>
            </a:r>
            <a:r>
              <a:rPr lang="vi-VN" sz="2800" b="1" spc="-5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NGẮN</a:t>
            </a:r>
            <a:r>
              <a:rPr lang="vi-VN" sz="2800" b="1" spc="-30">
                <a:latin typeface="Tahoma"/>
                <a:cs typeface="Tahoma"/>
              </a:rPr>
              <a:t> </a:t>
            </a:r>
            <a:r>
              <a:rPr lang="vi-VN" sz="2800" b="1">
                <a:latin typeface="Tahoma"/>
                <a:cs typeface="Tahoma"/>
              </a:rPr>
              <a:t>NHẤT</a:t>
            </a:r>
            <a:br>
              <a:rPr lang="vi-VN" sz="2800">
                <a:latin typeface="Tahoma"/>
                <a:cs typeface="Tahoma"/>
              </a:rPr>
            </a:br>
            <a:r>
              <a:rPr lang="vi-VN" sz="3600" b="1" spc="-10">
                <a:solidFill>
                  <a:srgbClr val="0070C0"/>
                </a:solidFill>
                <a:latin typeface="Tahoma"/>
                <a:cs typeface="Tahoma"/>
              </a:rPr>
              <a:t>THUẬT</a:t>
            </a:r>
            <a:r>
              <a:rPr lang="vi-VN" sz="3600" b="1" spc="-5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lang="vi-VN" sz="3600" b="1" spc="-10">
                <a:solidFill>
                  <a:srgbClr val="0070C0"/>
                </a:solidFill>
                <a:latin typeface="Tahoma"/>
                <a:cs typeface="Tahoma"/>
              </a:rPr>
              <a:t>TOÁN</a:t>
            </a:r>
            <a:r>
              <a:rPr lang="vi-VN" sz="3600" b="1" spc="-5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lang="vi-VN" sz="3600" b="1" spc="-10">
                <a:solidFill>
                  <a:srgbClr val="0070C0"/>
                </a:solidFill>
                <a:latin typeface="Tahoma"/>
                <a:cs typeface="Tahoma"/>
              </a:rPr>
              <a:t>BELLMAN</a:t>
            </a:r>
            <a:br>
              <a:rPr lang="vi-VN" sz="3600">
                <a:latin typeface="Tahoma"/>
                <a:cs typeface="Tahoma"/>
              </a:rPr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6695A-ADE9-A6B4-4BCE-FC12CC8B195D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57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49717" y="3351206"/>
            <a:ext cx="6991350" cy="12623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3200" b="1" spc="-5" dirty="0">
                <a:latin typeface="Tahoma"/>
                <a:cs typeface="Tahoma"/>
              </a:rPr>
              <a:t>BÀI</a:t>
            </a:r>
            <a:r>
              <a:rPr sz="3200" b="1" spc="-1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TOÁN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ĐƯỜNG</a:t>
            </a:r>
            <a:r>
              <a:rPr sz="3200" b="1" spc="-4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ĐI</a:t>
            </a:r>
            <a:r>
              <a:rPr sz="3200" b="1" spc="-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NGẮN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NHẤT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4000" b="1" spc="-10" dirty="0">
                <a:solidFill>
                  <a:srgbClr val="0070C0"/>
                </a:solidFill>
                <a:latin typeface="Tahoma"/>
                <a:cs typeface="Tahoma"/>
              </a:rPr>
              <a:t>THUẬT</a:t>
            </a:r>
            <a:r>
              <a:rPr sz="4000" b="1" spc="-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4000" b="1" spc="-10" dirty="0">
                <a:solidFill>
                  <a:srgbClr val="0070C0"/>
                </a:solidFill>
                <a:latin typeface="Tahoma"/>
                <a:cs typeface="Tahoma"/>
              </a:rPr>
              <a:t>TOÁN</a:t>
            </a:r>
            <a:r>
              <a:rPr sz="4000" b="1" spc="-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4000" b="1" spc="-10" dirty="0">
                <a:solidFill>
                  <a:srgbClr val="0070C0"/>
                </a:solidFill>
                <a:latin typeface="Tahoma"/>
                <a:cs typeface="Tahoma"/>
              </a:rPr>
              <a:t>BELLMAN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72539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69580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9702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Bellman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hay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còn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gọi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Bellman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Ford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do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hai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tác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giả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Bellman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Ford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(Lester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Randolph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Ford,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(1886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–1967))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đưa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ra.</a:t>
            </a:r>
            <a:endParaRPr sz="2600">
              <a:latin typeface="Microsoft Sans Serif"/>
              <a:cs typeface="Microsoft Sans Serif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Bellman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Ford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thể</a:t>
            </a:r>
            <a:r>
              <a:rPr sz="2600" spc="40" dirty="0">
                <a:latin typeface="Microsoft Sans Serif"/>
                <a:cs typeface="Microsoft Sans Serif"/>
              </a:rPr>
              <a:t> tìm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đi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trên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511295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20659" cy="2479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này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tìm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mỗi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nếu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đồ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thị</a:t>
            </a:r>
            <a:r>
              <a:rPr sz="2600" i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không</a:t>
            </a:r>
            <a:r>
              <a:rPr sz="2600"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có 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5" dirty="0">
                <a:solidFill>
                  <a:srgbClr val="C00000"/>
                </a:solidFill>
                <a:latin typeface="Arial"/>
                <a:cs typeface="Arial"/>
              </a:rPr>
              <a:t>mạch</a:t>
            </a:r>
            <a:r>
              <a:rPr sz="2600" i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âm</a:t>
            </a:r>
            <a:r>
              <a:rPr sz="2600" spc="-10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286385" marR="7493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Nếu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phát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hiện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mạch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</a:t>
            </a:r>
            <a:r>
              <a:rPr sz="2600" spc="35" dirty="0">
                <a:latin typeface="Microsoft Sans Serif"/>
                <a:cs typeface="Microsoft Sans Serif"/>
              </a:rPr>
              <a:t> thì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dừng.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Dữ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liệu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nhập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cho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trận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lượng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511295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762" y="1442674"/>
            <a:ext cx="5521325" cy="30568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1785" indent="-274320">
              <a:lnSpc>
                <a:spcPct val="100000"/>
              </a:lnSpc>
              <a:spcBef>
                <a:spcPts val="409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Cho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trước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x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V.</a:t>
            </a:r>
            <a:endParaRPr sz="2400">
              <a:latin typeface="Microsoft Sans Serif"/>
              <a:cs typeface="Microsoft Sans Serif"/>
            </a:endParaRPr>
          </a:p>
          <a:p>
            <a:pPr marL="311785" indent="-274320">
              <a:lnSpc>
                <a:spcPct val="100000"/>
              </a:lnSpc>
              <a:spcBef>
                <a:spcPts val="315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spc="125" dirty="0">
                <a:solidFill>
                  <a:srgbClr val="C00000"/>
                </a:solidFill>
                <a:latin typeface="Microsoft Sans Serif"/>
                <a:cs typeface="Microsoft Sans Serif"/>
              </a:rPr>
              <a:t>Bước</a:t>
            </a:r>
            <a:r>
              <a:rPr sz="24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1.</a:t>
            </a:r>
            <a:r>
              <a:rPr sz="2400" spc="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Khởi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tạo:</a:t>
            </a:r>
            <a:endParaRPr sz="2400">
              <a:latin typeface="Microsoft Sans Serif"/>
              <a:cs typeface="Microsoft Sans Serif"/>
            </a:endParaRPr>
          </a:p>
          <a:p>
            <a:pPr marL="586105" lvl="1" indent="-229235">
              <a:lnSpc>
                <a:spcPct val="100000"/>
              </a:lnSpc>
              <a:spcBef>
                <a:spcPts val="140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586740" algn="l"/>
              </a:tabLst>
            </a:pP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Microsoft Sans Serif"/>
                <a:cs typeface="Microsoft Sans Serif"/>
              </a:rPr>
              <a:t>(0,</a:t>
            </a:r>
            <a:r>
              <a:rPr sz="2200" spc="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x)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=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0;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Microsoft Sans Serif"/>
                <a:cs typeface="Microsoft Sans Serif"/>
              </a:rPr>
              <a:t>(0,</a:t>
            </a:r>
            <a:r>
              <a:rPr sz="2200" spc="55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i)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=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+</a:t>
            </a:r>
            <a:r>
              <a:rPr sz="2200" spc="-5" dirty="0">
                <a:latin typeface="Symbol"/>
                <a:cs typeface="Symbol"/>
              </a:rPr>
              <a:t></a:t>
            </a:r>
            <a:r>
              <a:rPr sz="2200" spc="-5" dirty="0">
                <a:latin typeface="Microsoft Sans Serif"/>
                <a:cs typeface="Microsoft Sans Serif"/>
              </a:rPr>
              <a:t>,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Symbol"/>
                <a:cs typeface="Symbol"/>
              </a:rPr>
              <a:t>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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x;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k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=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1.</a:t>
            </a:r>
            <a:endParaRPr sz="2200">
              <a:latin typeface="Microsoft Sans Serif"/>
              <a:cs typeface="Microsoft Sans Serif"/>
            </a:endParaRPr>
          </a:p>
          <a:p>
            <a:pPr marL="586105" lvl="1" indent="-229235">
              <a:lnSpc>
                <a:spcPct val="100000"/>
              </a:lnSpc>
              <a:spcBef>
                <a:spcPts val="130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586740" algn="l"/>
              </a:tabLst>
            </a:pPr>
            <a:r>
              <a:rPr sz="2200" spc="-5" dirty="0">
                <a:latin typeface="Microsoft Sans Serif"/>
                <a:cs typeface="Microsoft Sans Serif"/>
              </a:rPr>
              <a:t>Prev(i)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=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i,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Symbol"/>
                <a:cs typeface="Symbol"/>
              </a:rPr>
              <a:t>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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V</a:t>
            </a:r>
            <a:endParaRPr sz="2200">
              <a:latin typeface="Microsoft Sans Serif"/>
              <a:cs typeface="Microsoft Sans Serif"/>
            </a:endParaRPr>
          </a:p>
          <a:p>
            <a:pPr marL="311785" indent="-274320">
              <a:lnSpc>
                <a:spcPct val="100000"/>
              </a:lnSpc>
              <a:spcBef>
                <a:spcPts val="315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spc="125" dirty="0">
                <a:solidFill>
                  <a:srgbClr val="C00000"/>
                </a:solidFill>
                <a:latin typeface="Microsoft Sans Serif"/>
                <a:cs typeface="Microsoft Sans Serif"/>
              </a:rPr>
              <a:t>Bước</a:t>
            </a:r>
            <a:r>
              <a:rPr sz="2400" spc="1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2.</a:t>
            </a:r>
            <a:r>
              <a:rPr sz="2400" spc="1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Với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mỗi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cập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nhật:</a:t>
            </a:r>
            <a:endParaRPr sz="2400">
              <a:latin typeface="Microsoft Sans Serif"/>
              <a:cs typeface="Microsoft Sans Serif"/>
            </a:endParaRPr>
          </a:p>
          <a:p>
            <a:pPr marL="586740" lvl="1" indent="-229870">
              <a:lnSpc>
                <a:spcPct val="100000"/>
              </a:lnSpc>
              <a:spcBef>
                <a:spcPts val="40"/>
              </a:spcBef>
              <a:buClr>
                <a:srgbClr val="C0504D"/>
              </a:buClr>
              <a:buSzPct val="80434"/>
              <a:buFont typeface="PMingLiU-ExtB"/>
              <a:buChar char="⚫"/>
              <a:tabLst>
                <a:tab pos="587375" algn="l"/>
              </a:tabLst>
            </a:pPr>
            <a:r>
              <a:rPr sz="2300" spc="-2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20" dirty="0">
                <a:solidFill>
                  <a:srgbClr val="FF0000"/>
                </a:solidFill>
                <a:latin typeface="Arial"/>
                <a:cs typeface="Arial"/>
              </a:rPr>
              <a:t>(k,</a:t>
            </a:r>
            <a:r>
              <a:rPr sz="22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i)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2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min({</a:t>
            </a:r>
            <a:r>
              <a:rPr sz="2300" spc="-1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(k-1,</a:t>
            </a:r>
            <a:r>
              <a:rPr sz="2200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i)}</a:t>
            </a:r>
            <a:r>
              <a:rPr sz="22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3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r>
              <a:rPr sz="2300" spc="-15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15" dirty="0">
                <a:solidFill>
                  <a:srgbClr val="FF0000"/>
                </a:solidFill>
                <a:latin typeface="Arial"/>
                <a:cs typeface="Arial"/>
              </a:rPr>
              <a:t>(k-1,</a:t>
            </a:r>
            <a:r>
              <a:rPr sz="2200" i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j)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+ D</a:t>
            </a:r>
            <a:r>
              <a:rPr sz="2175" i="1" spc="-7" baseline="-21072" dirty="0">
                <a:solidFill>
                  <a:srgbClr val="FF0000"/>
                </a:solidFill>
                <a:latin typeface="Arial"/>
                <a:cs typeface="Arial"/>
              </a:rPr>
              <a:t>ji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})</a:t>
            </a:r>
            <a:endParaRPr sz="2200">
              <a:latin typeface="Arial"/>
              <a:cs typeface="Arial"/>
            </a:endParaRPr>
          </a:p>
          <a:p>
            <a:pPr marL="586105" lvl="1" indent="-229235">
              <a:lnSpc>
                <a:spcPct val="100000"/>
              </a:lnSpc>
              <a:spcBef>
                <a:spcPts val="15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586740" algn="l"/>
              </a:tabLst>
            </a:pPr>
            <a:r>
              <a:rPr sz="2200" i="1" spc="-10" dirty="0">
                <a:latin typeface="Arial"/>
                <a:cs typeface="Arial"/>
              </a:rPr>
              <a:t>Nếu</a:t>
            </a:r>
            <a:r>
              <a:rPr sz="2200" i="1" spc="5" dirty="0">
                <a:latin typeface="Arial"/>
                <a:cs typeface="Arial"/>
              </a:rPr>
              <a:t> </a:t>
            </a:r>
            <a:r>
              <a:rPr sz="2300" spc="-20" dirty="0">
                <a:latin typeface="Symbol"/>
                <a:cs typeface="Symbol"/>
              </a:rPr>
              <a:t></a:t>
            </a:r>
            <a:r>
              <a:rPr sz="2200" i="1" spc="-20" dirty="0">
                <a:latin typeface="Arial"/>
                <a:cs typeface="Arial"/>
              </a:rPr>
              <a:t>(k,</a:t>
            </a:r>
            <a:r>
              <a:rPr sz="2200" i="1" spc="25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i)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=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300" spc="-15" dirty="0">
                <a:latin typeface="Symbol"/>
                <a:cs typeface="Symbol"/>
              </a:rPr>
              <a:t></a:t>
            </a:r>
            <a:r>
              <a:rPr sz="2200" i="1" spc="-15" dirty="0">
                <a:latin typeface="Arial"/>
                <a:cs typeface="Arial"/>
              </a:rPr>
              <a:t>(k-1,</a:t>
            </a:r>
            <a:r>
              <a:rPr sz="2200" i="1" spc="30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j)</a:t>
            </a:r>
            <a:r>
              <a:rPr sz="2200" i="1" spc="5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+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D</a:t>
            </a:r>
            <a:r>
              <a:rPr sz="2175" i="1" spc="-7" baseline="-21072" dirty="0">
                <a:latin typeface="Arial"/>
                <a:cs typeface="Arial"/>
              </a:rPr>
              <a:t>ji</a:t>
            </a:r>
            <a:r>
              <a:rPr sz="2175" i="1" spc="330" baseline="-21072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: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Prev(i)</a:t>
            </a:r>
            <a:r>
              <a:rPr sz="2200" i="1" spc="15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=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j</a:t>
            </a:r>
            <a:endParaRPr sz="2200">
              <a:latin typeface="Arial"/>
              <a:cs typeface="Arial"/>
            </a:endParaRPr>
          </a:p>
          <a:p>
            <a:pPr marL="311785" indent="-274320">
              <a:lnSpc>
                <a:spcPct val="100000"/>
              </a:lnSpc>
              <a:spcBef>
                <a:spcPts val="28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400" spc="125" dirty="0">
                <a:solidFill>
                  <a:srgbClr val="C00000"/>
                </a:solidFill>
                <a:latin typeface="Microsoft Sans Serif"/>
                <a:cs typeface="Microsoft Sans Serif"/>
              </a:rPr>
              <a:t>Bước</a:t>
            </a:r>
            <a:r>
              <a:rPr sz="24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3.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0110" y="4492271"/>
            <a:ext cx="7212965" cy="16389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665" marR="5080" indent="-228600">
              <a:lnSpc>
                <a:spcPts val="2380"/>
              </a:lnSpc>
              <a:spcBef>
                <a:spcPts val="390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241300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Nếu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Microsoft Sans Serif"/>
                <a:cs typeface="Microsoft Sans Serif"/>
              </a:rPr>
              <a:t>(k,</a:t>
            </a:r>
            <a:r>
              <a:rPr sz="2200" spc="5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i)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=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Microsoft Sans Serif"/>
                <a:cs typeface="Microsoft Sans Serif"/>
              </a:rPr>
              <a:t>(k-1,</a:t>
            </a:r>
            <a:r>
              <a:rPr sz="2200" spc="55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i)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với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Symbol"/>
                <a:cs typeface="Symbol"/>
              </a:rPr>
              <a:t>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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V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35" dirty="0">
                <a:latin typeface="Microsoft Sans Serif"/>
                <a:cs typeface="Microsoft Sans Serif"/>
              </a:rPr>
              <a:t>thì</a:t>
            </a:r>
            <a:r>
              <a:rPr sz="2200" spc="5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Microsoft Sans Serif"/>
                <a:cs typeface="Microsoft Sans Serif"/>
              </a:rPr>
              <a:t>(k,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i)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20" dirty="0">
                <a:latin typeface="Microsoft Sans Serif"/>
                <a:cs typeface="Microsoft Sans Serif"/>
              </a:rPr>
              <a:t>chính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là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độ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dài </a:t>
            </a:r>
            <a:r>
              <a:rPr sz="2200" spc="-570" dirty="0">
                <a:latin typeface="Microsoft Sans Serif"/>
                <a:cs typeface="Microsoft Sans Serif"/>
              </a:rPr>
              <a:t> </a:t>
            </a:r>
            <a:r>
              <a:rPr sz="2200" spc="90" dirty="0">
                <a:latin typeface="Microsoft Sans Serif"/>
                <a:cs typeface="Microsoft Sans Serif"/>
              </a:rPr>
              <a:t>đường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đi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ngắn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120" dirty="0">
                <a:latin typeface="Microsoft Sans Serif"/>
                <a:cs typeface="Microsoft Sans Serif"/>
              </a:rPr>
              <a:t>từ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x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đến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i.</a:t>
            </a:r>
            <a:endParaRPr sz="2200">
              <a:latin typeface="Microsoft Sans Serif"/>
              <a:cs typeface="Microsoft Sans Serif"/>
            </a:endParaRPr>
          </a:p>
          <a:p>
            <a:pPr marL="240665" indent="-228600">
              <a:lnSpc>
                <a:spcPct val="100000"/>
              </a:lnSpc>
              <a:spcBef>
                <a:spcPts val="95"/>
              </a:spcBef>
              <a:buClr>
                <a:srgbClr val="C0504D"/>
              </a:buClr>
              <a:buSzPct val="84090"/>
              <a:buFont typeface="PMingLiU-ExtB"/>
              <a:buChar char="⚫"/>
              <a:tabLst>
                <a:tab pos="241300" algn="l"/>
              </a:tabLst>
            </a:pPr>
            <a:r>
              <a:rPr sz="2200" spc="90" dirty="0">
                <a:latin typeface="Microsoft Sans Serif"/>
                <a:cs typeface="Microsoft Sans Serif"/>
              </a:rPr>
              <a:t>Ngược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lại</a:t>
            </a:r>
            <a:endParaRPr sz="2200">
              <a:latin typeface="Microsoft Sans Serif"/>
              <a:cs typeface="Microsoft Sans Serif"/>
            </a:endParaRPr>
          </a:p>
          <a:p>
            <a:pPr marL="514984" lvl="1" indent="-228600">
              <a:lnSpc>
                <a:spcPct val="100000"/>
              </a:lnSpc>
              <a:spcBef>
                <a:spcPts val="180"/>
              </a:spcBef>
              <a:buClr>
                <a:srgbClr val="B2C1DB"/>
              </a:buClr>
              <a:buSzPct val="84210"/>
              <a:buFont typeface="PMingLiU-ExtB"/>
              <a:buChar char="⚫"/>
              <a:tabLst>
                <a:tab pos="515620" algn="l"/>
              </a:tabLst>
            </a:pPr>
            <a:r>
              <a:rPr sz="1900" spc="-10" dirty="0">
                <a:latin typeface="Microsoft Sans Serif"/>
                <a:cs typeface="Microsoft Sans Serif"/>
              </a:rPr>
              <a:t>Nếu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k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&lt;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n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30" dirty="0">
                <a:latin typeface="Microsoft Sans Serif"/>
                <a:cs typeface="Microsoft Sans Serif"/>
              </a:rPr>
              <a:t>thì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tăng</a:t>
            </a:r>
            <a:r>
              <a:rPr sz="1900" spc="4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k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=</a:t>
            </a:r>
            <a:r>
              <a:rPr sz="1900" spc="1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k+1</a:t>
            </a:r>
            <a:r>
              <a:rPr sz="1900" spc="4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và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60" dirty="0">
                <a:latin typeface="Microsoft Sans Serif"/>
                <a:cs typeface="Microsoft Sans Serif"/>
              </a:rPr>
              <a:t>trở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lại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95" dirty="0">
                <a:latin typeface="Microsoft Sans Serif"/>
                <a:cs typeface="Microsoft Sans Serif"/>
              </a:rPr>
              <a:t>bước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2;</a:t>
            </a:r>
            <a:endParaRPr sz="1900">
              <a:latin typeface="Microsoft Sans Serif"/>
              <a:cs typeface="Microsoft Sans Serif"/>
            </a:endParaRPr>
          </a:p>
          <a:p>
            <a:pPr marL="514984" lvl="1" indent="-228600">
              <a:lnSpc>
                <a:spcPct val="100000"/>
              </a:lnSpc>
              <a:spcBef>
                <a:spcPts val="175"/>
              </a:spcBef>
              <a:buClr>
                <a:srgbClr val="B2C1DB"/>
              </a:buClr>
              <a:buSzPct val="84210"/>
              <a:buFont typeface="PMingLiU-ExtB"/>
              <a:buChar char="⚫"/>
              <a:tabLst>
                <a:tab pos="515620" algn="l"/>
              </a:tabLst>
            </a:pPr>
            <a:r>
              <a:rPr sz="1900" spc="75" dirty="0">
                <a:latin typeface="Microsoft Sans Serif"/>
                <a:cs typeface="Microsoft Sans Serif"/>
              </a:rPr>
              <a:t>Ngược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15" dirty="0">
                <a:latin typeface="Microsoft Sans Serif"/>
                <a:cs typeface="Microsoft Sans Serif"/>
              </a:rPr>
              <a:t>lại</a:t>
            </a:r>
            <a:r>
              <a:rPr sz="1900" spc="40" dirty="0">
                <a:latin typeface="Microsoft Sans Serif"/>
                <a:cs typeface="Microsoft Sans Serif"/>
              </a:rPr>
              <a:t> </a:t>
            </a:r>
            <a:r>
              <a:rPr sz="1900" spc="30" dirty="0">
                <a:latin typeface="Microsoft Sans Serif"/>
                <a:cs typeface="Microsoft Sans Serif"/>
              </a:rPr>
              <a:t>thì</a:t>
            </a:r>
            <a:r>
              <a:rPr sz="1900" spc="15" dirty="0">
                <a:latin typeface="Microsoft Sans Serif"/>
                <a:cs typeface="Microsoft Sans Serif"/>
              </a:rPr>
              <a:t> </a:t>
            </a:r>
            <a:r>
              <a:rPr sz="1900" spc="50" dirty="0">
                <a:latin typeface="Microsoft Sans Serif"/>
                <a:cs typeface="Microsoft Sans Serif"/>
              </a:rPr>
              <a:t>dừng</a:t>
            </a:r>
            <a:r>
              <a:rPr sz="1900" spc="40" dirty="0">
                <a:latin typeface="Microsoft Sans Serif"/>
                <a:cs typeface="Microsoft Sans Serif"/>
              </a:rPr>
              <a:t> </a:t>
            </a:r>
            <a:r>
              <a:rPr sz="1900" spc="45" dirty="0">
                <a:latin typeface="Microsoft Sans Serif"/>
                <a:cs typeface="Microsoft Sans Serif"/>
              </a:rPr>
              <a:t>vì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105" dirty="0">
                <a:latin typeface="Microsoft Sans Serif"/>
                <a:cs typeface="Microsoft Sans Serif"/>
              </a:rPr>
              <a:t>từ</a:t>
            </a:r>
            <a:r>
              <a:rPr sz="1900" spc="1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x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đi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55" dirty="0">
                <a:latin typeface="Microsoft Sans Serif"/>
                <a:cs typeface="Microsoft Sans Serif"/>
              </a:rPr>
              <a:t>tới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100" dirty="0">
                <a:latin typeface="Microsoft Sans Serif"/>
                <a:cs typeface="Microsoft Sans Serif"/>
              </a:rPr>
              <a:t>được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một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mạch</a:t>
            </a:r>
            <a:r>
              <a:rPr sz="1900" spc="4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âm.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986016" y="1951222"/>
            <a:ext cx="2557780" cy="1587500"/>
            <a:chOff x="6986016" y="1951222"/>
            <a:chExt cx="2557780" cy="1587500"/>
          </a:xfrm>
        </p:grpSpPr>
        <p:sp>
          <p:nvSpPr>
            <p:cNvPr id="18" name="object 18"/>
            <p:cNvSpPr/>
            <p:nvPr/>
          </p:nvSpPr>
          <p:spPr>
            <a:xfrm>
              <a:off x="6990588" y="1951630"/>
              <a:ext cx="2545715" cy="1581150"/>
            </a:xfrm>
            <a:custGeom>
              <a:avLst/>
              <a:gdLst/>
              <a:ahLst/>
              <a:cxnLst/>
              <a:rect l="l" t="t" r="r" b="b"/>
              <a:pathLst>
                <a:path w="2545715" h="1581150">
                  <a:moveTo>
                    <a:pt x="1277330" y="0"/>
                  </a:moveTo>
                  <a:lnTo>
                    <a:pt x="1226524" y="792"/>
                  </a:lnTo>
                  <a:lnTo>
                    <a:pt x="1175773" y="2700"/>
                  </a:lnTo>
                  <a:lnTo>
                    <a:pt x="1125142" y="5725"/>
                  </a:lnTo>
                  <a:lnTo>
                    <a:pt x="1074699" y="9870"/>
                  </a:lnTo>
                  <a:lnTo>
                    <a:pt x="1024510" y="15138"/>
                  </a:lnTo>
                  <a:lnTo>
                    <a:pt x="974642" y="21529"/>
                  </a:lnTo>
                  <a:lnTo>
                    <a:pt x="925162" y="29048"/>
                  </a:lnTo>
                  <a:lnTo>
                    <a:pt x="876136" y="37696"/>
                  </a:lnTo>
                  <a:lnTo>
                    <a:pt x="827631" y="47475"/>
                  </a:lnTo>
                  <a:lnTo>
                    <a:pt x="779714" y="58388"/>
                  </a:lnTo>
                  <a:lnTo>
                    <a:pt x="732451" y="70438"/>
                  </a:lnTo>
                  <a:lnTo>
                    <a:pt x="685908" y="83625"/>
                  </a:lnTo>
                  <a:lnTo>
                    <a:pt x="640154" y="97954"/>
                  </a:lnTo>
                  <a:lnTo>
                    <a:pt x="595253" y="113426"/>
                  </a:lnTo>
                  <a:lnTo>
                    <a:pt x="551274" y="130043"/>
                  </a:lnTo>
                  <a:lnTo>
                    <a:pt x="508281" y="147808"/>
                  </a:lnTo>
                  <a:lnTo>
                    <a:pt x="466343" y="166723"/>
                  </a:lnTo>
                  <a:lnTo>
                    <a:pt x="416924" y="191328"/>
                  </a:lnTo>
                  <a:lnTo>
                    <a:pt x="370434" y="217017"/>
                  </a:lnTo>
                  <a:lnTo>
                    <a:pt x="326884" y="243724"/>
                  </a:lnTo>
                  <a:lnTo>
                    <a:pt x="286283" y="271383"/>
                  </a:lnTo>
                  <a:lnTo>
                    <a:pt x="248640" y="299927"/>
                  </a:lnTo>
                  <a:lnTo>
                    <a:pt x="213964" y="329289"/>
                  </a:lnTo>
                  <a:lnTo>
                    <a:pt x="182264" y="359402"/>
                  </a:lnTo>
                  <a:lnTo>
                    <a:pt x="153550" y="390201"/>
                  </a:lnTo>
                  <a:lnTo>
                    <a:pt x="127831" y="421618"/>
                  </a:lnTo>
                  <a:lnTo>
                    <a:pt x="105115" y="453588"/>
                  </a:lnTo>
                  <a:lnTo>
                    <a:pt x="68734" y="518915"/>
                  </a:lnTo>
                  <a:lnTo>
                    <a:pt x="44479" y="585651"/>
                  </a:lnTo>
                  <a:lnTo>
                    <a:pt x="32424" y="653262"/>
                  </a:lnTo>
                  <a:lnTo>
                    <a:pt x="30994" y="687229"/>
                  </a:lnTo>
                  <a:lnTo>
                    <a:pt x="32642" y="721215"/>
                  </a:lnTo>
                  <a:lnTo>
                    <a:pt x="45209" y="788979"/>
                  </a:lnTo>
                  <a:lnTo>
                    <a:pt x="70196" y="856019"/>
                  </a:lnTo>
                  <a:lnTo>
                    <a:pt x="107679" y="921803"/>
                  </a:lnTo>
                  <a:lnTo>
                    <a:pt x="131128" y="954057"/>
                  </a:lnTo>
                  <a:lnTo>
                    <a:pt x="157730" y="985798"/>
                  </a:lnTo>
                  <a:lnTo>
                    <a:pt x="187491" y="1016958"/>
                  </a:lnTo>
                  <a:lnTo>
                    <a:pt x="220423" y="1047472"/>
                  </a:lnTo>
                  <a:lnTo>
                    <a:pt x="256533" y="1077271"/>
                  </a:lnTo>
                  <a:lnTo>
                    <a:pt x="295832" y="1106291"/>
                  </a:lnTo>
                  <a:lnTo>
                    <a:pt x="338327" y="1134463"/>
                  </a:lnTo>
                  <a:lnTo>
                    <a:pt x="0" y="1580995"/>
                  </a:lnTo>
                  <a:lnTo>
                    <a:pt x="714755" y="1296007"/>
                  </a:lnTo>
                  <a:lnTo>
                    <a:pt x="762232" y="1308664"/>
                  </a:lnTo>
                  <a:lnTo>
                    <a:pt x="810339" y="1320151"/>
                  </a:lnTo>
                  <a:lnTo>
                    <a:pt x="859012" y="1330473"/>
                  </a:lnTo>
                  <a:lnTo>
                    <a:pt x="908186" y="1339634"/>
                  </a:lnTo>
                  <a:lnTo>
                    <a:pt x="957797" y="1347638"/>
                  </a:lnTo>
                  <a:lnTo>
                    <a:pt x="1007779" y="1354491"/>
                  </a:lnTo>
                  <a:lnTo>
                    <a:pt x="1058068" y="1360197"/>
                  </a:lnTo>
                  <a:lnTo>
                    <a:pt x="1108599" y="1364759"/>
                  </a:lnTo>
                  <a:lnTo>
                    <a:pt x="1159307" y="1368184"/>
                  </a:lnTo>
                  <a:lnTo>
                    <a:pt x="1210127" y="1370475"/>
                  </a:lnTo>
                  <a:lnTo>
                    <a:pt x="1260994" y="1371636"/>
                  </a:lnTo>
                  <a:lnTo>
                    <a:pt x="1311844" y="1371673"/>
                  </a:lnTo>
                  <a:lnTo>
                    <a:pt x="1362611" y="1370589"/>
                  </a:lnTo>
                  <a:lnTo>
                    <a:pt x="1413231" y="1368390"/>
                  </a:lnTo>
                  <a:lnTo>
                    <a:pt x="1463638" y="1365080"/>
                  </a:lnTo>
                  <a:lnTo>
                    <a:pt x="1513769" y="1360662"/>
                  </a:lnTo>
                  <a:lnTo>
                    <a:pt x="1563557" y="1355143"/>
                  </a:lnTo>
                  <a:lnTo>
                    <a:pt x="1612939" y="1348525"/>
                  </a:lnTo>
                  <a:lnTo>
                    <a:pt x="1661849" y="1340815"/>
                  </a:lnTo>
                  <a:lnTo>
                    <a:pt x="1710223" y="1332015"/>
                  </a:lnTo>
                  <a:lnTo>
                    <a:pt x="1757995" y="1322131"/>
                  </a:lnTo>
                  <a:lnTo>
                    <a:pt x="1805101" y="1311168"/>
                  </a:lnTo>
                  <a:lnTo>
                    <a:pt x="1851476" y="1299129"/>
                  </a:lnTo>
                  <a:lnTo>
                    <a:pt x="1897055" y="1286020"/>
                  </a:lnTo>
                  <a:lnTo>
                    <a:pt x="1941773" y="1271844"/>
                  </a:lnTo>
                  <a:lnTo>
                    <a:pt x="1985565" y="1256606"/>
                  </a:lnTo>
                  <a:lnTo>
                    <a:pt x="2028367" y="1240311"/>
                  </a:lnTo>
                  <a:lnTo>
                    <a:pt x="2070113" y="1222963"/>
                  </a:lnTo>
                  <a:lnTo>
                    <a:pt x="2110739" y="1204567"/>
                  </a:lnTo>
                  <a:lnTo>
                    <a:pt x="2160155" y="1179963"/>
                  </a:lnTo>
                  <a:lnTo>
                    <a:pt x="2206631" y="1154274"/>
                  </a:lnTo>
                  <a:lnTo>
                    <a:pt x="2250160" y="1127567"/>
                  </a:lnTo>
                  <a:lnTo>
                    <a:pt x="2290734" y="1099908"/>
                  </a:lnTo>
                  <a:lnTo>
                    <a:pt x="2328343" y="1071364"/>
                  </a:lnTo>
                  <a:lnTo>
                    <a:pt x="2362981" y="1042002"/>
                  </a:lnTo>
                  <a:lnTo>
                    <a:pt x="2394638" y="1011889"/>
                  </a:lnTo>
                  <a:lnTo>
                    <a:pt x="2423307" y="981090"/>
                  </a:lnTo>
                  <a:lnTo>
                    <a:pt x="2448979" y="949673"/>
                  </a:lnTo>
                  <a:lnTo>
                    <a:pt x="2471645" y="917703"/>
                  </a:lnTo>
                  <a:lnTo>
                    <a:pt x="2507929" y="852376"/>
                  </a:lnTo>
                  <a:lnTo>
                    <a:pt x="2532093" y="785640"/>
                  </a:lnTo>
                  <a:lnTo>
                    <a:pt x="2544070" y="718029"/>
                  </a:lnTo>
                  <a:lnTo>
                    <a:pt x="2545468" y="684062"/>
                  </a:lnTo>
                  <a:lnTo>
                    <a:pt x="2543794" y="650076"/>
                  </a:lnTo>
                  <a:lnTo>
                    <a:pt x="2531199" y="582312"/>
                  </a:lnTo>
                  <a:lnTo>
                    <a:pt x="2506218" y="515272"/>
                  </a:lnTo>
                  <a:lnTo>
                    <a:pt x="2468786" y="449488"/>
                  </a:lnTo>
                  <a:lnTo>
                    <a:pt x="2445379" y="417234"/>
                  </a:lnTo>
                  <a:lnTo>
                    <a:pt x="2418835" y="385493"/>
                  </a:lnTo>
                  <a:lnTo>
                    <a:pt x="2389144" y="354332"/>
                  </a:lnTo>
                  <a:lnTo>
                    <a:pt x="2356299" y="323819"/>
                  </a:lnTo>
                  <a:lnTo>
                    <a:pt x="2320292" y="294019"/>
                  </a:lnTo>
                  <a:lnTo>
                    <a:pt x="2281113" y="265000"/>
                  </a:lnTo>
                  <a:lnTo>
                    <a:pt x="2238755" y="236827"/>
                  </a:lnTo>
                  <a:lnTo>
                    <a:pt x="2202206" y="214740"/>
                  </a:lnTo>
                  <a:lnTo>
                    <a:pt x="2164312" y="193720"/>
                  </a:lnTo>
                  <a:lnTo>
                    <a:pt x="2125139" y="173767"/>
                  </a:lnTo>
                  <a:lnTo>
                    <a:pt x="2084753" y="154886"/>
                  </a:lnTo>
                  <a:lnTo>
                    <a:pt x="2043222" y="137077"/>
                  </a:lnTo>
                  <a:lnTo>
                    <a:pt x="2000612" y="120344"/>
                  </a:lnTo>
                  <a:lnTo>
                    <a:pt x="1956990" y="104689"/>
                  </a:lnTo>
                  <a:lnTo>
                    <a:pt x="1912423" y="90115"/>
                  </a:lnTo>
                  <a:lnTo>
                    <a:pt x="1866976" y="76622"/>
                  </a:lnTo>
                  <a:lnTo>
                    <a:pt x="1820718" y="64215"/>
                  </a:lnTo>
                  <a:lnTo>
                    <a:pt x="1773713" y="52895"/>
                  </a:lnTo>
                  <a:lnTo>
                    <a:pt x="1726030" y="42664"/>
                  </a:lnTo>
                  <a:lnTo>
                    <a:pt x="1677735" y="33525"/>
                  </a:lnTo>
                  <a:lnTo>
                    <a:pt x="1628894" y="25480"/>
                  </a:lnTo>
                  <a:lnTo>
                    <a:pt x="1579574" y="18532"/>
                  </a:lnTo>
                  <a:lnTo>
                    <a:pt x="1529842" y="12682"/>
                  </a:lnTo>
                  <a:lnTo>
                    <a:pt x="1479764" y="7934"/>
                  </a:lnTo>
                  <a:lnTo>
                    <a:pt x="1429408" y="4289"/>
                  </a:lnTo>
                  <a:lnTo>
                    <a:pt x="1378838" y="1750"/>
                  </a:lnTo>
                  <a:lnTo>
                    <a:pt x="1328124" y="320"/>
                  </a:lnTo>
                  <a:lnTo>
                    <a:pt x="127733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86016" y="1951222"/>
              <a:ext cx="2557780" cy="1587500"/>
            </a:xfrm>
            <a:custGeom>
              <a:avLst/>
              <a:gdLst/>
              <a:ahLst/>
              <a:cxnLst/>
              <a:rect l="l" t="t" r="r" b="b"/>
              <a:pathLst>
                <a:path w="2557779" h="1587500">
                  <a:moveTo>
                    <a:pt x="330938" y="1138262"/>
                  </a:moveTo>
                  <a:lnTo>
                    <a:pt x="0" y="1587500"/>
                  </a:lnTo>
                  <a:lnTo>
                    <a:pt x="3048" y="1587500"/>
                  </a:lnTo>
                  <a:lnTo>
                    <a:pt x="14085" y="1582989"/>
                  </a:lnTo>
                  <a:lnTo>
                    <a:pt x="347472" y="1143000"/>
                  </a:lnTo>
                  <a:lnTo>
                    <a:pt x="338327" y="1143000"/>
                  </a:lnTo>
                  <a:lnTo>
                    <a:pt x="330938" y="1138262"/>
                  </a:lnTo>
                  <a:close/>
                </a:path>
                <a:path w="2557779" h="1587500">
                  <a:moveTo>
                    <a:pt x="14085" y="1582989"/>
                  </a:moveTo>
                  <a:lnTo>
                    <a:pt x="3048" y="1587500"/>
                  </a:lnTo>
                  <a:lnTo>
                    <a:pt x="7619" y="1587500"/>
                  </a:lnTo>
                  <a:lnTo>
                    <a:pt x="11950" y="1585807"/>
                  </a:lnTo>
                  <a:lnTo>
                    <a:pt x="14085" y="1582989"/>
                  </a:lnTo>
                  <a:close/>
                </a:path>
                <a:path w="2557779" h="1587500">
                  <a:moveTo>
                    <a:pt x="11950" y="1585807"/>
                  </a:moveTo>
                  <a:lnTo>
                    <a:pt x="7619" y="1587500"/>
                  </a:lnTo>
                  <a:lnTo>
                    <a:pt x="10667" y="1587500"/>
                  </a:lnTo>
                  <a:lnTo>
                    <a:pt x="11950" y="1585807"/>
                  </a:lnTo>
                  <a:close/>
                </a:path>
                <a:path w="2557779" h="1587500">
                  <a:moveTo>
                    <a:pt x="720851" y="1295400"/>
                  </a:moveTo>
                  <a:lnTo>
                    <a:pt x="717803" y="1295400"/>
                  </a:lnTo>
                  <a:lnTo>
                    <a:pt x="14085" y="1582989"/>
                  </a:lnTo>
                  <a:lnTo>
                    <a:pt x="11950" y="1585807"/>
                  </a:lnTo>
                  <a:lnTo>
                    <a:pt x="720399" y="1308872"/>
                  </a:lnTo>
                  <a:lnTo>
                    <a:pt x="717803" y="1308100"/>
                  </a:lnTo>
                  <a:lnTo>
                    <a:pt x="763524" y="1308100"/>
                  </a:lnTo>
                  <a:lnTo>
                    <a:pt x="720851" y="1295400"/>
                  </a:lnTo>
                  <a:close/>
                </a:path>
                <a:path w="2557779" h="1587500">
                  <a:moveTo>
                    <a:pt x="1488948" y="1371600"/>
                  </a:moveTo>
                  <a:lnTo>
                    <a:pt x="1074419" y="1371600"/>
                  </a:lnTo>
                  <a:lnTo>
                    <a:pt x="1121663" y="1384300"/>
                  </a:lnTo>
                  <a:lnTo>
                    <a:pt x="1397507" y="1384300"/>
                  </a:lnTo>
                  <a:lnTo>
                    <a:pt x="1488948" y="1371600"/>
                  </a:lnTo>
                  <a:close/>
                </a:path>
                <a:path w="2557779" h="1587500">
                  <a:moveTo>
                    <a:pt x="986027" y="1346200"/>
                  </a:moveTo>
                  <a:lnTo>
                    <a:pt x="893063" y="1346200"/>
                  </a:lnTo>
                  <a:lnTo>
                    <a:pt x="984503" y="1358900"/>
                  </a:lnTo>
                  <a:lnTo>
                    <a:pt x="1028700" y="1371600"/>
                  </a:lnTo>
                  <a:lnTo>
                    <a:pt x="1167383" y="1371600"/>
                  </a:lnTo>
                  <a:lnTo>
                    <a:pt x="1075943" y="1358900"/>
                  </a:lnTo>
                  <a:lnTo>
                    <a:pt x="1030224" y="1358900"/>
                  </a:lnTo>
                  <a:lnTo>
                    <a:pt x="986027" y="1346200"/>
                  </a:lnTo>
                  <a:close/>
                </a:path>
                <a:path w="2557779" h="1587500">
                  <a:moveTo>
                    <a:pt x="1563624" y="12700"/>
                  </a:moveTo>
                  <a:lnTo>
                    <a:pt x="1443227" y="12700"/>
                  </a:lnTo>
                  <a:lnTo>
                    <a:pt x="1502663" y="25400"/>
                  </a:lnTo>
                  <a:lnTo>
                    <a:pt x="1562100" y="25400"/>
                  </a:lnTo>
                  <a:lnTo>
                    <a:pt x="1677924" y="50800"/>
                  </a:lnTo>
                  <a:lnTo>
                    <a:pt x="1735835" y="50800"/>
                  </a:lnTo>
                  <a:lnTo>
                    <a:pt x="1792224" y="63500"/>
                  </a:lnTo>
                  <a:lnTo>
                    <a:pt x="1847087" y="88900"/>
                  </a:lnTo>
                  <a:lnTo>
                    <a:pt x="1955291" y="114300"/>
                  </a:lnTo>
                  <a:lnTo>
                    <a:pt x="2005583" y="139700"/>
                  </a:lnTo>
                  <a:lnTo>
                    <a:pt x="2055876" y="152400"/>
                  </a:lnTo>
                  <a:lnTo>
                    <a:pt x="2104643" y="177800"/>
                  </a:lnTo>
                  <a:lnTo>
                    <a:pt x="2151887" y="203200"/>
                  </a:lnTo>
                  <a:lnTo>
                    <a:pt x="2197607" y="228600"/>
                  </a:lnTo>
                  <a:lnTo>
                    <a:pt x="2261615" y="266700"/>
                  </a:lnTo>
                  <a:lnTo>
                    <a:pt x="2301239" y="292100"/>
                  </a:lnTo>
                  <a:lnTo>
                    <a:pt x="2337815" y="317500"/>
                  </a:lnTo>
                  <a:lnTo>
                    <a:pt x="2369819" y="342900"/>
                  </a:lnTo>
                  <a:lnTo>
                    <a:pt x="2386583" y="368300"/>
                  </a:lnTo>
                  <a:lnTo>
                    <a:pt x="2415539" y="393700"/>
                  </a:lnTo>
                  <a:lnTo>
                    <a:pt x="2427731" y="406400"/>
                  </a:lnTo>
                  <a:lnTo>
                    <a:pt x="2441448" y="419100"/>
                  </a:lnTo>
                  <a:lnTo>
                    <a:pt x="2452115" y="431800"/>
                  </a:lnTo>
                  <a:lnTo>
                    <a:pt x="2464307" y="457200"/>
                  </a:lnTo>
                  <a:lnTo>
                    <a:pt x="2474976" y="469900"/>
                  </a:lnTo>
                  <a:lnTo>
                    <a:pt x="2493263" y="495300"/>
                  </a:lnTo>
                  <a:lnTo>
                    <a:pt x="2500883" y="520700"/>
                  </a:lnTo>
                  <a:lnTo>
                    <a:pt x="2516124" y="546100"/>
                  </a:lnTo>
                  <a:lnTo>
                    <a:pt x="2522219" y="558800"/>
                  </a:lnTo>
                  <a:lnTo>
                    <a:pt x="2526791" y="584200"/>
                  </a:lnTo>
                  <a:lnTo>
                    <a:pt x="2535935" y="609600"/>
                  </a:lnTo>
                  <a:lnTo>
                    <a:pt x="2538983" y="622300"/>
                  </a:lnTo>
                  <a:lnTo>
                    <a:pt x="2540507" y="647700"/>
                  </a:lnTo>
                  <a:lnTo>
                    <a:pt x="2543555" y="673100"/>
                  </a:lnTo>
                  <a:lnTo>
                    <a:pt x="2543555" y="711200"/>
                  </a:lnTo>
                  <a:lnTo>
                    <a:pt x="2540507" y="736600"/>
                  </a:lnTo>
                  <a:lnTo>
                    <a:pt x="2538983" y="762000"/>
                  </a:lnTo>
                  <a:lnTo>
                    <a:pt x="2534411" y="774700"/>
                  </a:lnTo>
                  <a:lnTo>
                    <a:pt x="2531363" y="787400"/>
                  </a:lnTo>
                  <a:lnTo>
                    <a:pt x="2526791" y="800100"/>
                  </a:lnTo>
                  <a:lnTo>
                    <a:pt x="2520695" y="825500"/>
                  </a:lnTo>
                  <a:lnTo>
                    <a:pt x="2508504" y="850900"/>
                  </a:lnTo>
                  <a:lnTo>
                    <a:pt x="2500883" y="863600"/>
                  </a:lnTo>
                  <a:lnTo>
                    <a:pt x="2493263" y="889000"/>
                  </a:lnTo>
                  <a:lnTo>
                    <a:pt x="2474976" y="914400"/>
                  </a:lnTo>
                  <a:lnTo>
                    <a:pt x="2453639" y="939800"/>
                  </a:lnTo>
                  <a:lnTo>
                    <a:pt x="2429255" y="977900"/>
                  </a:lnTo>
                  <a:lnTo>
                    <a:pt x="2388107" y="1016000"/>
                  </a:lnTo>
                  <a:lnTo>
                    <a:pt x="2372867" y="1028700"/>
                  </a:lnTo>
                  <a:lnTo>
                    <a:pt x="2357628" y="1054100"/>
                  </a:lnTo>
                  <a:lnTo>
                    <a:pt x="2340863" y="1066800"/>
                  </a:lnTo>
                  <a:lnTo>
                    <a:pt x="2322576" y="1079500"/>
                  </a:lnTo>
                  <a:lnTo>
                    <a:pt x="2305811" y="1092200"/>
                  </a:lnTo>
                  <a:lnTo>
                    <a:pt x="2286000" y="1104900"/>
                  </a:lnTo>
                  <a:lnTo>
                    <a:pt x="2267711" y="1117600"/>
                  </a:lnTo>
                  <a:lnTo>
                    <a:pt x="2247900" y="1130300"/>
                  </a:lnTo>
                  <a:lnTo>
                    <a:pt x="2205228" y="1155700"/>
                  </a:lnTo>
                  <a:lnTo>
                    <a:pt x="2136648" y="1193800"/>
                  </a:lnTo>
                  <a:lnTo>
                    <a:pt x="2112263" y="1206500"/>
                  </a:lnTo>
                  <a:lnTo>
                    <a:pt x="2039111" y="1231900"/>
                  </a:lnTo>
                  <a:lnTo>
                    <a:pt x="2001011" y="1257300"/>
                  </a:lnTo>
                  <a:lnTo>
                    <a:pt x="1961387" y="1270000"/>
                  </a:lnTo>
                  <a:lnTo>
                    <a:pt x="1920239" y="1282700"/>
                  </a:lnTo>
                  <a:lnTo>
                    <a:pt x="1880615" y="1295400"/>
                  </a:lnTo>
                  <a:lnTo>
                    <a:pt x="1839467" y="1308100"/>
                  </a:lnTo>
                  <a:lnTo>
                    <a:pt x="1796795" y="1320800"/>
                  </a:lnTo>
                  <a:lnTo>
                    <a:pt x="1623059" y="1346200"/>
                  </a:lnTo>
                  <a:lnTo>
                    <a:pt x="1578863" y="1358900"/>
                  </a:lnTo>
                  <a:lnTo>
                    <a:pt x="1488948" y="1358900"/>
                  </a:lnTo>
                  <a:lnTo>
                    <a:pt x="1397507" y="1371600"/>
                  </a:lnTo>
                  <a:lnTo>
                    <a:pt x="1580387" y="1371600"/>
                  </a:lnTo>
                  <a:lnTo>
                    <a:pt x="1624583" y="1358900"/>
                  </a:lnTo>
                  <a:lnTo>
                    <a:pt x="1712976" y="1346200"/>
                  </a:lnTo>
                  <a:lnTo>
                    <a:pt x="1757172" y="1333500"/>
                  </a:lnTo>
                  <a:lnTo>
                    <a:pt x="1799843" y="1320800"/>
                  </a:lnTo>
                  <a:lnTo>
                    <a:pt x="1842515" y="1320800"/>
                  </a:lnTo>
                  <a:lnTo>
                    <a:pt x="1965959" y="1282700"/>
                  </a:lnTo>
                  <a:lnTo>
                    <a:pt x="2005583" y="1270000"/>
                  </a:lnTo>
                  <a:lnTo>
                    <a:pt x="2081783" y="1231900"/>
                  </a:lnTo>
                  <a:lnTo>
                    <a:pt x="2118359" y="1219200"/>
                  </a:lnTo>
                  <a:lnTo>
                    <a:pt x="2142743" y="1206500"/>
                  </a:lnTo>
                  <a:lnTo>
                    <a:pt x="2165604" y="1193800"/>
                  </a:lnTo>
                  <a:lnTo>
                    <a:pt x="2189987" y="1181100"/>
                  </a:lnTo>
                  <a:lnTo>
                    <a:pt x="2253995" y="1143000"/>
                  </a:lnTo>
                  <a:lnTo>
                    <a:pt x="2313431" y="1104900"/>
                  </a:lnTo>
                  <a:lnTo>
                    <a:pt x="2331719" y="1092200"/>
                  </a:lnTo>
                  <a:lnTo>
                    <a:pt x="2348483" y="1066800"/>
                  </a:lnTo>
                  <a:lnTo>
                    <a:pt x="2382011" y="1041400"/>
                  </a:lnTo>
                  <a:lnTo>
                    <a:pt x="2412491" y="1016000"/>
                  </a:lnTo>
                  <a:lnTo>
                    <a:pt x="2426207" y="1003300"/>
                  </a:lnTo>
                  <a:lnTo>
                    <a:pt x="2438400" y="977900"/>
                  </a:lnTo>
                  <a:lnTo>
                    <a:pt x="2452115" y="965200"/>
                  </a:lnTo>
                  <a:lnTo>
                    <a:pt x="2464307" y="952500"/>
                  </a:lnTo>
                  <a:lnTo>
                    <a:pt x="2485643" y="927100"/>
                  </a:lnTo>
                  <a:lnTo>
                    <a:pt x="2494787" y="901700"/>
                  </a:lnTo>
                  <a:lnTo>
                    <a:pt x="2513076" y="876300"/>
                  </a:lnTo>
                  <a:lnTo>
                    <a:pt x="2520695" y="863600"/>
                  </a:lnTo>
                  <a:lnTo>
                    <a:pt x="2526791" y="838200"/>
                  </a:lnTo>
                  <a:lnTo>
                    <a:pt x="2538983" y="812800"/>
                  </a:lnTo>
                  <a:lnTo>
                    <a:pt x="2551176" y="762000"/>
                  </a:lnTo>
                  <a:lnTo>
                    <a:pt x="2552700" y="736600"/>
                  </a:lnTo>
                  <a:lnTo>
                    <a:pt x="2555748" y="723900"/>
                  </a:lnTo>
                  <a:lnTo>
                    <a:pt x="2555748" y="711200"/>
                  </a:lnTo>
                  <a:lnTo>
                    <a:pt x="2557272" y="698500"/>
                  </a:lnTo>
                  <a:lnTo>
                    <a:pt x="2555748" y="673100"/>
                  </a:lnTo>
                  <a:lnTo>
                    <a:pt x="2555748" y="660400"/>
                  </a:lnTo>
                  <a:lnTo>
                    <a:pt x="2554224" y="647700"/>
                  </a:lnTo>
                  <a:lnTo>
                    <a:pt x="2548128" y="609600"/>
                  </a:lnTo>
                  <a:lnTo>
                    <a:pt x="2538983" y="571500"/>
                  </a:lnTo>
                  <a:lnTo>
                    <a:pt x="2520695" y="520700"/>
                  </a:lnTo>
                  <a:lnTo>
                    <a:pt x="2494787" y="482600"/>
                  </a:lnTo>
                  <a:lnTo>
                    <a:pt x="2484119" y="457200"/>
                  </a:lnTo>
                  <a:lnTo>
                    <a:pt x="2474976" y="444500"/>
                  </a:lnTo>
                  <a:lnTo>
                    <a:pt x="2462783" y="431800"/>
                  </a:lnTo>
                  <a:lnTo>
                    <a:pt x="2438400" y="393700"/>
                  </a:lnTo>
                  <a:lnTo>
                    <a:pt x="2424683" y="381000"/>
                  </a:lnTo>
                  <a:lnTo>
                    <a:pt x="2378963" y="342900"/>
                  </a:lnTo>
                  <a:lnTo>
                    <a:pt x="2362200" y="317500"/>
                  </a:lnTo>
                  <a:lnTo>
                    <a:pt x="2345435" y="304800"/>
                  </a:lnTo>
                  <a:lnTo>
                    <a:pt x="2308859" y="279400"/>
                  </a:lnTo>
                  <a:lnTo>
                    <a:pt x="2289048" y="266700"/>
                  </a:lnTo>
                  <a:lnTo>
                    <a:pt x="2267711" y="254000"/>
                  </a:lnTo>
                  <a:lnTo>
                    <a:pt x="2247900" y="241300"/>
                  </a:lnTo>
                  <a:lnTo>
                    <a:pt x="2203704" y="215900"/>
                  </a:lnTo>
                  <a:lnTo>
                    <a:pt x="2157983" y="190500"/>
                  </a:lnTo>
                  <a:lnTo>
                    <a:pt x="2110739" y="165100"/>
                  </a:lnTo>
                  <a:lnTo>
                    <a:pt x="2061972" y="139700"/>
                  </a:lnTo>
                  <a:lnTo>
                    <a:pt x="2010155" y="127000"/>
                  </a:lnTo>
                  <a:lnTo>
                    <a:pt x="1958339" y="101600"/>
                  </a:lnTo>
                  <a:lnTo>
                    <a:pt x="1795272" y="63500"/>
                  </a:lnTo>
                  <a:lnTo>
                    <a:pt x="1738883" y="38100"/>
                  </a:lnTo>
                  <a:lnTo>
                    <a:pt x="1680972" y="38100"/>
                  </a:lnTo>
                  <a:lnTo>
                    <a:pt x="1563624" y="12700"/>
                  </a:lnTo>
                  <a:close/>
                </a:path>
                <a:path w="2557779" h="1587500">
                  <a:moveTo>
                    <a:pt x="763524" y="1308100"/>
                  </a:moveTo>
                  <a:lnTo>
                    <a:pt x="722376" y="1308100"/>
                  </a:lnTo>
                  <a:lnTo>
                    <a:pt x="720399" y="1308872"/>
                  </a:lnTo>
                  <a:lnTo>
                    <a:pt x="760476" y="1320800"/>
                  </a:lnTo>
                  <a:lnTo>
                    <a:pt x="848867" y="1346200"/>
                  </a:lnTo>
                  <a:lnTo>
                    <a:pt x="940307" y="1346200"/>
                  </a:lnTo>
                  <a:lnTo>
                    <a:pt x="851915" y="1333500"/>
                  </a:lnTo>
                  <a:lnTo>
                    <a:pt x="763524" y="1308100"/>
                  </a:lnTo>
                  <a:close/>
                </a:path>
                <a:path w="2557779" h="1587500">
                  <a:moveTo>
                    <a:pt x="722376" y="1308100"/>
                  </a:moveTo>
                  <a:lnTo>
                    <a:pt x="717803" y="1308100"/>
                  </a:lnTo>
                  <a:lnTo>
                    <a:pt x="720399" y="1308872"/>
                  </a:lnTo>
                  <a:lnTo>
                    <a:pt x="722376" y="1308100"/>
                  </a:lnTo>
                  <a:close/>
                </a:path>
                <a:path w="2557779" h="1587500">
                  <a:moveTo>
                    <a:pt x="336803" y="1130300"/>
                  </a:moveTo>
                  <a:lnTo>
                    <a:pt x="330938" y="1138262"/>
                  </a:lnTo>
                  <a:lnTo>
                    <a:pt x="338327" y="1143000"/>
                  </a:lnTo>
                  <a:lnTo>
                    <a:pt x="336803" y="1130300"/>
                  </a:lnTo>
                  <a:close/>
                </a:path>
                <a:path w="2557779" h="1587500">
                  <a:moveTo>
                    <a:pt x="347472" y="1130300"/>
                  </a:moveTo>
                  <a:lnTo>
                    <a:pt x="336803" y="1130300"/>
                  </a:lnTo>
                  <a:lnTo>
                    <a:pt x="338327" y="1143000"/>
                  </a:lnTo>
                  <a:lnTo>
                    <a:pt x="347472" y="1143000"/>
                  </a:lnTo>
                  <a:lnTo>
                    <a:pt x="347472" y="1130300"/>
                  </a:lnTo>
                  <a:close/>
                </a:path>
                <a:path w="2557779" h="1587500">
                  <a:moveTo>
                    <a:pt x="1143000" y="12700"/>
                  </a:moveTo>
                  <a:lnTo>
                    <a:pt x="1022603" y="12700"/>
                  </a:lnTo>
                  <a:lnTo>
                    <a:pt x="903731" y="38100"/>
                  </a:lnTo>
                  <a:lnTo>
                    <a:pt x="676655" y="88900"/>
                  </a:lnTo>
                  <a:lnTo>
                    <a:pt x="623315" y="101600"/>
                  </a:lnTo>
                  <a:lnTo>
                    <a:pt x="569976" y="127000"/>
                  </a:lnTo>
                  <a:lnTo>
                    <a:pt x="518159" y="139700"/>
                  </a:lnTo>
                  <a:lnTo>
                    <a:pt x="467867" y="165100"/>
                  </a:lnTo>
                  <a:lnTo>
                    <a:pt x="419100" y="190500"/>
                  </a:lnTo>
                  <a:lnTo>
                    <a:pt x="396239" y="203200"/>
                  </a:lnTo>
                  <a:lnTo>
                    <a:pt x="374903" y="215900"/>
                  </a:lnTo>
                  <a:lnTo>
                    <a:pt x="352043" y="228600"/>
                  </a:lnTo>
                  <a:lnTo>
                    <a:pt x="332231" y="241300"/>
                  </a:lnTo>
                  <a:lnTo>
                    <a:pt x="310895" y="254000"/>
                  </a:lnTo>
                  <a:lnTo>
                    <a:pt x="291083" y="266700"/>
                  </a:lnTo>
                  <a:lnTo>
                    <a:pt x="254507" y="292100"/>
                  </a:lnTo>
                  <a:lnTo>
                    <a:pt x="237743" y="304800"/>
                  </a:lnTo>
                  <a:lnTo>
                    <a:pt x="220979" y="330200"/>
                  </a:lnTo>
                  <a:lnTo>
                    <a:pt x="204215" y="342900"/>
                  </a:lnTo>
                  <a:lnTo>
                    <a:pt x="173735" y="368300"/>
                  </a:lnTo>
                  <a:lnTo>
                    <a:pt x="146303" y="406400"/>
                  </a:lnTo>
                  <a:lnTo>
                    <a:pt x="121919" y="431800"/>
                  </a:lnTo>
                  <a:lnTo>
                    <a:pt x="100583" y="457200"/>
                  </a:lnTo>
                  <a:lnTo>
                    <a:pt x="91439" y="482600"/>
                  </a:lnTo>
                  <a:lnTo>
                    <a:pt x="73151" y="508000"/>
                  </a:lnTo>
                  <a:lnTo>
                    <a:pt x="65531" y="520700"/>
                  </a:lnTo>
                  <a:lnTo>
                    <a:pt x="59435" y="546100"/>
                  </a:lnTo>
                  <a:lnTo>
                    <a:pt x="47243" y="571500"/>
                  </a:lnTo>
                  <a:lnTo>
                    <a:pt x="35051" y="622300"/>
                  </a:lnTo>
                  <a:lnTo>
                    <a:pt x="33527" y="647700"/>
                  </a:lnTo>
                  <a:lnTo>
                    <a:pt x="30479" y="660400"/>
                  </a:lnTo>
                  <a:lnTo>
                    <a:pt x="30479" y="673100"/>
                  </a:lnTo>
                  <a:lnTo>
                    <a:pt x="28955" y="698500"/>
                  </a:lnTo>
                  <a:lnTo>
                    <a:pt x="30479" y="711200"/>
                  </a:lnTo>
                  <a:lnTo>
                    <a:pt x="30479" y="723900"/>
                  </a:lnTo>
                  <a:lnTo>
                    <a:pt x="32003" y="736600"/>
                  </a:lnTo>
                  <a:lnTo>
                    <a:pt x="38100" y="774700"/>
                  </a:lnTo>
                  <a:lnTo>
                    <a:pt x="47243" y="812800"/>
                  </a:lnTo>
                  <a:lnTo>
                    <a:pt x="65531" y="863600"/>
                  </a:lnTo>
                  <a:lnTo>
                    <a:pt x="91439" y="901700"/>
                  </a:lnTo>
                  <a:lnTo>
                    <a:pt x="102107" y="927100"/>
                  </a:lnTo>
                  <a:lnTo>
                    <a:pt x="111251" y="939800"/>
                  </a:lnTo>
                  <a:lnTo>
                    <a:pt x="123443" y="952500"/>
                  </a:lnTo>
                  <a:lnTo>
                    <a:pt x="147827" y="990600"/>
                  </a:lnTo>
                  <a:lnTo>
                    <a:pt x="161543" y="1003300"/>
                  </a:lnTo>
                  <a:lnTo>
                    <a:pt x="207263" y="1041400"/>
                  </a:lnTo>
                  <a:lnTo>
                    <a:pt x="224027" y="1066800"/>
                  </a:lnTo>
                  <a:lnTo>
                    <a:pt x="240791" y="1079500"/>
                  </a:lnTo>
                  <a:lnTo>
                    <a:pt x="277367" y="1104900"/>
                  </a:lnTo>
                  <a:lnTo>
                    <a:pt x="297179" y="1117600"/>
                  </a:lnTo>
                  <a:lnTo>
                    <a:pt x="318515" y="1130300"/>
                  </a:lnTo>
                  <a:lnTo>
                    <a:pt x="330938" y="1138262"/>
                  </a:lnTo>
                  <a:lnTo>
                    <a:pt x="336803" y="1130300"/>
                  </a:lnTo>
                  <a:lnTo>
                    <a:pt x="345948" y="1130300"/>
                  </a:lnTo>
                  <a:lnTo>
                    <a:pt x="324611" y="1117600"/>
                  </a:lnTo>
                  <a:lnTo>
                    <a:pt x="284987" y="1092200"/>
                  </a:lnTo>
                  <a:lnTo>
                    <a:pt x="248411" y="1066800"/>
                  </a:lnTo>
                  <a:lnTo>
                    <a:pt x="216407" y="1041400"/>
                  </a:lnTo>
                  <a:lnTo>
                    <a:pt x="199643" y="1016000"/>
                  </a:lnTo>
                  <a:lnTo>
                    <a:pt x="170687" y="990600"/>
                  </a:lnTo>
                  <a:lnTo>
                    <a:pt x="158495" y="977900"/>
                  </a:lnTo>
                  <a:lnTo>
                    <a:pt x="144779" y="965200"/>
                  </a:lnTo>
                  <a:lnTo>
                    <a:pt x="134111" y="952500"/>
                  </a:lnTo>
                  <a:lnTo>
                    <a:pt x="121919" y="927100"/>
                  </a:lnTo>
                  <a:lnTo>
                    <a:pt x="111251" y="914400"/>
                  </a:lnTo>
                  <a:lnTo>
                    <a:pt x="92963" y="889000"/>
                  </a:lnTo>
                  <a:lnTo>
                    <a:pt x="85343" y="863600"/>
                  </a:lnTo>
                  <a:lnTo>
                    <a:pt x="70103" y="838200"/>
                  </a:lnTo>
                  <a:lnTo>
                    <a:pt x="64007" y="825500"/>
                  </a:lnTo>
                  <a:lnTo>
                    <a:pt x="59435" y="800100"/>
                  </a:lnTo>
                  <a:lnTo>
                    <a:pt x="50291" y="774700"/>
                  </a:lnTo>
                  <a:lnTo>
                    <a:pt x="47243" y="762000"/>
                  </a:lnTo>
                  <a:lnTo>
                    <a:pt x="45719" y="736600"/>
                  </a:lnTo>
                  <a:lnTo>
                    <a:pt x="42672" y="711200"/>
                  </a:lnTo>
                  <a:lnTo>
                    <a:pt x="42672" y="673100"/>
                  </a:lnTo>
                  <a:lnTo>
                    <a:pt x="45719" y="647700"/>
                  </a:lnTo>
                  <a:lnTo>
                    <a:pt x="47243" y="622300"/>
                  </a:lnTo>
                  <a:lnTo>
                    <a:pt x="50291" y="609600"/>
                  </a:lnTo>
                  <a:lnTo>
                    <a:pt x="59435" y="584200"/>
                  </a:lnTo>
                  <a:lnTo>
                    <a:pt x="65531" y="558800"/>
                  </a:lnTo>
                  <a:lnTo>
                    <a:pt x="77724" y="533400"/>
                  </a:lnTo>
                  <a:lnTo>
                    <a:pt x="85343" y="520700"/>
                  </a:lnTo>
                  <a:lnTo>
                    <a:pt x="92963" y="495300"/>
                  </a:lnTo>
                  <a:lnTo>
                    <a:pt x="111251" y="469900"/>
                  </a:lnTo>
                  <a:lnTo>
                    <a:pt x="132587" y="444500"/>
                  </a:lnTo>
                  <a:lnTo>
                    <a:pt x="169163" y="393700"/>
                  </a:lnTo>
                  <a:lnTo>
                    <a:pt x="182879" y="381000"/>
                  </a:lnTo>
                  <a:lnTo>
                    <a:pt x="198119" y="368300"/>
                  </a:lnTo>
                  <a:lnTo>
                    <a:pt x="213359" y="342900"/>
                  </a:lnTo>
                  <a:lnTo>
                    <a:pt x="228600" y="330200"/>
                  </a:lnTo>
                  <a:lnTo>
                    <a:pt x="262127" y="304800"/>
                  </a:lnTo>
                  <a:lnTo>
                    <a:pt x="298703" y="279400"/>
                  </a:lnTo>
                  <a:lnTo>
                    <a:pt x="338327" y="254000"/>
                  </a:lnTo>
                  <a:lnTo>
                    <a:pt x="402335" y="215900"/>
                  </a:lnTo>
                  <a:lnTo>
                    <a:pt x="449579" y="190500"/>
                  </a:lnTo>
                  <a:lnTo>
                    <a:pt x="472439" y="177800"/>
                  </a:lnTo>
                  <a:lnTo>
                    <a:pt x="522731" y="152400"/>
                  </a:lnTo>
                  <a:lnTo>
                    <a:pt x="626363" y="114300"/>
                  </a:lnTo>
                  <a:lnTo>
                    <a:pt x="736091" y="88900"/>
                  </a:lnTo>
                  <a:lnTo>
                    <a:pt x="792479" y="63500"/>
                  </a:lnTo>
                  <a:lnTo>
                    <a:pt x="848867" y="63500"/>
                  </a:lnTo>
                  <a:lnTo>
                    <a:pt x="1024127" y="25400"/>
                  </a:lnTo>
                  <a:lnTo>
                    <a:pt x="1083563" y="25400"/>
                  </a:lnTo>
                  <a:lnTo>
                    <a:pt x="1143000" y="12700"/>
                  </a:lnTo>
                  <a:close/>
                </a:path>
                <a:path w="2557779" h="1587500">
                  <a:moveTo>
                    <a:pt x="1444752" y="0"/>
                  </a:moveTo>
                  <a:lnTo>
                    <a:pt x="1141476" y="0"/>
                  </a:lnTo>
                  <a:lnTo>
                    <a:pt x="1082039" y="12700"/>
                  </a:lnTo>
                  <a:lnTo>
                    <a:pt x="1504187" y="12700"/>
                  </a:lnTo>
                  <a:lnTo>
                    <a:pt x="1444752" y="0"/>
                  </a:lnTo>
                  <a:close/>
                </a:path>
              </a:pathLst>
            </a:custGeom>
            <a:solidFill>
              <a:srgbClr val="5C47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91552" y="2067529"/>
            <a:ext cx="15767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Ý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nghĩa: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Đ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ộ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dài </a:t>
            </a:r>
            <a:r>
              <a:rPr sz="1800" spc="-4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đ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ườ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ng đi ng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ắ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n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nh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ấ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t đi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qua t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ố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i </a:t>
            </a:r>
            <a:r>
              <a:rPr sz="18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đa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k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đ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ỉ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nh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4627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22402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224028" y="32003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0" y="0"/>
                  </a:moveTo>
                  <a:lnTo>
                    <a:pt x="224027" y="0"/>
                  </a:lnTo>
                  <a:lnTo>
                    <a:pt x="224027" y="32003"/>
                  </a:lnTo>
                  <a:lnTo>
                    <a:pt x="0" y="32003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8956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644652" y="80772"/>
                  </a:moveTo>
                  <a:lnTo>
                    <a:pt x="600122" y="93249"/>
                  </a:lnTo>
                  <a:lnTo>
                    <a:pt x="566737" y="128587"/>
                  </a:lnTo>
                  <a:lnTo>
                    <a:pt x="552259" y="172212"/>
                  </a:lnTo>
                  <a:lnTo>
                    <a:pt x="550164" y="199644"/>
                  </a:lnTo>
                  <a:lnTo>
                    <a:pt x="550473" y="213050"/>
                  </a:lnTo>
                  <a:lnTo>
                    <a:pt x="559736" y="259270"/>
                  </a:lnTo>
                  <a:lnTo>
                    <a:pt x="585406" y="297561"/>
                  </a:lnTo>
                  <a:lnTo>
                    <a:pt x="623577" y="314920"/>
                  </a:lnTo>
                  <a:lnTo>
                    <a:pt x="632460" y="315468"/>
                  </a:lnTo>
                  <a:lnTo>
                    <a:pt x="640080" y="315468"/>
                  </a:lnTo>
                  <a:lnTo>
                    <a:pt x="647700" y="313944"/>
                  </a:lnTo>
                  <a:lnTo>
                    <a:pt x="652272" y="312420"/>
                  </a:lnTo>
                  <a:lnTo>
                    <a:pt x="664464" y="309372"/>
                  </a:lnTo>
                  <a:lnTo>
                    <a:pt x="669036" y="306324"/>
                  </a:lnTo>
                  <a:lnTo>
                    <a:pt x="675132" y="304800"/>
                  </a:lnTo>
                  <a:lnTo>
                    <a:pt x="684276" y="298703"/>
                  </a:lnTo>
                  <a:lnTo>
                    <a:pt x="688848" y="294132"/>
                  </a:lnTo>
                  <a:lnTo>
                    <a:pt x="693420" y="291084"/>
                  </a:lnTo>
                  <a:lnTo>
                    <a:pt x="699516" y="286512"/>
                  </a:lnTo>
                  <a:lnTo>
                    <a:pt x="736092" y="286512"/>
                  </a:lnTo>
                  <a:lnTo>
                    <a:pt x="736092" y="278892"/>
                  </a:lnTo>
                  <a:lnTo>
                    <a:pt x="641604" y="278892"/>
                  </a:lnTo>
                  <a:lnTo>
                    <a:pt x="628769" y="277725"/>
                  </a:lnTo>
                  <a:lnTo>
                    <a:pt x="595979" y="246768"/>
                  </a:lnTo>
                  <a:lnTo>
                    <a:pt x="588264" y="198120"/>
                  </a:lnTo>
                  <a:lnTo>
                    <a:pt x="589383" y="178927"/>
                  </a:lnTo>
                  <a:lnTo>
                    <a:pt x="605028" y="135636"/>
                  </a:lnTo>
                  <a:lnTo>
                    <a:pt x="650748" y="114300"/>
                  </a:lnTo>
                  <a:lnTo>
                    <a:pt x="736092" y="114300"/>
                  </a:lnTo>
                  <a:lnTo>
                    <a:pt x="736092" y="96012"/>
                  </a:lnTo>
                  <a:lnTo>
                    <a:pt x="699516" y="96012"/>
                  </a:lnTo>
                  <a:lnTo>
                    <a:pt x="692681" y="91963"/>
                  </a:lnTo>
                  <a:lnTo>
                    <a:pt x="685990" y="88773"/>
                  </a:lnTo>
                  <a:lnTo>
                    <a:pt x="652391" y="81033"/>
                  </a:lnTo>
                  <a:lnTo>
                    <a:pt x="644652" y="80772"/>
                  </a:lnTo>
                  <a:close/>
                </a:path>
                <a:path w="736600" h="315594">
                  <a:moveTo>
                    <a:pt x="736092" y="286512"/>
                  </a:moveTo>
                  <a:lnTo>
                    <a:pt x="699516" y="286512"/>
                  </a:lnTo>
                  <a:lnTo>
                    <a:pt x="699516" y="307848"/>
                  </a:lnTo>
                  <a:lnTo>
                    <a:pt x="736092" y="307848"/>
                  </a:lnTo>
                  <a:lnTo>
                    <a:pt x="736092" y="286512"/>
                  </a:lnTo>
                  <a:close/>
                </a:path>
                <a:path w="736600" h="315594">
                  <a:moveTo>
                    <a:pt x="736092" y="114300"/>
                  </a:moveTo>
                  <a:lnTo>
                    <a:pt x="658368" y="114300"/>
                  </a:lnTo>
                  <a:lnTo>
                    <a:pt x="667512" y="115824"/>
                  </a:lnTo>
                  <a:lnTo>
                    <a:pt x="673608" y="117348"/>
                  </a:lnTo>
                  <a:lnTo>
                    <a:pt x="679584" y="118776"/>
                  </a:lnTo>
                  <a:lnTo>
                    <a:pt x="685990" y="120776"/>
                  </a:lnTo>
                  <a:lnTo>
                    <a:pt x="692681" y="123348"/>
                  </a:lnTo>
                  <a:lnTo>
                    <a:pt x="699516" y="126492"/>
                  </a:lnTo>
                  <a:lnTo>
                    <a:pt x="699516" y="254507"/>
                  </a:lnTo>
                  <a:lnTo>
                    <a:pt x="663463" y="275677"/>
                  </a:lnTo>
                  <a:lnTo>
                    <a:pt x="641604" y="278892"/>
                  </a:lnTo>
                  <a:lnTo>
                    <a:pt x="736092" y="278892"/>
                  </a:lnTo>
                  <a:lnTo>
                    <a:pt x="736092" y="114300"/>
                  </a:lnTo>
                  <a:close/>
                </a:path>
                <a:path w="736600" h="315594">
                  <a:moveTo>
                    <a:pt x="736092" y="0"/>
                  </a:moveTo>
                  <a:lnTo>
                    <a:pt x="699516" y="0"/>
                  </a:lnTo>
                  <a:lnTo>
                    <a:pt x="699516" y="96012"/>
                  </a:lnTo>
                  <a:lnTo>
                    <a:pt x="736092" y="96012"/>
                  </a:lnTo>
                  <a:lnTo>
                    <a:pt x="736092" y="0"/>
                  </a:lnTo>
                  <a:close/>
                </a:path>
                <a:path w="736600" h="315594">
                  <a:moveTo>
                    <a:pt x="283464" y="80772"/>
                  </a:moveTo>
                  <a:lnTo>
                    <a:pt x="243649" y="88582"/>
                  </a:lnTo>
                  <a:lnTo>
                    <a:pt x="211836" y="111251"/>
                  </a:lnTo>
                  <a:lnTo>
                    <a:pt x="191262" y="147828"/>
                  </a:lnTo>
                  <a:lnTo>
                    <a:pt x="184404" y="198120"/>
                  </a:lnTo>
                  <a:lnTo>
                    <a:pt x="186094" y="223242"/>
                  </a:lnTo>
                  <a:lnTo>
                    <a:pt x="199191" y="266057"/>
                  </a:lnTo>
                  <a:lnTo>
                    <a:pt x="225171" y="297465"/>
                  </a:lnTo>
                  <a:lnTo>
                    <a:pt x="261747" y="313467"/>
                  </a:lnTo>
                  <a:lnTo>
                    <a:pt x="283464" y="315468"/>
                  </a:lnTo>
                  <a:lnTo>
                    <a:pt x="304942" y="313467"/>
                  </a:lnTo>
                  <a:lnTo>
                    <a:pt x="323850" y="307467"/>
                  </a:lnTo>
                  <a:lnTo>
                    <a:pt x="340471" y="297465"/>
                  </a:lnTo>
                  <a:lnTo>
                    <a:pt x="355092" y="283463"/>
                  </a:lnTo>
                  <a:lnTo>
                    <a:pt x="356197" y="281939"/>
                  </a:lnTo>
                  <a:lnTo>
                    <a:pt x="283464" y="281939"/>
                  </a:lnTo>
                  <a:lnTo>
                    <a:pt x="269486" y="280749"/>
                  </a:lnTo>
                  <a:lnTo>
                    <a:pt x="232148" y="248912"/>
                  </a:lnTo>
                  <a:lnTo>
                    <a:pt x="222504" y="198120"/>
                  </a:lnTo>
                  <a:lnTo>
                    <a:pt x="223623" y="177831"/>
                  </a:lnTo>
                  <a:lnTo>
                    <a:pt x="239268" y="134112"/>
                  </a:lnTo>
                  <a:lnTo>
                    <a:pt x="283464" y="112775"/>
                  </a:lnTo>
                  <a:lnTo>
                    <a:pt x="356195" y="112775"/>
                  </a:lnTo>
                  <a:lnTo>
                    <a:pt x="355092" y="111251"/>
                  </a:lnTo>
                  <a:lnTo>
                    <a:pt x="340471" y="98131"/>
                  </a:lnTo>
                  <a:lnTo>
                    <a:pt x="323850" y="88582"/>
                  </a:lnTo>
                  <a:lnTo>
                    <a:pt x="304942" y="82748"/>
                  </a:lnTo>
                  <a:lnTo>
                    <a:pt x="283464" y="80772"/>
                  </a:lnTo>
                  <a:close/>
                </a:path>
                <a:path w="736600" h="315594">
                  <a:moveTo>
                    <a:pt x="356195" y="112775"/>
                  </a:moveTo>
                  <a:lnTo>
                    <a:pt x="283464" y="112775"/>
                  </a:lnTo>
                  <a:lnTo>
                    <a:pt x="297441" y="114180"/>
                  </a:lnTo>
                  <a:lnTo>
                    <a:pt x="309562" y="118300"/>
                  </a:lnTo>
                  <a:lnTo>
                    <a:pt x="340042" y="160401"/>
                  </a:lnTo>
                  <a:lnTo>
                    <a:pt x="344424" y="198120"/>
                  </a:lnTo>
                  <a:lnTo>
                    <a:pt x="343304" y="217550"/>
                  </a:lnTo>
                  <a:lnTo>
                    <a:pt x="327660" y="262127"/>
                  </a:lnTo>
                  <a:lnTo>
                    <a:pt x="283464" y="281939"/>
                  </a:lnTo>
                  <a:lnTo>
                    <a:pt x="356197" y="281939"/>
                  </a:lnTo>
                  <a:lnTo>
                    <a:pt x="367093" y="266914"/>
                  </a:lnTo>
                  <a:lnTo>
                    <a:pt x="375666" y="247078"/>
                  </a:lnTo>
                  <a:lnTo>
                    <a:pt x="380809" y="224099"/>
                  </a:lnTo>
                  <a:lnTo>
                    <a:pt x="382524" y="198120"/>
                  </a:lnTo>
                  <a:lnTo>
                    <a:pt x="380809" y="171259"/>
                  </a:lnTo>
                  <a:lnTo>
                    <a:pt x="375666" y="147828"/>
                  </a:lnTo>
                  <a:lnTo>
                    <a:pt x="367093" y="127825"/>
                  </a:lnTo>
                  <a:lnTo>
                    <a:pt x="356195" y="112775"/>
                  </a:lnTo>
                  <a:close/>
                </a:path>
                <a:path w="736600" h="315594">
                  <a:moveTo>
                    <a:pt x="458724" y="86868"/>
                  </a:moveTo>
                  <a:lnTo>
                    <a:pt x="420624" y="86868"/>
                  </a:lnTo>
                  <a:lnTo>
                    <a:pt x="420624" y="307848"/>
                  </a:lnTo>
                  <a:lnTo>
                    <a:pt x="458724" y="307848"/>
                  </a:lnTo>
                  <a:lnTo>
                    <a:pt x="458724" y="150875"/>
                  </a:lnTo>
                  <a:lnTo>
                    <a:pt x="465581" y="144565"/>
                  </a:lnTo>
                  <a:lnTo>
                    <a:pt x="501396" y="126301"/>
                  </a:lnTo>
                  <a:lnTo>
                    <a:pt x="516636" y="124968"/>
                  </a:lnTo>
                  <a:lnTo>
                    <a:pt x="537972" y="124968"/>
                  </a:lnTo>
                  <a:lnTo>
                    <a:pt x="537972" y="118872"/>
                  </a:lnTo>
                  <a:lnTo>
                    <a:pt x="458724" y="118872"/>
                  </a:lnTo>
                  <a:lnTo>
                    <a:pt x="458724" y="86868"/>
                  </a:lnTo>
                  <a:close/>
                </a:path>
                <a:path w="736600" h="315594">
                  <a:moveTo>
                    <a:pt x="537972" y="124968"/>
                  </a:moveTo>
                  <a:lnTo>
                    <a:pt x="530352" y="124968"/>
                  </a:lnTo>
                  <a:lnTo>
                    <a:pt x="533400" y="126492"/>
                  </a:lnTo>
                  <a:lnTo>
                    <a:pt x="537972" y="126492"/>
                  </a:lnTo>
                  <a:lnTo>
                    <a:pt x="537972" y="124968"/>
                  </a:lnTo>
                  <a:close/>
                </a:path>
                <a:path w="736600" h="315594">
                  <a:moveTo>
                    <a:pt x="536448" y="86868"/>
                  </a:moveTo>
                  <a:lnTo>
                    <a:pt x="522732" y="86868"/>
                  </a:lnTo>
                  <a:lnTo>
                    <a:pt x="515850" y="87201"/>
                  </a:lnTo>
                  <a:lnTo>
                    <a:pt x="477393" y="104394"/>
                  </a:lnTo>
                  <a:lnTo>
                    <a:pt x="458724" y="118872"/>
                  </a:lnTo>
                  <a:lnTo>
                    <a:pt x="537972" y="118872"/>
                  </a:lnTo>
                  <a:lnTo>
                    <a:pt x="537972" y="88392"/>
                  </a:lnTo>
                  <a:lnTo>
                    <a:pt x="536448" y="86868"/>
                  </a:lnTo>
                  <a:close/>
                </a:path>
                <a:path w="736600" h="315594">
                  <a:moveTo>
                    <a:pt x="176784" y="12192"/>
                  </a:moveTo>
                  <a:lnTo>
                    <a:pt x="0" y="12192"/>
                  </a:lnTo>
                  <a:lnTo>
                    <a:pt x="0" y="307848"/>
                  </a:lnTo>
                  <a:lnTo>
                    <a:pt x="39624" y="307848"/>
                  </a:lnTo>
                  <a:lnTo>
                    <a:pt x="39624" y="166116"/>
                  </a:lnTo>
                  <a:lnTo>
                    <a:pt x="172212" y="166116"/>
                  </a:lnTo>
                  <a:lnTo>
                    <a:pt x="172212" y="131064"/>
                  </a:lnTo>
                  <a:lnTo>
                    <a:pt x="39624" y="131064"/>
                  </a:lnTo>
                  <a:lnTo>
                    <a:pt x="39624" y="47244"/>
                  </a:lnTo>
                  <a:lnTo>
                    <a:pt x="176784" y="47244"/>
                  </a:lnTo>
                  <a:lnTo>
                    <a:pt x="176784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5" y="886962"/>
              <a:ext cx="129539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1459" y="894582"/>
              <a:ext cx="121920" cy="169545"/>
            </a:xfrm>
            <a:custGeom>
              <a:avLst/>
              <a:gdLst/>
              <a:ahLst/>
              <a:cxnLst/>
              <a:rect l="l" t="t" r="r" b="b"/>
              <a:pathLst>
                <a:path w="121920" h="169544">
                  <a:moveTo>
                    <a:pt x="60959" y="0"/>
                  </a:moveTo>
                  <a:lnTo>
                    <a:pt x="24741" y="12215"/>
                  </a:lnTo>
                  <a:lnTo>
                    <a:pt x="4381" y="47624"/>
                  </a:lnTo>
                  <a:lnTo>
                    <a:pt x="0" y="85343"/>
                  </a:lnTo>
                  <a:lnTo>
                    <a:pt x="1119" y="104751"/>
                  </a:lnTo>
                  <a:lnTo>
                    <a:pt x="16763" y="147827"/>
                  </a:lnTo>
                  <a:lnTo>
                    <a:pt x="60959" y="169163"/>
                  </a:lnTo>
                  <a:lnTo>
                    <a:pt x="74723" y="167997"/>
                  </a:lnTo>
                  <a:lnTo>
                    <a:pt x="112275" y="136778"/>
                  </a:lnTo>
                  <a:lnTo>
                    <a:pt x="121919" y="85343"/>
                  </a:lnTo>
                  <a:lnTo>
                    <a:pt x="120800" y="65055"/>
                  </a:lnTo>
                  <a:lnTo>
                    <a:pt x="105155" y="21335"/>
                  </a:lnTo>
                  <a:lnTo>
                    <a:pt x="6095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859530"/>
              <a:ext cx="135635" cy="239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38955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283463" y="80771"/>
                  </a:moveTo>
                  <a:lnTo>
                    <a:pt x="323849" y="88582"/>
                  </a:lnTo>
                  <a:lnTo>
                    <a:pt x="355091" y="111251"/>
                  </a:lnTo>
                  <a:lnTo>
                    <a:pt x="375665" y="147827"/>
                  </a:lnTo>
                  <a:lnTo>
                    <a:pt x="382523" y="198119"/>
                  </a:lnTo>
                  <a:lnTo>
                    <a:pt x="380809" y="224099"/>
                  </a:lnTo>
                  <a:lnTo>
                    <a:pt x="367093" y="266914"/>
                  </a:lnTo>
                  <a:lnTo>
                    <a:pt x="340471" y="297465"/>
                  </a:lnTo>
                  <a:lnTo>
                    <a:pt x="304942" y="313467"/>
                  </a:lnTo>
                  <a:lnTo>
                    <a:pt x="283463" y="315467"/>
                  </a:lnTo>
                  <a:lnTo>
                    <a:pt x="261746" y="313467"/>
                  </a:lnTo>
                  <a:lnTo>
                    <a:pt x="225170" y="297465"/>
                  </a:lnTo>
                  <a:lnTo>
                    <a:pt x="199191" y="266057"/>
                  </a:lnTo>
                  <a:lnTo>
                    <a:pt x="186094" y="223242"/>
                  </a:lnTo>
                  <a:lnTo>
                    <a:pt x="184403" y="198119"/>
                  </a:lnTo>
                  <a:lnTo>
                    <a:pt x="186118" y="171259"/>
                  </a:lnTo>
                  <a:lnTo>
                    <a:pt x="199834" y="127825"/>
                  </a:lnTo>
                  <a:lnTo>
                    <a:pt x="226671" y="98131"/>
                  </a:lnTo>
                  <a:lnTo>
                    <a:pt x="262628" y="82748"/>
                  </a:lnTo>
                  <a:lnTo>
                    <a:pt x="283463" y="80771"/>
                  </a:lnTo>
                  <a:close/>
                </a:path>
                <a:path w="736600" h="315594">
                  <a:moveTo>
                    <a:pt x="0" y="12191"/>
                  </a:moveTo>
                  <a:lnTo>
                    <a:pt x="176783" y="12191"/>
                  </a:lnTo>
                  <a:lnTo>
                    <a:pt x="176783" y="47243"/>
                  </a:lnTo>
                  <a:lnTo>
                    <a:pt x="39623" y="47243"/>
                  </a:lnTo>
                  <a:lnTo>
                    <a:pt x="39623" y="131063"/>
                  </a:lnTo>
                  <a:lnTo>
                    <a:pt x="172211" y="131063"/>
                  </a:lnTo>
                  <a:lnTo>
                    <a:pt x="172211" y="166115"/>
                  </a:lnTo>
                  <a:lnTo>
                    <a:pt x="39623" y="166115"/>
                  </a:lnTo>
                  <a:lnTo>
                    <a:pt x="39623" y="307847"/>
                  </a:lnTo>
                  <a:lnTo>
                    <a:pt x="0" y="307847"/>
                  </a:lnTo>
                  <a:lnTo>
                    <a:pt x="0" y="12191"/>
                  </a:lnTo>
                  <a:close/>
                </a:path>
                <a:path w="736600" h="315594">
                  <a:moveTo>
                    <a:pt x="699515" y="0"/>
                  </a:moveTo>
                  <a:lnTo>
                    <a:pt x="736091" y="0"/>
                  </a:lnTo>
                  <a:lnTo>
                    <a:pt x="736091" y="307847"/>
                  </a:lnTo>
                  <a:lnTo>
                    <a:pt x="699515" y="307847"/>
                  </a:lnTo>
                  <a:lnTo>
                    <a:pt x="699515" y="286511"/>
                  </a:lnTo>
                  <a:lnTo>
                    <a:pt x="693419" y="291083"/>
                  </a:lnTo>
                  <a:lnTo>
                    <a:pt x="688847" y="294131"/>
                  </a:lnTo>
                  <a:lnTo>
                    <a:pt x="684275" y="298703"/>
                  </a:lnTo>
                  <a:lnTo>
                    <a:pt x="679703" y="301751"/>
                  </a:lnTo>
                  <a:lnTo>
                    <a:pt x="675131" y="304799"/>
                  </a:lnTo>
                  <a:lnTo>
                    <a:pt x="669035" y="306323"/>
                  </a:lnTo>
                  <a:lnTo>
                    <a:pt x="664463" y="309371"/>
                  </a:lnTo>
                  <a:lnTo>
                    <a:pt x="658367" y="310895"/>
                  </a:lnTo>
                  <a:lnTo>
                    <a:pt x="652271" y="312419"/>
                  </a:lnTo>
                  <a:lnTo>
                    <a:pt x="647699" y="313943"/>
                  </a:lnTo>
                  <a:lnTo>
                    <a:pt x="640079" y="315467"/>
                  </a:lnTo>
                  <a:lnTo>
                    <a:pt x="632459" y="315467"/>
                  </a:lnTo>
                  <a:lnTo>
                    <a:pt x="592097" y="302990"/>
                  </a:lnTo>
                  <a:lnTo>
                    <a:pt x="563498" y="268985"/>
                  </a:lnTo>
                  <a:lnTo>
                    <a:pt x="551497" y="225742"/>
                  </a:lnTo>
                  <a:lnTo>
                    <a:pt x="550163" y="199643"/>
                  </a:lnTo>
                  <a:lnTo>
                    <a:pt x="550711" y="185356"/>
                  </a:lnTo>
                  <a:lnTo>
                    <a:pt x="561760" y="138469"/>
                  </a:lnTo>
                  <a:lnTo>
                    <a:pt x="585358" y="104679"/>
                  </a:lnTo>
                  <a:lnTo>
                    <a:pt x="625792" y="82867"/>
                  </a:lnTo>
                  <a:lnTo>
                    <a:pt x="644651" y="80771"/>
                  </a:lnTo>
                  <a:lnTo>
                    <a:pt x="652391" y="81033"/>
                  </a:lnTo>
                  <a:lnTo>
                    <a:pt x="692681" y="91963"/>
                  </a:lnTo>
                  <a:lnTo>
                    <a:pt x="699515" y="96011"/>
                  </a:lnTo>
                  <a:lnTo>
                    <a:pt x="69951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9867" y="1493514"/>
            <a:ext cx="4191000" cy="49834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830" rIns="0" bIns="0" rtlCol="0">
            <a:spAutoFit/>
          </a:bodyPr>
          <a:lstStyle/>
          <a:p>
            <a:pPr marL="367030" marR="95885" indent="-274320" algn="just">
              <a:lnSpc>
                <a:spcPct val="100000"/>
              </a:lnSpc>
              <a:spcBef>
                <a:spcPts val="29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6766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Xem </a:t>
            </a:r>
            <a:r>
              <a:rPr sz="2600" spc="-5" dirty="0">
                <a:latin typeface="Microsoft Sans Serif"/>
                <a:cs typeface="Microsoft Sans Serif"/>
              </a:rPr>
              <a:t>đồ </a:t>
            </a:r>
            <a:r>
              <a:rPr sz="2600" spc="-10" dirty="0">
                <a:latin typeface="Microsoft Sans Serif"/>
                <a:cs typeface="Microsoft Sans Serif"/>
              </a:rPr>
              <a:t>thị </a:t>
            </a:r>
            <a:r>
              <a:rPr sz="2600" spc="-5" dirty="0">
                <a:latin typeface="Microsoft Sans Serif"/>
                <a:cs typeface="Microsoft Sans Serif"/>
              </a:rPr>
              <a:t>trong </a:t>
            </a:r>
            <a:r>
              <a:rPr sz="2600" spc="30" dirty="0">
                <a:latin typeface="Microsoft Sans Serif"/>
                <a:cs typeface="Microsoft Sans Serif"/>
              </a:rPr>
              <a:t>hình </a:t>
            </a:r>
            <a:r>
              <a:rPr sz="2600" dirty="0">
                <a:latin typeface="Microsoft Sans Serif"/>
                <a:cs typeface="Microsoft Sans Serif"/>
              </a:rPr>
              <a:t>vẽ,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chúng ta sẽ </a:t>
            </a:r>
            <a:r>
              <a:rPr sz="2600" spc="30" dirty="0">
                <a:latin typeface="Microsoft Sans Serif"/>
                <a:cs typeface="Microsoft Sans Serif"/>
              </a:rPr>
              <a:t>tính </a:t>
            </a:r>
            <a:r>
              <a:rPr sz="2600" dirty="0">
                <a:latin typeface="Microsoft Sans Serif"/>
                <a:cs typeface="Microsoft Sans Serif"/>
              </a:rPr>
              <a:t>toán </a:t>
            </a:r>
            <a:r>
              <a:rPr sz="2600" spc="5" dirty="0">
                <a:latin typeface="Microsoft Sans Serif"/>
                <a:cs typeface="Microsoft Sans Serif"/>
              </a:rPr>
              <a:t>cho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trường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hợp:</a:t>
            </a:r>
            <a:endParaRPr sz="2600">
              <a:latin typeface="Microsoft Sans Serif"/>
              <a:cs typeface="Microsoft Sans Serif"/>
            </a:endParaRPr>
          </a:p>
          <a:p>
            <a:pPr marL="641350" marR="410845" lvl="1" indent="-229235" algn="just">
              <a:lnSpc>
                <a:spcPct val="100000"/>
              </a:lnSpc>
              <a:spcBef>
                <a:spcPts val="40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64198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Các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khởi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đầu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1,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endParaRPr sz="2400">
              <a:latin typeface="Microsoft Sans Serif"/>
              <a:cs typeface="Microsoft Sans Serif"/>
            </a:endParaRPr>
          </a:p>
          <a:p>
            <a:pPr marL="641350" marR="410845" lvl="1" indent="-229235" algn="just">
              <a:lnSpc>
                <a:spcPct val="100000"/>
              </a:lnSpc>
              <a:spcBef>
                <a:spcPts val="39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64198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Các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khởi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đầu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3.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405371" y="2554218"/>
            <a:ext cx="547370" cy="547370"/>
            <a:chOff x="6405371" y="2554218"/>
            <a:chExt cx="547370" cy="547370"/>
          </a:xfrm>
        </p:grpSpPr>
        <p:sp>
          <p:nvSpPr>
            <p:cNvPr id="24" name="object 24"/>
            <p:cNvSpPr/>
            <p:nvPr/>
          </p:nvSpPr>
          <p:spPr>
            <a:xfrm>
              <a:off x="6411467" y="25603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05371" y="25542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39"/>
                  </a:lnTo>
                  <a:lnTo>
                    <a:pt x="6095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5" y="457200"/>
                  </a:lnTo>
                  <a:lnTo>
                    <a:pt x="57912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5" y="300227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2" y="128015"/>
                  </a:lnTo>
                  <a:lnTo>
                    <a:pt x="89915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616700" y="26694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005571" y="2478018"/>
            <a:ext cx="547370" cy="547370"/>
            <a:chOff x="8005571" y="2478018"/>
            <a:chExt cx="547370" cy="547370"/>
          </a:xfrm>
        </p:grpSpPr>
        <p:sp>
          <p:nvSpPr>
            <p:cNvPr id="28" name="object 28"/>
            <p:cNvSpPr/>
            <p:nvPr/>
          </p:nvSpPr>
          <p:spPr>
            <a:xfrm>
              <a:off x="8011667" y="24841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05571" y="24780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201583" y="25933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43371" y="3621018"/>
            <a:ext cx="547370" cy="547370"/>
            <a:chOff x="5643371" y="3621018"/>
            <a:chExt cx="547370" cy="547370"/>
          </a:xfrm>
        </p:grpSpPr>
        <p:sp>
          <p:nvSpPr>
            <p:cNvPr id="32" name="object 32"/>
            <p:cNvSpPr/>
            <p:nvPr/>
          </p:nvSpPr>
          <p:spPr>
            <a:xfrm>
              <a:off x="5649467" y="36271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43371" y="36210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6" y="545591"/>
                  </a:moveTo>
                  <a:lnTo>
                    <a:pt x="259079" y="545591"/>
                  </a:lnTo>
                  <a:lnTo>
                    <a:pt x="274319" y="547115"/>
                  </a:lnTo>
                  <a:lnTo>
                    <a:pt x="288036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39"/>
                  </a:lnTo>
                  <a:lnTo>
                    <a:pt x="6095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7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1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2" y="513588"/>
                  </a:lnTo>
                  <a:lnTo>
                    <a:pt x="128015" y="489203"/>
                  </a:lnTo>
                  <a:lnTo>
                    <a:pt x="89915" y="457200"/>
                  </a:lnTo>
                  <a:lnTo>
                    <a:pt x="57912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5" y="300227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2" y="128015"/>
                  </a:lnTo>
                  <a:lnTo>
                    <a:pt x="89915" y="89915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220979" y="18287"/>
                  </a:lnTo>
                  <a:lnTo>
                    <a:pt x="234695" y="16763"/>
                  </a:lnTo>
                  <a:lnTo>
                    <a:pt x="246887" y="13715"/>
                  </a:lnTo>
                  <a:lnTo>
                    <a:pt x="359155" y="13715"/>
                  </a:lnTo>
                  <a:lnTo>
                    <a:pt x="355091" y="12191"/>
                  </a:lnTo>
                  <a:lnTo>
                    <a:pt x="327660" y="6096"/>
                  </a:lnTo>
                  <a:lnTo>
                    <a:pt x="315467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5" y="13715"/>
                  </a:moveTo>
                  <a:lnTo>
                    <a:pt x="300227" y="13715"/>
                  </a:lnTo>
                  <a:lnTo>
                    <a:pt x="313943" y="16763"/>
                  </a:lnTo>
                  <a:lnTo>
                    <a:pt x="326136" y="18287"/>
                  </a:lnTo>
                  <a:lnTo>
                    <a:pt x="350519" y="24384"/>
                  </a:lnTo>
                  <a:lnTo>
                    <a:pt x="397763" y="44196"/>
                  </a:lnTo>
                  <a:lnTo>
                    <a:pt x="438912" y="73151"/>
                  </a:lnTo>
                  <a:lnTo>
                    <a:pt x="473963" y="108203"/>
                  </a:lnTo>
                  <a:lnTo>
                    <a:pt x="502919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8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6" y="528827"/>
                  </a:lnTo>
                  <a:lnTo>
                    <a:pt x="312419" y="530351"/>
                  </a:lnTo>
                  <a:lnTo>
                    <a:pt x="300227" y="531876"/>
                  </a:lnTo>
                  <a:lnTo>
                    <a:pt x="286512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60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8" y="403860"/>
                  </a:lnTo>
                  <a:lnTo>
                    <a:pt x="534924" y="355091"/>
                  </a:lnTo>
                  <a:lnTo>
                    <a:pt x="541019" y="327660"/>
                  </a:lnTo>
                  <a:lnTo>
                    <a:pt x="544067" y="315468"/>
                  </a:lnTo>
                  <a:lnTo>
                    <a:pt x="545591" y="301751"/>
                  </a:lnTo>
                  <a:lnTo>
                    <a:pt x="545591" y="288036"/>
                  </a:lnTo>
                  <a:lnTo>
                    <a:pt x="547115" y="272796"/>
                  </a:lnTo>
                  <a:lnTo>
                    <a:pt x="545591" y="259080"/>
                  </a:lnTo>
                  <a:lnTo>
                    <a:pt x="545591" y="245363"/>
                  </a:lnTo>
                  <a:lnTo>
                    <a:pt x="544067" y="231648"/>
                  </a:lnTo>
                  <a:lnTo>
                    <a:pt x="541019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8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60" y="33527"/>
                  </a:lnTo>
                  <a:lnTo>
                    <a:pt x="379475" y="21336"/>
                  </a:lnTo>
                  <a:lnTo>
                    <a:pt x="359155" y="13715"/>
                  </a:lnTo>
                  <a:close/>
                </a:path>
                <a:path w="547370" h="547370">
                  <a:moveTo>
                    <a:pt x="272795" y="0"/>
                  </a:moveTo>
                  <a:lnTo>
                    <a:pt x="259079" y="1524"/>
                  </a:lnTo>
                  <a:lnTo>
                    <a:pt x="288036" y="1524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41060" y="37363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691371" y="3621018"/>
            <a:ext cx="547370" cy="547370"/>
            <a:chOff x="8691371" y="3621018"/>
            <a:chExt cx="547370" cy="547370"/>
          </a:xfrm>
        </p:grpSpPr>
        <p:sp>
          <p:nvSpPr>
            <p:cNvPr id="36" name="object 36"/>
            <p:cNvSpPr/>
            <p:nvPr/>
          </p:nvSpPr>
          <p:spPr>
            <a:xfrm>
              <a:off x="8697467" y="36271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91371" y="36210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887383" y="37363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81571" y="4916418"/>
            <a:ext cx="547370" cy="547370"/>
            <a:chOff x="6481571" y="4916418"/>
            <a:chExt cx="547370" cy="547370"/>
          </a:xfrm>
        </p:grpSpPr>
        <p:sp>
          <p:nvSpPr>
            <p:cNvPr id="40" name="object 40"/>
            <p:cNvSpPr/>
            <p:nvPr/>
          </p:nvSpPr>
          <p:spPr>
            <a:xfrm>
              <a:off x="6487667" y="4922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81571" y="4916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40"/>
                  </a:lnTo>
                  <a:lnTo>
                    <a:pt x="6095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5" y="300228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82308" y="50317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005571" y="4916418"/>
            <a:ext cx="547370" cy="547370"/>
            <a:chOff x="8005571" y="4916418"/>
            <a:chExt cx="547370" cy="547370"/>
          </a:xfrm>
        </p:grpSpPr>
        <p:sp>
          <p:nvSpPr>
            <p:cNvPr id="44" name="object 44"/>
            <p:cNvSpPr/>
            <p:nvPr/>
          </p:nvSpPr>
          <p:spPr>
            <a:xfrm>
              <a:off x="8011667" y="4922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05571" y="4916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201583" y="50317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902452" y="2237226"/>
            <a:ext cx="3061970" cy="3011805"/>
          </a:xfrm>
          <a:custGeom>
            <a:avLst/>
            <a:gdLst/>
            <a:ahLst/>
            <a:cxnLst/>
            <a:rect l="l" t="t" r="r" b="b"/>
            <a:pathLst>
              <a:path w="3061970" h="3011804">
                <a:moveTo>
                  <a:pt x="601967" y="792480"/>
                </a:moveTo>
                <a:lnTo>
                  <a:pt x="574548" y="766572"/>
                </a:lnTo>
                <a:lnTo>
                  <a:pt x="78333" y="1293977"/>
                </a:lnTo>
                <a:lnTo>
                  <a:pt x="50292" y="1267968"/>
                </a:lnTo>
                <a:lnTo>
                  <a:pt x="13716" y="1389888"/>
                </a:lnTo>
                <a:lnTo>
                  <a:pt x="134112" y="1345692"/>
                </a:lnTo>
                <a:lnTo>
                  <a:pt x="120954" y="1333500"/>
                </a:lnTo>
                <a:lnTo>
                  <a:pt x="106006" y="1319644"/>
                </a:lnTo>
                <a:lnTo>
                  <a:pt x="601967" y="792480"/>
                </a:lnTo>
                <a:close/>
              </a:path>
              <a:path w="3061970" h="3011804">
                <a:moveTo>
                  <a:pt x="664464" y="2764536"/>
                </a:moveTo>
                <a:lnTo>
                  <a:pt x="652119" y="2700528"/>
                </a:lnTo>
                <a:lnTo>
                  <a:pt x="640067" y="2638044"/>
                </a:lnTo>
                <a:lnTo>
                  <a:pt x="608406" y="2662326"/>
                </a:lnTo>
                <a:lnTo>
                  <a:pt x="28956" y="1912620"/>
                </a:lnTo>
                <a:lnTo>
                  <a:pt x="0" y="1935480"/>
                </a:lnTo>
                <a:lnTo>
                  <a:pt x="579132" y="2684780"/>
                </a:lnTo>
                <a:lnTo>
                  <a:pt x="548640" y="2708148"/>
                </a:lnTo>
                <a:lnTo>
                  <a:pt x="664464" y="2764536"/>
                </a:lnTo>
                <a:close/>
              </a:path>
              <a:path w="3061970" h="3011804">
                <a:moveTo>
                  <a:pt x="2072144" y="2973324"/>
                </a:moveTo>
                <a:lnTo>
                  <a:pt x="2014728" y="2973324"/>
                </a:lnTo>
                <a:lnTo>
                  <a:pt x="1995424" y="2973324"/>
                </a:lnTo>
                <a:lnTo>
                  <a:pt x="1994916" y="3011424"/>
                </a:lnTo>
                <a:lnTo>
                  <a:pt x="2072144" y="2973324"/>
                </a:lnTo>
                <a:close/>
              </a:path>
              <a:path w="3061970" h="3011804">
                <a:moveTo>
                  <a:pt x="2109216" y="2955036"/>
                </a:moveTo>
                <a:lnTo>
                  <a:pt x="1996440" y="2897124"/>
                </a:lnTo>
                <a:lnTo>
                  <a:pt x="1995932" y="2935198"/>
                </a:lnTo>
                <a:lnTo>
                  <a:pt x="1118616" y="2933700"/>
                </a:lnTo>
                <a:lnTo>
                  <a:pt x="1118616" y="2971800"/>
                </a:lnTo>
                <a:lnTo>
                  <a:pt x="1995424" y="2973298"/>
                </a:lnTo>
                <a:lnTo>
                  <a:pt x="2014728" y="2973324"/>
                </a:lnTo>
                <a:lnTo>
                  <a:pt x="2072208" y="2973298"/>
                </a:lnTo>
                <a:lnTo>
                  <a:pt x="2109216" y="2955036"/>
                </a:lnTo>
                <a:close/>
              </a:path>
              <a:path w="3061970" h="3011804">
                <a:moveTo>
                  <a:pt x="2188464" y="2764536"/>
                </a:moveTo>
                <a:lnTo>
                  <a:pt x="2170099" y="2741676"/>
                </a:lnTo>
                <a:lnTo>
                  <a:pt x="2107692" y="2663952"/>
                </a:lnTo>
                <a:lnTo>
                  <a:pt x="2091880" y="2698623"/>
                </a:lnTo>
                <a:lnTo>
                  <a:pt x="210312" y="1828800"/>
                </a:lnTo>
                <a:lnTo>
                  <a:pt x="195072" y="1863852"/>
                </a:lnTo>
                <a:lnTo>
                  <a:pt x="2076030" y="2733395"/>
                </a:lnTo>
                <a:lnTo>
                  <a:pt x="2060448" y="2767584"/>
                </a:lnTo>
                <a:lnTo>
                  <a:pt x="2188464" y="2764536"/>
                </a:lnTo>
                <a:close/>
              </a:path>
              <a:path w="3061970" h="3011804">
                <a:moveTo>
                  <a:pt x="2314689" y="149872"/>
                </a:moveTo>
                <a:lnTo>
                  <a:pt x="2302764" y="138684"/>
                </a:lnTo>
                <a:lnTo>
                  <a:pt x="2301240" y="137160"/>
                </a:lnTo>
                <a:lnTo>
                  <a:pt x="2299716" y="137160"/>
                </a:lnTo>
                <a:lnTo>
                  <a:pt x="2279904" y="126492"/>
                </a:lnTo>
                <a:lnTo>
                  <a:pt x="2258568" y="117348"/>
                </a:lnTo>
                <a:lnTo>
                  <a:pt x="2235708" y="106680"/>
                </a:lnTo>
                <a:lnTo>
                  <a:pt x="2186940" y="88392"/>
                </a:lnTo>
                <a:lnTo>
                  <a:pt x="2159508" y="80772"/>
                </a:lnTo>
                <a:lnTo>
                  <a:pt x="2132076" y="71628"/>
                </a:lnTo>
                <a:lnTo>
                  <a:pt x="2103120" y="64008"/>
                </a:lnTo>
                <a:lnTo>
                  <a:pt x="2072640" y="56388"/>
                </a:lnTo>
                <a:lnTo>
                  <a:pt x="2040636" y="48768"/>
                </a:lnTo>
                <a:lnTo>
                  <a:pt x="1984629" y="38100"/>
                </a:lnTo>
                <a:lnTo>
                  <a:pt x="1976628" y="36576"/>
                </a:lnTo>
                <a:lnTo>
                  <a:pt x="1908048" y="24384"/>
                </a:lnTo>
                <a:lnTo>
                  <a:pt x="1801368" y="10668"/>
                </a:lnTo>
                <a:lnTo>
                  <a:pt x="1726692" y="4572"/>
                </a:lnTo>
                <a:lnTo>
                  <a:pt x="1613916" y="0"/>
                </a:lnTo>
                <a:lnTo>
                  <a:pt x="1537716" y="0"/>
                </a:lnTo>
                <a:lnTo>
                  <a:pt x="1499616" y="1524"/>
                </a:lnTo>
                <a:lnTo>
                  <a:pt x="1388364" y="10668"/>
                </a:lnTo>
                <a:lnTo>
                  <a:pt x="1315212" y="19812"/>
                </a:lnTo>
                <a:lnTo>
                  <a:pt x="1175004" y="48768"/>
                </a:lnTo>
                <a:lnTo>
                  <a:pt x="1109472" y="65532"/>
                </a:lnTo>
                <a:lnTo>
                  <a:pt x="1078992" y="76200"/>
                </a:lnTo>
                <a:lnTo>
                  <a:pt x="1048512" y="85344"/>
                </a:lnTo>
                <a:lnTo>
                  <a:pt x="1019556" y="96012"/>
                </a:lnTo>
                <a:lnTo>
                  <a:pt x="992124" y="108204"/>
                </a:lnTo>
                <a:lnTo>
                  <a:pt x="964692" y="118872"/>
                </a:lnTo>
                <a:lnTo>
                  <a:pt x="938784" y="131064"/>
                </a:lnTo>
                <a:lnTo>
                  <a:pt x="914400" y="143256"/>
                </a:lnTo>
                <a:lnTo>
                  <a:pt x="891540" y="156972"/>
                </a:lnTo>
                <a:lnTo>
                  <a:pt x="870204" y="169164"/>
                </a:lnTo>
                <a:lnTo>
                  <a:pt x="832104" y="198120"/>
                </a:lnTo>
                <a:lnTo>
                  <a:pt x="801624" y="227076"/>
                </a:lnTo>
                <a:lnTo>
                  <a:pt x="777240" y="257556"/>
                </a:lnTo>
                <a:lnTo>
                  <a:pt x="758952" y="307848"/>
                </a:lnTo>
                <a:lnTo>
                  <a:pt x="757428" y="315468"/>
                </a:lnTo>
                <a:lnTo>
                  <a:pt x="757428" y="323088"/>
                </a:lnTo>
                <a:lnTo>
                  <a:pt x="795528" y="324612"/>
                </a:lnTo>
                <a:lnTo>
                  <a:pt x="795528" y="316992"/>
                </a:lnTo>
                <a:lnTo>
                  <a:pt x="797052" y="312420"/>
                </a:lnTo>
                <a:lnTo>
                  <a:pt x="810768" y="275844"/>
                </a:lnTo>
                <a:lnTo>
                  <a:pt x="842772" y="239268"/>
                </a:lnTo>
                <a:lnTo>
                  <a:pt x="891540" y="201168"/>
                </a:lnTo>
                <a:lnTo>
                  <a:pt x="932688" y="176784"/>
                </a:lnTo>
                <a:lnTo>
                  <a:pt x="1005840" y="143256"/>
                </a:lnTo>
                <a:lnTo>
                  <a:pt x="1091184" y="111252"/>
                </a:lnTo>
                <a:lnTo>
                  <a:pt x="1152144" y="92964"/>
                </a:lnTo>
                <a:lnTo>
                  <a:pt x="1185672" y="85344"/>
                </a:lnTo>
                <a:lnTo>
                  <a:pt x="1217676" y="77724"/>
                </a:lnTo>
                <a:lnTo>
                  <a:pt x="1321308" y="57912"/>
                </a:lnTo>
                <a:lnTo>
                  <a:pt x="1429512" y="44196"/>
                </a:lnTo>
                <a:lnTo>
                  <a:pt x="1539240" y="38100"/>
                </a:lnTo>
                <a:lnTo>
                  <a:pt x="1613916" y="38100"/>
                </a:lnTo>
                <a:lnTo>
                  <a:pt x="1725168" y="42672"/>
                </a:lnTo>
                <a:lnTo>
                  <a:pt x="1796796" y="48768"/>
                </a:lnTo>
                <a:lnTo>
                  <a:pt x="1901952" y="62484"/>
                </a:lnTo>
                <a:lnTo>
                  <a:pt x="1937004" y="68580"/>
                </a:lnTo>
                <a:lnTo>
                  <a:pt x="1969008" y="73152"/>
                </a:lnTo>
                <a:lnTo>
                  <a:pt x="2002536" y="79248"/>
                </a:lnTo>
                <a:lnTo>
                  <a:pt x="2033016" y="86868"/>
                </a:lnTo>
                <a:lnTo>
                  <a:pt x="2063496" y="92964"/>
                </a:lnTo>
                <a:lnTo>
                  <a:pt x="2093976" y="100584"/>
                </a:lnTo>
                <a:lnTo>
                  <a:pt x="2121408" y="108204"/>
                </a:lnTo>
                <a:lnTo>
                  <a:pt x="2148840" y="117348"/>
                </a:lnTo>
                <a:lnTo>
                  <a:pt x="2174748" y="124968"/>
                </a:lnTo>
                <a:lnTo>
                  <a:pt x="2221992" y="143256"/>
                </a:lnTo>
                <a:lnTo>
                  <a:pt x="2263140" y="161544"/>
                </a:lnTo>
                <a:lnTo>
                  <a:pt x="2281428" y="170688"/>
                </a:lnTo>
                <a:lnTo>
                  <a:pt x="2278380" y="167640"/>
                </a:lnTo>
                <a:lnTo>
                  <a:pt x="2286127" y="174434"/>
                </a:lnTo>
                <a:lnTo>
                  <a:pt x="2294013" y="167640"/>
                </a:lnTo>
                <a:lnTo>
                  <a:pt x="2314689" y="149872"/>
                </a:lnTo>
                <a:close/>
              </a:path>
              <a:path w="3061970" h="3011804">
                <a:moveTo>
                  <a:pt x="2375916" y="246888"/>
                </a:moveTo>
                <a:lnTo>
                  <a:pt x="2361615" y="188976"/>
                </a:lnTo>
                <a:lnTo>
                  <a:pt x="2345436" y="123444"/>
                </a:lnTo>
                <a:lnTo>
                  <a:pt x="2314689" y="149872"/>
                </a:lnTo>
                <a:lnTo>
                  <a:pt x="2286127" y="174434"/>
                </a:lnTo>
                <a:lnTo>
                  <a:pt x="2258568" y="198120"/>
                </a:lnTo>
                <a:lnTo>
                  <a:pt x="2375916" y="246888"/>
                </a:lnTo>
                <a:close/>
              </a:path>
              <a:path w="3061970" h="3011804">
                <a:moveTo>
                  <a:pt x="2395728" y="781812"/>
                </a:moveTo>
                <a:lnTo>
                  <a:pt x="2357628" y="780288"/>
                </a:lnTo>
                <a:lnTo>
                  <a:pt x="2357628" y="787908"/>
                </a:lnTo>
                <a:lnTo>
                  <a:pt x="2356104" y="792480"/>
                </a:lnTo>
                <a:lnTo>
                  <a:pt x="2342388" y="829056"/>
                </a:lnTo>
                <a:lnTo>
                  <a:pt x="2310384" y="865632"/>
                </a:lnTo>
                <a:lnTo>
                  <a:pt x="2295144" y="877824"/>
                </a:lnTo>
                <a:lnTo>
                  <a:pt x="2278380" y="891540"/>
                </a:lnTo>
                <a:lnTo>
                  <a:pt x="2241804" y="915924"/>
                </a:lnTo>
                <a:lnTo>
                  <a:pt x="2196084" y="940308"/>
                </a:lnTo>
                <a:lnTo>
                  <a:pt x="2147316" y="961644"/>
                </a:lnTo>
                <a:lnTo>
                  <a:pt x="2061972" y="993648"/>
                </a:lnTo>
                <a:lnTo>
                  <a:pt x="2001012" y="1010412"/>
                </a:lnTo>
                <a:lnTo>
                  <a:pt x="1967484" y="1019556"/>
                </a:lnTo>
                <a:lnTo>
                  <a:pt x="1901952" y="1034796"/>
                </a:lnTo>
                <a:lnTo>
                  <a:pt x="1831848" y="1046988"/>
                </a:lnTo>
                <a:lnTo>
                  <a:pt x="1723644" y="1060704"/>
                </a:lnTo>
                <a:lnTo>
                  <a:pt x="1687068" y="1062228"/>
                </a:lnTo>
                <a:lnTo>
                  <a:pt x="1650492" y="1065276"/>
                </a:lnTo>
                <a:lnTo>
                  <a:pt x="1613916" y="1066800"/>
                </a:lnTo>
                <a:lnTo>
                  <a:pt x="1539240" y="1066800"/>
                </a:lnTo>
                <a:lnTo>
                  <a:pt x="1427988" y="1062228"/>
                </a:lnTo>
                <a:lnTo>
                  <a:pt x="1356360" y="1056132"/>
                </a:lnTo>
                <a:lnTo>
                  <a:pt x="1251204" y="1042416"/>
                </a:lnTo>
                <a:lnTo>
                  <a:pt x="1216152" y="1036320"/>
                </a:lnTo>
                <a:lnTo>
                  <a:pt x="1184148" y="1031748"/>
                </a:lnTo>
                <a:lnTo>
                  <a:pt x="1150620" y="1025652"/>
                </a:lnTo>
                <a:lnTo>
                  <a:pt x="1089660" y="1010412"/>
                </a:lnTo>
                <a:lnTo>
                  <a:pt x="1059180" y="1004316"/>
                </a:lnTo>
                <a:lnTo>
                  <a:pt x="1031748" y="996696"/>
                </a:lnTo>
                <a:lnTo>
                  <a:pt x="1004316" y="987552"/>
                </a:lnTo>
                <a:lnTo>
                  <a:pt x="978408" y="979932"/>
                </a:lnTo>
                <a:lnTo>
                  <a:pt x="931164" y="961644"/>
                </a:lnTo>
                <a:lnTo>
                  <a:pt x="890016" y="943356"/>
                </a:lnTo>
                <a:lnTo>
                  <a:pt x="877824" y="937260"/>
                </a:lnTo>
                <a:lnTo>
                  <a:pt x="871728" y="934212"/>
                </a:lnTo>
                <a:lnTo>
                  <a:pt x="874776" y="937260"/>
                </a:lnTo>
                <a:lnTo>
                  <a:pt x="867016" y="930478"/>
                </a:lnTo>
                <a:lnTo>
                  <a:pt x="883945" y="915924"/>
                </a:lnTo>
                <a:lnTo>
                  <a:pt x="894588" y="906780"/>
                </a:lnTo>
                <a:lnTo>
                  <a:pt x="775716" y="856488"/>
                </a:lnTo>
                <a:lnTo>
                  <a:pt x="807720" y="981456"/>
                </a:lnTo>
                <a:lnTo>
                  <a:pt x="838898" y="954646"/>
                </a:lnTo>
                <a:lnTo>
                  <a:pt x="850392" y="964692"/>
                </a:lnTo>
                <a:lnTo>
                  <a:pt x="850392" y="966216"/>
                </a:lnTo>
                <a:lnTo>
                  <a:pt x="851916" y="967740"/>
                </a:lnTo>
                <a:lnTo>
                  <a:pt x="853440" y="967740"/>
                </a:lnTo>
                <a:lnTo>
                  <a:pt x="873252" y="978408"/>
                </a:lnTo>
                <a:lnTo>
                  <a:pt x="894588" y="987552"/>
                </a:lnTo>
                <a:lnTo>
                  <a:pt x="917448" y="998220"/>
                </a:lnTo>
                <a:lnTo>
                  <a:pt x="966216" y="1016508"/>
                </a:lnTo>
                <a:lnTo>
                  <a:pt x="993648" y="1024128"/>
                </a:lnTo>
                <a:lnTo>
                  <a:pt x="1021080" y="1033272"/>
                </a:lnTo>
                <a:lnTo>
                  <a:pt x="1050036" y="1040892"/>
                </a:lnTo>
                <a:lnTo>
                  <a:pt x="1112520" y="1056132"/>
                </a:lnTo>
                <a:lnTo>
                  <a:pt x="1176528" y="1068324"/>
                </a:lnTo>
                <a:lnTo>
                  <a:pt x="1245108" y="1080516"/>
                </a:lnTo>
                <a:lnTo>
                  <a:pt x="1316736" y="1089660"/>
                </a:lnTo>
                <a:lnTo>
                  <a:pt x="1351788" y="1092708"/>
                </a:lnTo>
                <a:lnTo>
                  <a:pt x="1388364" y="1097280"/>
                </a:lnTo>
                <a:lnTo>
                  <a:pt x="1426464" y="1100328"/>
                </a:lnTo>
                <a:lnTo>
                  <a:pt x="1539240" y="1104900"/>
                </a:lnTo>
                <a:lnTo>
                  <a:pt x="1615440" y="1104900"/>
                </a:lnTo>
                <a:lnTo>
                  <a:pt x="1653540" y="1103376"/>
                </a:lnTo>
                <a:lnTo>
                  <a:pt x="1764792" y="1094232"/>
                </a:lnTo>
                <a:lnTo>
                  <a:pt x="1801368" y="1089660"/>
                </a:lnTo>
                <a:lnTo>
                  <a:pt x="1837944" y="1083564"/>
                </a:lnTo>
                <a:lnTo>
                  <a:pt x="1874520" y="1078992"/>
                </a:lnTo>
                <a:lnTo>
                  <a:pt x="1929688" y="1066800"/>
                </a:lnTo>
                <a:lnTo>
                  <a:pt x="1978152" y="1056132"/>
                </a:lnTo>
                <a:lnTo>
                  <a:pt x="2010156" y="1048512"/>
                </a:lnTo>
                <a:lnTo>
                  <a:pt x="2043684" y="1039368"/>
                </a:lnTo>
                <a:lnTo>
                  <a:pt x="2074164" y="1028700"/>
                </a:lnTo>
                <a:lnTo>
                  <a:pt x="2104644" y="1019556"/>
                </a:lnTo>
                <a:lnTo>
                  <a:pt x="2133600" y="1008888"/>
                </a:lnTo>
                <a:lnTo>
                  <a:pt x="2161032" y="996696"/>
                </a:lnTo>
                <a:lnTo>
                  <a:pt x="2188464" y="986028"/>
                </a:lnTo>
                <a:lnTo>
                  <a:pt x="2214372" y="973836"/>
                </a:lnTo>
                <a:lnTo>
                  <a:pt x="2238756" y="961644"/>
                </a:lnTo>
                <a:lnTo>
                  <a:pt x="2261616" y="947928"/>
                </a:lnTo>
                <a:lnTo>
                  <a:pt x="2282952" y="934212"/>
                </a:lnTo>
                <a:lnTo>
                  <a:pt x="2302764" y="922020"/>
                </a:lnTo>
                <a:lnTo>
                  <a:pt x="2336292" y="893064"/>
                </a:lnTo>
                <a:lnTo>
                  <a:pt x="2375916" y="847344"/>
                </a:lnTo>
                <a:lnTo>
                  <a:pt x="2394204" y="797052"/>
                </a:lnTo>
                <a:lnTo>
                  <a:pt x="2395728" y="789432"/>
                </a:lnTo>
                <a:lnTo>
                  <a:pt x="2395728" y="781812"/>
                </a:lnTo>
                <a:close/>
              </a:path>
              <a:path w="3061970" h="3011804">
                <a:moveTo>
                  <a:pt x="2795016" y="1659636"/>
                </a:moveTo>
                <a:lnTo>
                  <a:pt x="2680716" y="1601724"/>
                </a:lnTo>
                <a:lnTo>
                  <a:pt x="2680716" y="1639824"/>
                </a:lnTo>
                <a:lnTo>
                  <a:pt x="280416" y="1638300"/>
                </a:lnTo>
                <a:lnTo>
                  <a:pt x="280416" y="1676400"/>
                </a:lnTo>
                <a:lnTo>
                  <a:pt x="2680716" y="1677924"/>
                </a:lnTo>
                <a:lnTo>
                  <a:pt x="2680716" y="1716024"/>
                </a:lnTo>
                <a:lnTo>
                  <a:pt x="2757944" y="1677924"/>
                </a:lnTo>
                <a:lnTo>
                  <a:pt x="2795016" y="1659636"/>
                </a:lnTo>
                <a:close/>
              </a:path>
              <a:path w="3061970" h="3011804">
                <a:moveTo>
                  <a:pt x="3061716" y="1923288"/>
                </a:moveTo>
                <a:lnTo>
                  <a:pt x="2955036" y="1993392"/>
                </a:lnTo>
                <a:lnTo>
                  <a:pt x="2988056" y="2012708"/>
                </a:lnTo>
                <a:lnTo>
                  <a:pt x="2548128" y="2753868"/>
                </a:lnTo>
                <a:lnTo>
                  <a:pt x="2581656" y="2773680"/>
                </a:lnTo>
                <a:lnTo>
                  <a:pt x="3020568" y="2031707"/>
                </a:lnTo>
                <a:lnTo>
                  <a:pt x="3054096" y="2051304"/>
                </a:lnTo>
                <a:lnTo>
                  <a:pt x="3057360" y="1996440"/>
                </a:lnTo>
                <a:lnTo>
                  <a:pt x="3061716" y="1923288"/>
                </a:lnTo>
                <a:close/>
              </a:path>
              <a:path w="3061970" h="3011804">
                <a:moveTo>
                  <a:pt x="3061716" y="1389888"/>
                </a:moveTo>
                <a:lnTo>
                  <a:pt x="3051314" y="1324356"/>
                </a:lnTo>
                <a:lnTo>
                  <a:pt x="3041904" y="1264920"/>
                </a:lnTo>
                <a:lnTo>
                  <a:pt x="3011474" y="1286865"/>
                </a:lnTo>
                <a:lnTo>
                  <a:pt x="2580132" y="691896"/>
                </a:lnTo>
                <a:lnTo>
                  <a:pt x="2549652" y="714756"/>
                </a:lnTo>
                <a:lnTo>
                  <a:pt x="2980575" y="1309154"/>
                </a:lnTo>
                <a:lnTo>
                  <a:pt x="2948940" y="1331976"/>
                </a:lnTo>
                <a:lnTo>
                  <a:pt x="3061716" y="1389888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416800" y="18999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49" name="object 49"/>
          <p:cNvSpPr txBox="1"/>
          <p:nvPr/>
        </p:nvSpPr>
        <p:spPr>
          <a:xfrm>
            <a:off x="7358963" y="2966613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-</a:t>
            </a: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401483" y="433821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406055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70111" y="3042965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29883" y="304296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98896" y="4490689"/>
            <a:ext cx="26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01483" y="51764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940875" y="44906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4627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22402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224028" y="32003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0" y="0"/>
                  </a:moveTo>
                  <a:lnTo>
                    <a:pt x="224027" y="0"/>
                  </a:lnTo>
                  <a:lnTo>
                    <a:pt x="224027" y="32003"/>
                  </a:lnTo>
                  <a:lnTo>
                    <a:pt x="0" y="32003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8956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644652" y="80772"/>
                  </a:moveTo>
                  <a:lnTo>
                    <a:pt x="600122" y="93249"/>
                  </a:lnTo>
                  <a:lnTo>
                    <a:pt x="566737" y="128587"/>
                  </a:lnTo>
                  <a:lnTo>
                    <a:pt x="552259" y="172212"/>
                  </a:lnTo>
                  <a:lnTo>
                    <a:pt x="550164" y="199644"/>
                  </a:lnTo>
                  <a:lnTo>
                    <a:pt x="550473" y="213050"/>
                  </a:lnTo>
                  <a:lnTo>
                    <a:pt x="559736" y="259270"/>
                  </a:lnTo>
                  <a:lnTo>
                    <a:pt x="585406" y="297561"/>
                  </a:lnTo>
                  <a:lnTo>
                    <a:pt x="623577" y="314920"/>
                  </a:lnTo>
                  <a:lnTo>
                    <a:pt x="632460" y="315468"/>
                  </a:lnTo>
                  <a:lnTo>
                    <a:pt x="640080" y="315468"/>
                  </a:lnTo>
                  <a:lnTo>
                    <a:pt x="647700" y="313944"/>
                  </a:lnTo>
                  <a:lnTo>
                    <a:pt x="652272" y="312420"/>
                  </a:lnTo>
                  <a:lnTo>
                    <a:pt x="664464" y="309372"/>
                  </a:lnTo>
                  <a:lnTo>
                    <a:pt x="669036" y="306324"/>
                  </a:lnTo>
                  <a:lnTo>
                    <a:pt x="675132" y="304800"/>
                  </a:lnTo>
                  <a:lnTo>
                    <a:pt x="684276" y="298703"/>
                  </a:lnTo>
                  <a:lnTo>
                    <a:pt x="688848" y="294132"/>
                  </a:lnTo>
                  <a:lnTo>
                    <a:pt x="693420" y="291084"/>
                  </a:lnTo>
                  <a:lnTo>
                    <a:pt x="699516" y="286512"/>
                  </a:lnTo>
                  <a:lnTo>
                    <a:pt x="736092" y="286512"/>
                  </a:lnTo>
                  <a:lnTo>
                    <a:pt x="736092" y="278892"/>
                  </a:lnTo>
                  <a:lnTo>
                    <a:pt x="641604" y="278892"/>
                  </a:lnTo>
                  <a:lnTo>
                    <a:pt x="628769" y="277725"/>
                  </a:lnTo>
                  <a:lnTo>
                    <a:pt x="595979" y="246768"/>
                  </a:lnTo>
                  <a:lnTo>
                    <a:pt x="588264" y="198120"/>
                  </a:lnTo>
                  <a:lnTo>
                    <a:pt x="589383" y="178927"/>
                  </a:lnTo>
                  <a:lnTo>
                    <a:pt x="605028" y="135636"/>
                  </a:lnTo>
                  <a:lnTo>
                    <a:pt x="650748" y="114300"/>
                  </a:lnTo>
                  <a:lnTo>
                    <a:pt x="736092" y="114300"/>
                  </a:lnTo>
                  <a:lnTo>
                    <a:pt x="736092" y="96012"/>
                  </a:lnTo>
                  <a:lnTo>
                    <a:pt x="699516" y="96012"/>
                  </a:lnTo>
                  <a:lnTo>
                    <a:pt x="692681" y="91963"/>
                  </a:lnTo>
                  <a:lnTo>
                    <a:pt x="685990" y="88773"/>
                  </a:lnTo>
                  <a:lnTo>
                    <a:pt x="652391" y="81033"/>
                  </a:lnTo>
                  <a:lnTo>
                    <a:pt x="644652" y="80772"/>
                  </a:lnTo>
                  <a:close/>
                </a:path>
                <a:path w="736600" h="315594">
                  <a:moveTo>
                    <a:pt x="736092" y="286512"/>
                  </a:moveTo>
                  <a:lnTo>
                    <a:pt x="699516" y="286512"/>
                  </a:lnTo>
                  <a:lnTo>
                    <a:pt x="699516" y="307848"/>
                  </a:lnTo>
                  <a:lnTo>
                    <a:pt x="736092" y="307848"/>
                  </a:lnTo>
                  <a:lnTo>
                    <a:pt x="736092" y="286512"/>
                  </a:lnTo>
                  <a:close/>
                </a:path>
                <a:path w="736600" h="315594">
                  <a:moveTo>
                    <a:pt x="736092" y="114300"/>
                  </a:moveTo>
                  <a:lnTo>
                    <a:pt x="658368" y="114300"/>
                  </a:lnTo>
                  <a:lnTo>
                    <a:pt x="667512" y="115824"/>
                  </a:lnTo>
                  <a:lnTo>
                    <a:pt x="673608" y="117348"/>
                  </a:lnTo>
                  <a:lnTo>
                    <a:pt x="679584" y="118776"/>
                  </a:lnTo>
                  <a:lnTo>
                    <a:pt x="685990" y="120776"/>
                  </a:lnTo>
                  <a:lnTo>
                    <a:pt x="692681" y="123348"/>
                  </a:lnTo>
                  <a:lnTo>
                    <a:pt x="699516" y="126492"/>
                  </a:lnTo>
                  <a:lnTo>
                    <a:pt x="699516" y="254507"/>
                  </a:lnTo>
                  <a:lnTo>
                    <a:pt x="663463" y="275677"/>
                  </a:lnTo>
                  <a:lnTo>
                    <a:pt x="641604" y="278892"/>
                  </a:lnTo>
                  <a:lnTo>
                    <a:pt x="736092" y="278892"/>
                  </a:lnTo>
                  <a:lnTo>
                    <a:pt x="736092" y="114300"/>
                  </a:lnTo>
                  <a:close/>
                </a:path>
                <a:path w="736600" h="315594">
                  <a:moveTo>
                    <a:pt x="736092" y="0"/>
                  </a:moveTo>
                  <a:lnTo>
                    <a:pt x="699516" y="0"/>
                  </a:lnTo>
                  <a:lnTo>
                    <a:pt x="699516" y="96012"/>
                  </a:lnTo>
                  <a:lnTo>
                    <a:pt x="736092" y="96012"/>
                  </a:lnTo>
                  <a:lnTo>
                    <a:pt x="736092" y="0"/>
                  </a:lnTo>
                  <a:close/>
                </a:path>
                <a:path w="736600" h="315594">
                  <a:moveTo>
                    <a:pt x="283464" y="80772"/>
                  </a:moveTo>
                  <a:lnTo>
                    <a:pt x="243649" y="88582"/>
                  </a:lnTo>
                  <a:lnTo>
                    <a:pt x="211836" y="111251"/>
                  </a:lnTo>
                  <a:lnTo>
                    <a:pt x="191262" y="147828"/>
                  </a:lnTo>
                  <a:lnTo>
                    <a:pt x="184404" y="198120"/>
                  </a:lnTo>
                  <a:lnTo>
                    <a:pt x="186094" y="223242"/>
                  </a:lnTo>
                  <a:lnTo>
                    <a:pt x="199191" y="266057"/>
                  </a:lnTo>
                  <a:lnTo>
                    <a:pt x="225171" y="297465"/>
                  </a:lnTo>
                  <a:lnTo>
                    <a:pt x="261747" y="313467"/>
                  </a:lnTo>
                  <a:lnTo>
                    <a:pt x="283464" y="315468"/>
                  </a:lnTo>
                  <a:lnTo>
                    <a:pt x="304942" y="313467"/>
                  </a:lnTo>
                  <a:lnTo>
                    <a:pt x="323850" y="307467"/>
                  </a:lnTo>
                  <a:lnTo>
                    <a:pt x="340471" y="297465"/>
                  </a:lnTo>
                  <a:lnTo>
                    <a:pt x="355092" y="283463"/>
                  </a:lnTo>
                  <a:lnTo>
                    <a:pt x="356197" y="281939"/>
                  </a:lnTo>
                  <a:lnTo>
                    <a:pt x="283464" y="281939"/>
                  </a:lnTo>
                  <a:lnTo>
                    <a:pt x="269486" y="280749"/>
                  </a:lnTo>
                  <a:lnTo>
                    <a:pt x="232148" y="248912"/>
                  </a:lnTo>
                  <a:lnTo>
                    <a:pt x="222504" y="198120"/>
                  </a:lnTo>
                  <a:lnTo>
                    <a:pt x="223623" y="177831"/>
                  </a:lnTo>
                  <a:lnTo>
                    <a:pt x="239268" y="134112"/>
                  </a:lnTo>
                  <a:lnTo>
                    <a:pt x="283464" y="112775"/>
                  </a:lnTo>
                  <a:lnTo>
                    <a:pt x="356195" y="112775"/>
                  </a:lnTo>
                  <a:lnTo>
                    <a:pt x="355092" y="111251"/>
                  </a:lnTo>
                  <a:lnTo>
                    <a:pt x="340471" y="98131"/>
                  </a:lnTo>
                  <a:lnTo>
                    <a:pt x="323850" y="88582"/>
                  </a:lnTo>
                  <a:lnTo>
                    <a:pt x="304942" y="82748"/>
                  </a:lnTo>
                  <a:lnTo>
                    <a:pt x="283464" y="80772"/>
                  </a:lnTo>
                  <a:close/>
                </a:path>
                <a:path w="736600" h="315594">
                  <a:moveTo>
                    <a:pt x="356195" y="112775"/>
                  </a:moveTo>
                  <a:lnTo>
                    <a:pt x="283464" y="112775"/>
                  </a:lnTo>
                  <a:lnTo>
                    <a:pt x="297441" y="114180"/>
                  </a:lnTo>
                  <a:lnTo>
                    <a:pt x="309562" y="118300"/>
                  </a:lnTo>
                  <a:lnTo>
                    <a:pt x="340042" y="160401"/>
                  </a:lnTo>
                  <a:lnTo>
                    <a:pt x="344424" y="198120"/>
                  </a:lnTo>
                  <a:lnTo>
                    <a:pt x="343304" y="217550"/>
                  </a:lnTo>
                  <a:lnTo>
                    <a:pt x="327660" y="262127"/>
                  </a:lnTo>
                  <a:lnTo>
                    <a:pt x="283464" y="281939"/>
                  </a:lnTo>
                  <a:lnTo>
                    <a:pt x="356197" y="281939"/>
                  </a:lnTo>
                  <a:lnTo>
                    <a:pt x="367093" y="266914"/>
                  </a:lnTo>
                  <a:lnTo>
                    <a:pt x="375666" y="247078"/>
                  </a:lnTo>
                  <a:lnTo>
                    <a:pt x="380809" y="224099"/>
                  </a:lnTo>
                  <a:lnTo>
                    <a:pt x="382524" y="198120"/>
                  </a:lnTo>
                  <a:lnTo>
                    <a:pt x="380809" y="171259"/>
                  </a:lnTo>
                  <a:lnTo>
                    <a:pt x="375666" y="147828"/>
                  </a:lnTo>
                  <a:lnTo>
                    <a:pt x="367093" y="127825"/>
                  </a:lnTo>
                  <a:lnTo>
                    <a:pt x="356195" y="112775"/>
                  </a:lnTo>
                  <a:close/>
                </a:path>
                <a:path w="736600" h="315594">
                  <a:moveTo>
                    <a:pt x="458724" y="86868"/>
                  </a:moveTo>
                  <a:lnTo>
                    <a:pt x="420624" y="86868"/>
                  </a:lnTo>
                  <a:lnTo>
                    <a:pt x="420624" y="307848"/>
                  </a:lnTo>
                  <a:lnTo>
                    <a:pt x="458724" y="307848"/>
                  </a:lnTo>
                  <a:lnTo>
                    <a:pt x="458724" y="150875"/>
                  </a:lnTo>
                  <a:lnTo>
                    <a:pt x="465581" y="144565"/>
                  </a:lnTo>
                  <a:lnTo>
                    <a:pt x="501396" y="126301"/>
                  </a:lnTo>
                  <a:lnTo>
                    <a:pt x="516636" y="124968"/>
                  </a:lnTo>
                  <a:lnTo>
                    <a:pt x="537972" y="124968"/>
                  </a:lnTo>
                  <a:lnTo>
                    <a:pt x="537972" y="118872"/>
                  </a:lnTo>
                  <a:lnTo>
                    <a:pt x="458724" y="118872"/>
                  </a:lnTo>
                  <a:lnTo>
                    <a:pt x="458724" y="86868"/>
                  </a:lnTo>
                  <a:close/>
                </a:path>
                <a:path w="736600" h="315594">
                  <a:moveTo>
                    <a:pt x="537972" y="124968"/>
                  </a:moveTo>
                  <a:lnTo>
                    <a:pt x="530352" y="124968"/>
                  </a:lnTo>
                  <a:lnTo>
                    <a:pt x="533400" y="126492"/>
                  </a:lnTo>
                  <a:lnTo>
                    <a:pt x="537972" y="126492"/>
                  </a:lnTo>
                  <a:lnTo>
                    <a:pt x="537972" y="124968"/>
                  </a:lnTo>
                  <a:close/>
                </a:path>
                <a:path w="736600" h="315594">
                  <a:moveTo>
                    <a:pt x="536448" y="86868"/>
                  </a:moveTo>
                  <a:lnTo>
                    <a:pt x="522732" y="86868"/>
                  </a:lnTo>
                  <a:lnTo>
                    <a:pt x="515850" y="87201"/>
                  </a:lnTo>
                  <a:lnTo>
                    <a:pt x="477393" y="104394"/>
                  </a:lnTo>
                  <a:lnTo>
                    <a:pt x="458724" y="118872"/>
                  </a:lnTo>
                  <a:lnTo>
                    <a:pt x="537972" y="118872"/>
                  </a:lnTo>
                  <a:lnTo>
                    <a:pt x="537972" y="88392"/>
                  </a:lnTo>
                  <a:lnTo>
                    <a:pt x="536448" y="86868"/>
                  </a:lnTo>
                  <a:close/>
                </a:path>
                <a:path w="736600" h="315594">
                  <a:moveTo>
                    <a:pt x="176784" y="12192"/>
                  </a:moveTo>
                  <a:lnTo>
                    <a:pt x="0" y="12192"/>
                  </a:lnTo>
                  <a:lnTo>
                    <a:pt x="0" y="307848"/>
                  </a:lnTo>
                  <a:lnTo>
                    <a:pt x="39624" y="307848"/>
                  </a:lnTo>
                  <a:lnTo>
                    <a:pt x="39624" y="166116"/>
                  </a:lnTo>
                  <a:lnTo>
                    <a:pt x="172212" y="166116"/>
                  </a:lnTo>
                  <a:lnTo>
                    <a:pt x="172212" y="131064"/>
                  </a:lnTo>
                  <a:lnTo>
                    <a:pt x="39624" y="131064"/>
                  </a:lnTo>
                  <a:lnTo>
                    <a:pt x="39624" y="47244"/>
                  </a:lnTo>
                  <a:lnTo>
                    <a:pt x="176784" y="47244"/>
                  </a:lnTo>
                  <a:lnTo>
                    <a:pt x="176784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5" y="886962"/>
              <a:ext cx="129539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1459" y="894582"/>
              <a:ext cx="121920" cy="169545"/>
            </a:xfrm>
            <a:custGeom>
              <a:avLst/>
              <a:gdLst/>
              <a:ahLst/>
              <a:cxnLst/>
              <a:rect l="l" t="t" r="r" b="b"/>
              <a:pathLst>
                <a:path w="121920" h="169544">
                  <a:moveTo>
                    <a:pt x="60959" y="0"/>
                  </a:moveTo>
                  <a:lnTo>
                    <a:pt x="24741" y="12215"/>
                  </a:lnTo>
                  <a:lnTo>
                    <a:pt x="4381" y="47624"/>
                  </a:lnTo>
                  <a:lnTo>
                    <a:pt x="0" y="85343"/>
                  </a:lnTo>
                  <a:lnTo>
                    <a:pt x="1119" y="104751"/>
                  </a:lnTo>
                  <a:lnTo>
                    <a:pt x="16763" y="147827"/>
                  </a:lnTo>
                  <a:lnTo>
                    <a:pt x="60959" y="169163"/>
                  </a:lnTo>
                  <a:lnTo>
                    <a:pt x="74723" y="167997"/>
                  </a:lnTo>
                  <a:lnTo>
                    <a:pt x="112275" y="136778"/>
                  </a:lnTo>
                  <a:lnTo>
                    <a:pt x="121919" y="85343"/>
                  </a:lnTo>
                  <a:lnTo>
                    <a:pt x="120800" y="65055"/>
                  </a:lnTo>
                  <a:lnTo>
                    <a:pt x="105155" y="21335"/>
                  </a:lnTo>
                  <a:lnTo>
                    <a:pt x="6095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859530"/>
              <a:ext cx="135635" cy="239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38955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283463" y="80771"/>
                  </a:moveTo>
                  <a:lnTo>
                    <a:pt x="323849" y="88582"/>
                  </a:lnTo>
                  <a:lnTo>
                    <a:pt x="355091" y="111251"/>
                  </a:lnTo>
                  <a:lnTo>
                    <a:pt x="375665" y="147827"/>
                  </a:lnTo>
                  <a:lnTo>
                    <a:pt x="382523" y="198119"/>
                  </a:lnTo>
                  <a:lnTo>
                    <a:pt x="380809" y="224099"/>
                  </a:lnTo>
                  <a:lnTo>
                    <a:pt x="367093" y="266914"/>
                  </a:lnTo>
                  <a:lnTo>
                    <a:pt x="340471" y="297465"/>
                  </a:lnTo>
                  <a:lnTo>
                    <a:pt x="304942" y="313467"/>
                  </a:lnTo>
                  <a:lnTo>
                    <a:pt x="283463" y="315467"/>
                  </a:lnTo>
                  <a:lnTo>
                    <a:pt x="261746" y="313467"/>
                  </a:lnTo>
                  <a:lnTo>
                    <a:pt x="225170" y="297465"/>
                  </a:lnTo>
                  <a:lnTo>
                    <a:pt x="199191" y="266057"/>
                  </a:lnTo>
                  <a:lnTo>
                    <a:pt x="186094" y="223242"/>
                  </a:lnTo>
                  <a:lnTo>
                    <a:pt x="184403" y="198119"/>
                  </a:lnTo>
                  <a:lnTo>
                    <a:pt x="186118" y="171259"/>
                  </a:lnTo>
                  <a:lnTo>
                    <a:pt x="199834" y="127825"/>
                  </a:lnTo>
                  <a:lnTo>
                    <a:pt x="226671" y="98131"/>
                  </a:lnTo>
                  <a:lnTo>
                    <a:pt x="262628" y="82748"/>
                  </a:lnTo>
                  <a:lnTo>
                    <a:pt x="283463" y="80771"/>
                  </a:lnTo>
                  <a:close/>
                </a:path>
                <a:path w="736600" h="315594">
                  <a:moveTo>
                    <a:pt x="0" y="12191"/>
                  </a:moveTo>
                  <a:lnTo>
                    <a:pt x="176783" y="12191"/>
                  </a:lnTo>
                  <a:lnTo>
                    <a:pt x="176783" y="47243"/>
                  </a:lnTo>
                  <a:lnTo>
                    <a:pt x="39623" y="47243"/>
                  </a:lnTo>
                  <a:lnTo>
                    <a:pt x="39623" y="131063"/>
                  </a:lnTo>
                  <a:lnTo>
                    <a:pt x="172211" y="131063"/>
                  </a:lnTo>
                  <a:lnTo>
                    <a:pt x="172211" y="166115"/>
                  </a:lnTo>
                  <a:lnTo>
                    <a:pt x="39623" y="166115"/>
                  </a:lnTo>
                  <a:lnTo>
                    <a:pt x="39623" y="307847"/>
                  </a:lnTo>
                  <a:lnTo>
                    <a:pt x="0" y="307847"/>
                  </a:lnTo>
                  <a:lnTo>
                    <a:pt x="0" y="12191"/>
                  </a:lnTo>
                  <a:close/>
                </a:path>
                <a:path w="736600" h="315594">
                  <a:moveTo>
                    <a:pt x="699515" y="0"/>
                  </a:moveTo>
                  <a:lnTo>
                    <a:pt x="736091" y="0"/>
                  </a:lnTo>
                  <a:lnTo>
                    <a:pt x="736091" y="307847"/>
                  </a:lnTo>
                  <a:lnTo>
                    <a:pt x="699515" y="307847"/>
                  </a:lnTo>
                  <a:lnTo>
                    <a:pt x="699515" y="286511"/>
                  </a:lnTo>
                  <a:lnTo>
                    <a:pt x="693419" y="291083"/>
                  </a:lnTo>
                  <a:lnTo>
                    <a:pt x="688847" y="294131"/>
                  </a:lnTo>
                  <a:lnTo>
                    <a:pt x="684275" y="298703"/>
                  </a:lnTo>
                  <a:lnTo>
                    <a:pt x="679703" y="301751"/>
                  </a:lnTo>
                  <a:lnTo>
                    <a:pt x="675131" y="304799"/>
                  </a:lnTo>
                  <a:lnTo>
                    <a:pt x="669035" y="306323"/>
                  </a:lnTo>
                  <a:lnTo>
                    <a:pt x="664463" y="309371"/>
                  </a:lnTo>
                  <a:lnTo>
                    <a:pt x="658367" y="310895"/>
                  </a:lnTo>
                  <a:lnTo>
                    <a:pt x="652271" y="312419"/>
                  </a:lnTo>
                  <a:lnTo>
                    <a:pt x="647699" y="313943"/>
                  </a:lnTo>
                  <a:lnTo>
                    <a:pt x="640079" y="315467"/>
                  </a:lnTo>
                  <a:lnTo>
                    <a:pt x="632459" y="315467"/>
                  </a:lnTo>
                  <a:lnTo>
                    <a:pt x="592097" y="302990"/>
                  </a:lnTo>
                  <a:lnTo>
                    <a:pt x="563498" y="268985"/>
                  </a:lnTo>
                  <a:lnTo>
                    <a:pt x="551497" y="225742"/>
                  </a:lnTo>
                  <a:lnTo>
                    <a:pt x="550163" y="199643"/>
                  </a:lnTo>
                  <a:lnTo>
                    <a:pt x="550711" y="185356"/>
                  </a:lnTo>
                  <a:lnTo>
                    <a:pt x="561760" y="138469"/>
                  </a:lnTo>
                  <a:lnTo>
                    <a:pt x="585358" y="104679"/>
                  </a:lnTo>
                  <a:lnTo>
                    <a:pt x="625792" y="82867"/>
                  </a:lnTo>
                  <a:lnTo>
                    <a:pt x="644651" y="80771"/>
                  </a:lnTo>
                  <a:lnTo>
                    <a:pt x="652391" y="81033"/>
                  </a:lnTo>
                  <a:lnTo>
                    <a:pt x="692681" y="91963"/>
                  </a:lnTo>
                  <a:lnTo>
                    <a:pt x="699515" y="96011"/>
                  </a:lnTo>
                  <a:lnTo>
                    <a:pt x="69951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10022" y="1461765"/>
            <a:ext cx="3976370" cy="12611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4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60" dirty="0">
                <a:latin typeface="Microsoft Sans Serif"/>
                <a:cs typeface="Microsoft Sans Serif"/>
              </a:rPr>
              <a:t>Khởi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đầu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từ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1</a:t>
            </a:r>
            <a:endParaRPr sz="2600">
              <a:latin typeface="Microsoft Sans Serif"/>
              <a:cs typeface="Microsoft Sans Serif"/>
            </a:endParaRPr>
          </a:p>
          <a:p>
            <a:pPr marL="561340" marR="5080" lvl="1" indent="-229235">
              <a:lnSpc>
                <a:spcPct val="100000"/>
              </a:lnSpc>
              <a:spcBef>
                <a:spcPts val="40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50" dirty="0">
                <a:latin typeface="Microsoft Sans Serif"/>
                <a:cs typeface="Microsoft Sans Serif"/>
              </a:rPr>
              <a:t>Khởi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tạo: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Microsoft Sans Serif"/>
                <a:cs typeface="Microsoft Sans Serif"/>
              </a:rPr>
              <a:t>(0,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1)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0;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Microsoft Sans Serif"/>
                <a:cs typeface="Microsoft Sans Serif"/>
              </a:rPr>
              <a:t>(0,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i)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+</a:t>
            </a:r>
            <a:r>
              <a:rPr sz="2400" dirty="0">
                <a:latin typeface="Symbol"/>
                <a:cs typeface="Symbol"/>
              </a:rPr>
              <a:t>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Symbol"/>
                <a:cs typeface="Symbol"/>
              </a:rPr>
              <a:t></a:t>
            </a:r>
            <a:r>
              <a:rPr sz="2400" spc="-5" dirty="0">
                <a:latin typeface="Microsoft Sans Serif"/>
                <a:cs typeface="Microsoft Sans Serif"/>
              </a:rPr>
              <a:t>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x;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014971" y="1944618"/>
            <a:ext cx="547370" cy="547370"/>
            <a:chOff x="7014971" y="1944618"/>
            <a:chExt cx="547370" cy="547370"/>
          </a:xfrm>
        </p:grpSpPr>
        <p:sp>
          <p:nvSpPr>
            <p:cNvPr id="24" name="object 24"/>
            <p:cNvSpPr/>
            <p:nvPr/>
          </p:nvSpPr>
          <p:spPr>
            <a:xfrm>
              <a:off x="7021067" y="19507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14971" y="19446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26375" y="20599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615171" y="1868418"/>
            <a:ext cx="547370" cy="547370"/>
            <a:chOff x="8615171" y="1868418"/>
            <a:chExt cx="547370" cy="547370"/>
          </a:xfrm>
        </p:grpSpPr>
        <p:sp>
          <p:nvSpPr>
            <p:cNvPr id="28" name="object 28"/>
            <p:cNvSpPr/>
            <p:nvPr/>
          </p:nvSpPr>
          <p:spPr>
            <a:xfrm>
              <a:off x="8621267" y="1874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15171" y="1868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811259" y="198363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2971" y="3011418"/>
            <a:ext cx="547370" cy="547370"/>
            <a:chOff x="6252971" y="3011418"/>
            <a:chExt cx="547370" cy="547370"/>
          </a:xfrm>
        </p:grpSpPr>
        <p:sp>
          <p:nvSpPr>
            <p:cNvPr id="32" name="object 32"/>
            <p:cNvSpPr/>
            <p:nvPr/>
          </p:nvSpPr>
          <p:spPr>
            <a:xfrm>
              <a:off x="6259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2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39"/>
                  </a:lnTo>
                  <a:lnTo>
                    <a:pt x="6095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2" y="513588"/>
                  </a:lnTo>
                  <a:lnTo>
                    <a:pt x="128015" y="489203"/>
                  </a:lnTo>
                  <a:lnTo>
                    <a:pt x="89915" y="457200"/>
                  </a:lnTo>
                  <a:lnTo>
                    <a:pt x="57912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5" y="300227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2" y="128015"/>
                  </a:lnTo>
                  <a:lnTo>
                    <a:pt x="89915" y="89915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220979" y="18287"/>
                  </a:lnTo>
                  <a:lnTo>
                    <a:pt x="234695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50507" y="312663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00971" y="3011418"/>
            <a:ext cx="547370" cy="547370"/>
            <a:chOff x="9300971" y="3011418"/>
            <a:chExt cx="547370" cy="547370"/>
          </a:xfrm>
        </p:grpSpPr>
        <p:sp>
          <p:nvSpPr>
            <p:cNvPr id="36" name="object 36"/>
            <p:cNvSpPr/>
            <p:nvPr/>
          </p:nvSpPr>
          <p:spPr>
            <a:xfrm>
              <a:off x="9307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300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97059" y="31266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91171" y="4306818"/>
            <a:ext cx="547370" cy="547370"/>
            <a:chOff x="7091171" y="4306818"/>
            <a:chExt cx="547370" cy="547370"/>
          </a:xfrm>
        </p:grpSpPr>
        <p:sp>
          <p:nvSpPr>
            <p:cNvPr id="40" name="object 40"/>
            <p:cNvSpPr/>
            <p:nvPr/>
          </p:nvSpPr>
          <p:spPr>
            <a:xfrm>
              <a:off x="7097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91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291755" y="442210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15171" y="4306818"/>
            <a:ext cx="547370" cy="547370"/>
            <a:chOff x="8615171" y="4306818"/>
            <a:chExt cx="547370" cy="547370"/>
          </a:xfrm>
        </p:grpSpPr>
        <p:sp>
          <p:nvSpPr>
            <p:cNvPr id="44" name="object 44"/>
            <p:cNvSpPr/>
            <p:nvPr/>
          </p:nvSpPr>
          <p:spPr>
            <a:xfrm>
              <a:off x="8621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15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811259" y="44221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512052" y="1607814"/>
            <a:ext cx="3061970" cy="3031490"/>
            <a:chOff x="6512052" y="1607814"/>
            <a:chExt cx="3061970" cy="3031490"/>
          </a:xfrm>
        </p:grpSpPr>
        <p:sp>
          <p:nvSpPr>
            <p:cNvPr id="48" name="object 48"/>
            <p:cNvSpPr/>
            <p:nvPr/>
          </p:nvSpPr>
          <p:spPr>
            <a:xfrm>
              <a:off x="6512052" y="2319522"/>
              <a:ext cx="3061970" cy="2319655"/>
            </a:xfrm>
            <a:custGeom>
              <a:avLst/>
              <a:gdLst/>
              <a:ahLst/>
              <a:cxnLst/>
              <a:rect l="l" t="t" r="r" b="b"/>
              <a:pathLst>
                <a:path w="3061970" h="2319654">
                  <a:moveTo>
                    <a:pt x="601980" y="100584"/>
                  </a:moveTo>
                  <a:lnTo>
                    <a:pt x="574548" y="74676"/>
                  </a:lnTo>
                  <a:lnTo>
                    <a:pt x="78333" y="602081"/>
                  </a:lnTo>
                  <a:lnTo>
                    <a:pt x="50292" y="576072"/>
                  </a:lnTo>
                  <a:lnTo>
                    <a:pt x="13716" y="697992"/>
                  </a:lnTo>
                  <a:lnTo>
                    <a:pt x="134112" y="653796"/>
                  </a:lnTo>
                  <a:lnTo>
                    <a:pt x="120954" y="641604"/>
                  </a:lnTo>
                  <a:lnTo>
                    <a:pt x="106006" y="627748"/>
                  </a:lnTo>
                  <a:lnTo>
                    <a:pt x="601980" y="100584"/>
                  </a:lnTo>
                  <a:close/>
                </a:path>
                <a:path w="3061970" h="2319654">
                  <a:moveTo>
                    <a:pt x="664464" y="2072640"/>
                  </a:moveTo>
                  <a:lnTo>
                    <a:pt x="652119" y="2008632"/>
                  </a:lnTo>
                  <a:lnTo>
                    <a:pt x="640080" y="1946148"/>
                  </a:lnTo>
                  <a:lnTo>
                    <a:pt x="608406" y="1970430"/>
                  </a:lnTo>
                  <a:lnTo>
                    <a:pt x="28943" y="1220724"/>
                  </a:lnTo>
                  <a:lnTo>
                    <a:pt x="0" y="1243584"/>
                  </a:lnTo>
                  <a:lnTo>
                    <a:pt x="579132" y="1992884"/>
                  </a:lnTo>
                  <a:lnTo>
                    <a:pt x="548640" y="2016252"/>
                  </a:lnTo>
                  <a:lnTo>
                    <a:pt x="664464" y="2072640"/>
                  </a:lnTo>
                  <a:close/>
                </a:path>
                <a:path w="3061970" h="2319654">
                  <a:moveTo>
                    <a:pt x="2072144" y="2281428"/>
                  </a:moveTo>
                  <a:lnTo>
                    <a:pt x="2014728" y="2281428"/>
                  </a:lnTo>
                  <a:lnTo>
                    <a:pt x="1995424" y="2281428"/>
                  </a:lnTo>
                  <a:lnTo>
                    <a:pt x="1994916" y="2319528"/>
                  </a:lnTo>
                  <a:lnTo>
                    <a:pt x="2072144" y="2281428"/>
                  </a:lnTo>
                  <a:close/>
                </a:path>
                <a:path w="3061970" h="2319654">
                  <a:moveTo>
                    <a:pt x="2109216" y="2263140"/>
                  </a:moveTo>
                  <a:lnTo>
                    <a:pt x="1996440" y="2205228"/>
                  </a:lnTo>
                  <a:lnTo>
                    <a:pt x="1995932" y="2243302"/>
                  </a:lnTo>
                  <a:lnTo>
                    <a:pt x="1118616" y="2241804"/>
                  </a:lnTo>
                  <a:lnTo>
                    <a:pt x="1118616" y="2279904"/>
                  </a:lnTo>
                  <a:lnTo>
                    <a:pt x="1995424" y="2281402"/>
                  </a:lnTo>
                  <a:lnTo>
                    <a:pt x="2014728" y="2281428"/>
                  </a:lnTo>
                  <a:lnTo>
                    <a:pt x="2072208" y="2281402"/>
                  </a:lnTo>
                  <a:lnTo>
                    <a:pt x="2109216" y="2263140"/>
                  </a:lnTo>
                  <a:close/>
                </a:path>
                <a:path w="3061970" h="2319654">
                  <a:moveTo>
                    <a:pt x="2188464" y="2072640"/>
                  </a:moveTo>
                  <a:lnTo>
                    <a:pt x="2170099" y="2049780"/>
                  </a:lnTo>
                  <a:lnTo>
                    <a:pt x="2107692" y="1972056"/>
                  </a:lnTo>
                  <a:lnTo>
                    <a:pt x="2091880" y="2006727"/>
                  </a:lnTo>
                  <a:lnTo>
                    <a:pt x="210312" y="1136904"/>
                  </a:lnTo>
                  <a:lnTo>
                    <a:pt x="195072" y="1171956"/>
                  </a:lnTo>
                  <a:lnTo>
                    <a:pt x="2076030" y="2041499"/>
                  </a:lnTo>
                  <a:lnTo>
                    <a:pt x="2060448" y="2075688"/>
                  </a:lnTo>
                  <a:lnTo>
                    <a:pt x="2188464" y="2072640"/>
                  </a:lnTo>
                  <a:close/>
                </a:path>
                <a:path w="3061970" h="2319654">
                  <a:moveTo>
                    <a:pt x="2795016" y="967740"/>
                  </a:moveTo>
                  <a:lnTo>
                    <a:pt x="2680716" y="909828"/>
                  </a:lnTo>
                  <a:lnTo>
                    <a:pt x="2680716" y="947928"/>
                  </a:lnTo>
                  <a:lnTo>
                    <a:pt x="280416" y="946404"/>
                  </a:lnTo>
                  <a:lnTo>
                    <a:pt x="280416" y="984504"/>
                  </a:lnTo>
                  <a:lnTo>
                    <a:pt x="2680716" y="986028"/>
                  </a:lnTo>
                  <a:lnTo>
                    <a:pt x="2680716" y="1024128"/>
                  </a:lnTo>
                  <a:lnTo>
                    <a:pt x="2757944" y="986028"/>
                  </a:lnTo>
                  <a:lnTo>
                    <a:pt x="2795016" y="967740"/>
                  </a:lnTo>
                  <a:close/>
                </a:path>
                <a:path w="3061970" h="2319654">
                  <a:moveTo>
                    <a:pt x="3061716" y="1231392"/>
                  </a:moveTo>
                  <a:lnTo>
                    <a:pt x="2955036" y="1301496"/>
                  </a:lnTo>
                  <a:lnTo>
                    <a:pt x="2988056" y="1320812"/>
                  </a:lnTo>
                  <a:lnTo>
                    <a:pt x="2548128" y="2061972"/>
                  </a:lnTo>
                  <a:lnTo>
                    <a:pt x="2581656" y="2081784"/>
                  </a:lnTo>
                  <a:lnTo>
                    <a:pt x="3020568" y="1339811"/>
                  </a:lnTo>
                  <a:lnTo>
                    <a:pt x="3054096" y="1359408"/>
                  </a:lnTo>
                  <a:lnTo>
                    <a:pt x="3057360" y="1304544"/>
                  </a:lnTo>
                  <a:lnTo>
                    <a:pt x="3061716" y="1231392"/>
                  </a:lnTo>
                  <a:close/>
                </a:path>
                <a:path w="3061970" h="2319654">
                  <a:moveTo>
                    <a:pt x="3061716" y="697992"/>
                  </a:moveTo>
                  <a:lnTo>
                    <a:pt x="3051314" y="632460"/>
                  </a:lnTo>
                  <a:lnTo>
                    <a:pt x="3041904" y="573024"/>
                  </a:lnTo>
                  <a:lnTo>
                    <a:pt x="3011474" y="594969"/>
                  </a:lnTo>
                  <a:lnTo>
                    <a:pt x="2580132" y="0"/>
                  </a:lnTo>
                  <a:lnTo>
                    <a:pt x="2549652" y="22860"/>
                  </a:lnTo>
                  <a:lnTo>
                    <a:pt x="2980575" y="617258"/>
                  </a:lnTo>
                  <a:lnTo>
                    <a:pt x="2948940" y="640080"/>
                  </a:lnTo>
                  <a:lnTo>
                    <a:pt x="3061716" y="69799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49668" y="1607814"/>
              <a:ext cx="1676400" cy="1143000"/>
            </a:xfrm>
            <a:custGeom>
              <a:avLst/>
              <a:gdLst/>
              <a:ahLst/>
              <a:cxnLst/>
              <a:rect l="l" t="t" r="r" b="b"/>
              <a:pathLst>
                <a:path w="1676400" h="1143000">
                  <a:moveTo>
                    <a:pt x="1638300" y="266700"/>
                  </a:moveTo>
                  <a:lnTo>
                    <a:pt x="1597634" y="185928"/>
                  </a:lnTo>
                  <a:lnTo>
                    <a:pt x="1524000" y="39624"/>
                  </a:lnTo>
                  <a:lnTo>
                    <a:pt x="1476400" y="103085"/>
                  </a:lnTo>
                  <a:lnTo>
                    <a:pt x="1463040" y="94488"/>
                  </a:lnTo>
                  <a:lnTo>
                    <a:pt x="1453896" y="89916"/>
                  </a:lnTo>
                  <a:lnTo>
                    <a:pt x="1427988" y="82296"/>
                  </a:lnTo>
                  <a:lnTo>
                    <a:pt x="1408684" y="76200"/>
                  </a:lnTo>
                  <a:lnTo>
                    <a:pt x="1370076" y="65532"/>
                  </a:lnTo>
                  <a:lnTo>
                    <a:pt x="1307592" y="50292"/>
                  </a:lnTo>
                  <a:lnTo>
                    <a:pt x="1275588" y="44196"/>
                  </a:lnTo>
                  <a:lnTo>
                    <a:pt x="1242060" y="36576"/>
                  </a:lnTo>
                  <a:lnTo>
                    <a:pt x="1173480" y="25908"/>
                  </a:lnTo>
                  <a:lnTo>
                    <a:pt x="1065276" y="12192"/>
                  </a:lnTo>
                  <a:lnTo>
                    <a:pt x="952500" y="3048"/>
                  </a:lnTo>
                  <a:lnTo>
                    <a:pt x="914400" y="1524"/>
                  </a:lnTo>
                  <a:lnTo>
                    <a:pt x="876300" y="1524"/>
                  </a:lnTo>
                  <a:lnTo>
                    <a:pt x="838200" y="0"/>
                  </a:lnTo>
                  <a:lnTo>
                    <a:pt x="723900" y="4572"/>
                  </a:lnTo>
                  <a:lnTo>
                    <a:pt x="685800" y="7620"/>
                  </a:lnTo>
                  <a:lnTo>
                    <a:pt x="574548" y="21336"/>
                  </a:lnTo>
                  <a:lnTo>
                    <a:pt x="502920" y="35052"/>
                  </a:lnTo>
                  <a:lnTo>
                    <a:pt x="467868" y="41148"/>
                  </a:lnTo>
                  <a:lnTo>
                    <a:pt x="432816" y="50292"/>
                  </a:lnTo>
                  <a:lnTo>
                    <a:pt x="399288" y="57912"/>
                  </a:lnTo>
                  <a:lnTo>
                    <a:pt x="367284" y="67056"/>
                  </a:lnTo>
                  <a:lnTo>
                    <a:pt x="274320" y="99060"/>
                  </a:lnTo>
                  <a:lnTo>
                    <a:pt x="192024" y="134112"/>
                  </a:lnTo>
                  <a:lnTo>
                    <a:pt x="121920" y="173736"/>
                  </a:lnTo>
                  <a:lnTo>
                    <a:pt x="102108" y="188976"/>
                  </a:lnTo>
                  <a:lnTo>
                    <a:pt x="82296" y="202692"/>
                  </a:lnTo>
                  <a:lnTo>
                    <a:pt x="48768" y="234696"/>
                  </a:lnTo>
                  <a:lnTo>
                    <a:pt x="22860" y="268224"/>
                  </a:lnTo>
                  <a:lnTo>
                    <a:pt x="6096" y="306324"/>
                  </a:lnTo>
                  <a:lnTo>
                    <a:pt x="1524" y="324612"/>
                  </a:lnTo>
                  <a:lnTo>
                    <a:pt x="1524" y="335280"/>
                  </a:lnTo>
                  <a:lnTo>
                    <a:pt x="0" y="341376"/>
                  </a:lnTo>
                  <a:lnTo>
                    <a:pt x="76200" y="344424"/>
                  </a:lnTo>
                  <a:lnTo>
                    <a:pt x="77724" y="338328"/>
                  </a:lnTo>
                  <a:lnTo>
                    <a:pt x="77724" y="333756"/>
                  </a:lnTo>
                  <a:lnTo>
                    <a:pt x="83820" y="315468"/>
                  </a:lnTo>
                  <a:lnTo>
                    <a:pt x="89916" y="304800"/>
                  </a:lnTo>
                  <a:lnTo>
                    <a:pt x="97536" y="294132"/>
                  </a:lnTo>
                  <a:lnTo>
                    <a:pt x="106680" y="283464"/>
                  </a:lnTo>
                  <a:lnTo>
                    <a:pt x="118872" y="272796"/>
                  </a:lnTo>
                  <a:lnTo>
                    <a:pt x="132588" y="260604"/>
                  </a:lnTo>
                  <a:lnTo>
                    <a:pt x="166116" y="236220"/>
                  </a:lnTo>
                  <a:lnTo>
                    <a:pt x="205740" y="213360"/>
                  </a:lnTo>
                  <a:lnTo>
                    <a:pt x="251460" y="190500"/>
                  </a:lnTo>
                  <a:lnTo>
                    <a:pt x="303276" y="169164"/>
                  </a:lnTo>
                  <a:lnTo>
                    <a:pt x="330708" y="160020"/>
                  </a:lnTo>
                  <a:lnTo>
                    <a:pt x="359664" y="149352"/>
                  </a:lnTo>
                  <a:lnTo>
                    <a:pt x="420624" y="131064"/>
                  </a:lnTo>
                  <a:lnTo>
                    <a:pt x="484632" y="115824"/>
                  </a:lnTo>
                  <a:lnTo>
                    <a:pt x="586740" y="96012"/>
                  </a:lnTo>
                  <a:lnTo>
                    <a:pt x="656844" y="86868"/>
                  </a:lnTo>
                  <a:lnTo>
                    <a:pt x="729996" y="80772"/>
                  </a:lnTo>
                  <a:lnTo>
                    <a:pt x="839724" y="76200"/>
                  </a:lnTo>
                  <a:lnTo>
                    <a:pt x="876300" y="77724"/>
                  </a:lnTo>
                  <a:lnTo>
                    <a:pt x="912876" y="77724"/>
                  </a:lnTo>
                  <a:lnTo>
                    <a:pt x="1092708" y="91440"/>
                  </a:lnTo>
                  <a:lnTo>
                    <a:pt x="1162812" y="100584"/>
                  </a:lnTo>
                  <a:lnTo>
                    <a:pt x="1292352" y="124968"/>
                  </a:lnTo>
                  <a:lnTo>
                    <a:pt x="1321308" y="132588"/>
                  </a:lnTo>
                  <a:lnTo>
                    <a:pt x="1351788" y="138684"/>
                  </a:lnTo>
                  <a:lnTo>
                    <a:pt x="1379220" y="146304"/>
                  </a:lnTo>
                  <a:lnTo>
                    <a:pt x="1405128" y="155448"/>
                  </a:lnTo>
                  <a:lnTo>
                    <a:pt x="1427645" y="162077"/>
                  </a:lnTo>
                  <a:lnTo>
                    <a:pt x="1430731" y="163982"/>
                  </a:lnTo>
                  <a:lnTo>
                    <a:pt x="1386840" y="222504"/>
                  </a:lnTo>
                  <a:lnTo>
                    <a:pt x="1638300" y="266700"/>
                  </a:lnTo>
                  <a:close/>
                </a:path>
                <a:path w="1676400" h="1143000">
                  <a:moveTo>
                    <a:pt x="1676400" y="801624"/>
                  </a:moveTo>
                  <a:lnTo>
                    <a:pt x="1600200" y="798576"/>
                  </a:lnTo>
                  <a:lnTo>
                    <a:pt x="1600200" y="810768"/>
                  </a:lnTo>
                  <a:lnTo>
                    <a:pt x="1594104" y="829056"/>
                  </a:lnTo>
                  <a:lnTo>
                    <a:pt x="1559052" y="871728"/>
                  </a:lnTo>
                  <a:lnTo>
                    <a:pt x="1511808" y="908304"/>
                  </a:lnTo>
                  <a:lnTo>
                    <a:pt x="1472184" y="931164"/>
                  </a:lnTo>
                  <a:lnTo>
                    <a:pt x="1426464" y="954024"/>
                  </a:lnTo>
                  <a:lnTo>
                    <a:pt x="1374648" y="975360"/>
                  </a:lnTo>
                  <a:lnTo>
                    <a:pt x="1347216" y="984504"/>
                  </a:lnTo>
                  <a:lnTo>
                    <a:pt x="1318260" y="995172"/>
                  </a:lnTo>
                  <a:lnTo>
                    <a:pt x="1287780" y="1004316"/>
                  </a:lnTo>
                  <a:lnTo>
                    <a:pt x="1257300" y="1011936"/>
                  </a:lnTo>
                  <a:lnTo>
                    <a:pt x="1225296" y="1021080"/>
                  </a:lnTo>
                  <a:lnTo>
                    <a:pt x="1193292" y="1028700"/>
                  </a:lnTo>
                  <a:lnTo>
                    <a:pt x="1159764" y="1036320"/>
                  </a:lnTo>
                  <a:lnTo>
                    <a:pt x="1126236" y="1042416"/>
                  </a:lnTo>
                  <a:lnTo>
                    <a:pt x="1091184" y="1046988"/>
                  </a:lnTo>
                  <a:lnTo>
                    <a:pt x="1056132" y="1053084"/>
                  </a:lnTo>
                  <a:lnTo>
                    <a:pt x="1021080" y="1057656"/>
                  </a:lnTo>
                  <a:lnTo>
                    <a:pt x="947928" y="1063752"/>
                  </a:lnTo>
                  <a:lnTo>
                    <a:pt x="874776" y="1066800"/>
                  </a:lnTo>
                  <a:lnTo>
                    <a:pt x="765048" y="1066800"/>
                  </a:lnTo>
                  <a:lnTo>
                    <a:pt x="585216" y="1053084"/>
                  </a:lnTo>
                  <a:lnTo>
                    <a:pt x="515112" y="1043940"/>
                  </a:lnTo>
                  <a:lnTo>
                    <a:pt x="385572" y="1019556"/>
                  </a:lnTo>
                  <a:lnTo>
                    <a:pt x="356616" y="1011936"/>
                  </a:lnTo>
                  <a:lnTo>
                    <a:pt x="326136" y="1005840"/>
                  </a:lnTo>
                  <a:lnTo>
                    <a:pt x="298704" y="996696"/>
                  </a:lnTo>
                  <a:lnTo>
                    <a:pt x="257251" y="984504"/>
                  </a:lnTo>
                  <a:lnTo>
                    <a:pt x="254800" y="983792"/>
                  </a:lnTo>
                  <a:lnTo>
                    <a:pt x="250825" y="981456"/>
                  </a:lnTo>
                  <a:lnTo>
                    <a:pt x="247281" y="979385"/>
                  </a:lnTo>
                  <a:lnTo>
                    <a:pt x="262737" y="958596"/>
                  </a:lnTo>
                  <a:lnTo>
                    <a:pt x="291084" y="920496"/>
                  </a:lnTo>
                  <a:lnTo>
                    <a:pt x="38100" y="876300"/>
                  </a:lnTo>
                  <a:lnTo>
                    <a:pt x="153924" y="1104900"/>
                  </a:lnTo>
                  <a:lnTo>
                    <a:pt x="201244" y="1041273"/>
                  </a:lnTo>
                  <a:lnTo>
                    <a:pt x="214884" y="1050036"/>
                  </a:lnTo>
                  <a:lnTo>
                    <a:pt x="220980" y="1053084"/>
                  </a:lnTo>
                  <a:lnTo>
                    <a:pt x="224028" y="1053084"/>
                  </a:lnTo>
                  <a:lnTo>
                    <a:pt x="249936" y="1062228"/>
                  </a:lnTo>
                  <a:lnTo>
                    <a:pt x="307848" y="1078992"/>
                  </a:lnTo>
                  <a:lnTo>
                    <a:pt x="370332" y="1094232"/>
                  </a:lnTo>
                  <a:lnTo>
                    <a:pt x="402336" y="1100328"/>
                  </a:lnTo>
                  <a:lnTo>
                    <a:pt x="435864" y="1107948"/>
                  </a:lnTo>
                  <a:lnTo>
                    <a:pt x="469392" y="1112520"/>
                  </a:lnTo>
                  <a:lnTo>
                    <a:pt x="504444" y="1118616"/>
                  </a:lnTo>
                  <a:lnTo>
                    <a:pt x="612648" y="1132332"/>
                  </a:lnTo>
                  <a:lnTo>
                    <a:pt x="725424" y="1141476"/>
                  </a:lnTo>
                  <a:lnTo>
                    <a:pt x="763524" y="1143000"/>
                  </a:lnTo>
                  <a:lnTo>
                    <a:pt x="877824" y="1143000"/>
                  </a:lnTo>
                  <a:lnTo>
                    <a:pt x="954024" y="1139952"/>
                  </a:lnTo>
                  <a:lnTo>
                    <a:pt x="992124" y="1136904"/>
                  </a:lnTo>
                  <a:lnTo>
                    <a:pt x="1103376" y="1123188"/>
                  </a:lnTo>
                  <a:lnTo>
                    <a:pt x="1175004" y="1109472"/>
                  </a:lnTo>
                  <a:lnTo>
                    <a:pt x="1210056" y="1103376"/>
                  </a:lnTo>
                  <a:lnTo>
                    <a:pt x="1245108" y="1094232"/>
                  </a:lnTo>
                  <a:lnTo>
                    <a:pt x="1278636" y="1086612"/>
                  </a:lnTo>
                  <a:lnTo>
                    <a:pt x="1310640" y="1077468"/>
                  </a:lnTo>
                  <a:lnTo>
                    <a:pt x="1403604" y="1045464"/>
                  </a:lnTo>
                  <a:lnTo>
                    <a:pt x="1458468" y="1022604"/>
                  </a:lnTo>
                  <a:lnTo>
                    <a:pt x="1533144" y="984504"/>
                  </a:lnTo>
                  <a:lnTo>
                    <a:pt x="1575816" y="955548"/>
                  </a:lnTo>
                  <a:lnTo>
                    <a:pt x="1595628" y="941832"/>
                  </a:lnTo>
                  <a:lnTo>
                    <a:pt x="1629156" y="909828"/>
                  </a:lnTo>
                  <a:lnTo>
                    <a:pt x="1655064" y="876300"/>
                  </a:lnTo>
                  <a:lnTo>
                    <a:pt x="1671828" y="838200"/>
                  </a:lnTo>
                  <a:lnTo>
                    <a:pt x="1676400" y="819912"/>
                  </a:lnTo>
                  <a:lnTo>
                    <a:pt x="1676400" y="801624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026475" y="1290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51" name="object 51"/>
          <p:cNvSpPr txBox="1"/>
          <p:nvPr/>
        </p:nvSpPr>
        <p:spPr>
          <a:xfrm>
            <a:off x="7968412" y="2357165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1159" y="37287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15731" y="29666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79787" y="2433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39559" y="24332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08572" y="3881013"/>
            <a:ext cx="26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011159" y="456681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550324" y="38810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147572" y="2935218"/>
          <a:ext cx="4495800" cy="742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1284707" y="3731706"/>
            <a:ext cx="4137025" cy="127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indent="-274955">
              <a:lnSpc>
                <a:spcPts val="2615"/>
              </a:lnSpc>
              <a:spcBef>
                <a:spcPts val="10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311785" algn="l"/>
                <a:tab pos="313055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Với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1,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cập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nhật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Times New Roman"/>
                <a:cs typeface="Times New Roman"/>
              </a:rPr>
              <a:t>(1,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i)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Symbol"/>
                <a:cs typeface="Symbol"/>
              </a:rPr>
              <a:t>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endParaRPr sz="2200">
              <a:latin typeface="Times New Roman"/>
              <a:cs typeface="Times New Roman"/>
            </a:endParaRPr>
          </a:p>
          <a:p>
            <a:pPr marL="312420">
              <a:lnSpc>
                <a:spcPts val="2360"/>
              </a:lnSpc>
            </a:pPr>
            <a:r>
              <a:rPr sz="2200" spc="-5" dirty="0">
                <a:latin typeface="Symbol"/>
                <a:cs typeface="Symbol"/>
              </a:rPr>
              <a:t>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Georgia"/>
                <a:cs typeface="Georgia"/>
              </a:rPr>
              <a:t>V</a:t>
            </a:r>
            <a:r>
              <a:rPr sz="2200" spc="-20" dirty="0">
                <a:latin typeface="Georgia"/>
                <a:cs typeface="Georgia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theo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công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thức:</a:t>
            </a:r>
            <a:endParaRPr sz="2200">
              <a:latin typeface="Microsoft Sans Serif"/>
              <a:cs typeface="Microsoft Sans Serif"/>
            </a:endParaRPr>
          </a:p>
          <a:p>
            <a:pPr marL="312420" marR="30480" indent="-274955">
              <a:lnSpc>
                <a:spcPct val="78900"/>
              </a:lnSpc>
              <a:spcBef>
                <a:spcPts val="565"/>
              </a:spcBef>
              <a:buClr>
                <a:srgbClr val="4F81BD"/>
              </a:buClr>
              <a:buSzPct val="80434"/>
              <a:buFont typeface="PMingLiU-ExtB"/>
              <a:buChar char="⚫"/>
              <a:tabLst>
                <a:tab pos="312420" algn="l"/>
                <a:tab pos="313055" algn="l"/>
              </a:tabLst>
            </a:pPr>
            <a:r>
              <a:rPr sz="2300" spc="-2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(k,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i)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2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min({</a:t>
            </a:r>
            <a:r>
              <a:rPr sz="2300" spc="-1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(k-1,</a:t>
            </a:r>
            <a:r>
              <a:rPr sz="2200" i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i)}</a:t>
            </a:r>
            <a:r>
              <a:rPr sz="2200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8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3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300" spc="-15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(k-1, </a:t>
            </a:r>
            <a:r>
              <a:rPr sz="2200" i="1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j)</a:t>
            </a:r>
            <a:r>
              <a:rPr sz="2200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2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Georgia"/>
                <a:cs typeface="Georgia"/>
              </a:rPr>
              <a:t>D</a:t>
            </a:r>
            <a:r>
              <a:rPr sz="2175" i="1" spc="-7" baseline="-21072" dirty="0">
                <a:solidFill>
                  <a:srgbClr val="FF0000"/>
                </a:solidFill>
                <a:latin typeface="Times New Roman"/>
                <a:cs typeface="Times New Roman"/>
              </a:rPr>
              <a:t>ji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200" i="1" spc="-5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endParaRPr sz="2200">
              <a:latin typeface="Georgia"/>
              <a:cs typeface="Georgia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1147572" y="5221218"/>
          <a:ext cx="4495800" cy="1112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k=1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4627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22402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224028" y="32003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0" y="0"/>
                  </a:moveTo>
                  <a:lnTo>
                    <a:pt x="224027" y="0"/>
                  </a:lnTo>
                  <a:lnTo>
                    <a:pt x="224027" y="32003"/>
                  </a:lnTo>
                  <a:lnTo>
                    <a:pt x="0" y="32003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8956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644652" y="80772"/>
                  </a:moveTo>
                  <a:lnTo>
                    <a:pt x="600122" y="93249"/>
                  </a:lnTo>
                  <a:lnTo>
                    <a:pt x="566737" y="128587"/>
                  </a:lnTo>
                  <a:lnTo>
                    <a:pt x="552259" y="172212"/>
                  </a:lnTo>
                  <a:lnTo>
                    <a:pt x="550164" y="199644"/>
                  </a:lnTo>
                  <a:lnTo>
                    <a:pt x="550473" y="213050"/>
                  </a:lnTo>
                  <a:lnTo>
                    <a:pt x="559736" y="259270"/>
                  </a:lnTo>
                  <a:lnTo>
                    <a:pt x="585406" y="297561"/>
                  </a:lnTo>
                  <a:lnTo>
                    <a:pt x="623577" y="314920"/>
                  </a:lnTo>
                  <a:lnTo>
                    <a:pt x="632460" y="315468"/>
                  </a:lnTo>
                  <a:lnTo>
                    <a:pt x="640080" y="315468"/>
                  </a:lnTo>
                  <a:lnTo>
                    <a:pt x="647700" y="313944"/>
                  </a:lnTo>
                  <a:lnTo>
                    <a:pt x="652272" y="312420"/>
                  </a:lnTo>
                  <a:lnTo>
                    <a:pt x="664464" y="309372"/>
                  </a:lnTo>
                  <a:lnTo>
                    <a:pt x="669036" y="306324"/>
                  </a:lnTo>
                  <a:lnTo>
                    <a:pt x="675132" y="304800"/>
                  </a:lnTo>
                  <a:lnTo>
                    <a:pt x="684276" y="298703"/>
                  </a:lnTo>
                  <a:lnTo>
                    <a:pt x="688848" y="294132"/>
                  </a:lnTo>
                  <a:lnTo>
                    <a:pt x="693420" y="291084"/>
                  </a:lnTo>
                  <a:lnTo>
                    <a:pt x="699516" y="286512"/>
                  </a:lnTo>
                  <a:lnTo>
                    <a:pt x="736092" y="286512"/>
                  </a:lnTo>
                  <a:lnTo>
                    <a:pt x="736092" y="278892"/>
                  </a:lnTo>
                  <a:lnTo>
                    <a:pt x="641604" y="278892"/>
                  </a:lnTo>
                  <a:lnTo>
                    <a:pt x="628769" y="277725"/>
                  </a:lnTo>
                  <a:lnTo>
                    <a:pt x="595979" y="246768"/>
                  </a:lnTo>
                  <a:lnTo>
                    <a:pt x="588264" y="198120"/>
                  </a:lnTo>
                  <a:lnTo>
                    <a:pt x="589383" y="178927"/>
                  </a:lnTo>
                  <a:lnTo>
                    <a:pt x="605028" y="135636"/>
                  </a:lnTo>
                  <a:lnTo>
                    <a:pt x="650748" y="114300"/>
                  </a:lnTo>
                  <a:lnTo>
                    <a:pt x="736092" y="114300"/>
                  </a:lnTo>
                  <a:lnTo>
                    <a:pt x="736092" y="96012"/>
                  </a:lnTo>
                  <a:lnTo>
                    <a:pt x="699516" y="96012"/>
                  </a:lnTo>
                  <a:lnTo>
                    <a:pt x="692681" y="91963"/>
                  </a:lnTo>
                  <a:lnTo>
                    <a:pt x="685990" y="88773"/>
                  </a:lnTo>
                  <a:lnTo>
                    <a:pt x="652391" y="81033"/>
                  </a:lnTo>
                  <a:lnTo>
                    <a:pt x="644652" y="80772"/>
                  </a:lnTo>
                  <a:close/>
                </a:path>
                <a:path w="736600" h="315594">
                  <a:moveTo>
                    <a:pt x="736092" y="286512"/>
                  </a:moveTo>
                  <a:lnTo>
                    <a:pt x="699516" y="286512"/>
                  </a:lnTo>
                  <a:lnTo>
                    <a:pt x="699516" y="307848"/>
                  </a:lnTo>
                  <a:lnTo>
                    <a:pt x="736092" y="307848"/>
                  </a:lnTo>
                  <a:lnTo>
                    <a:pt x="736092" y="286512"/>
                  </a:lnTo>
                  <a:close/>
                </a:path>
                <a:path w="736600" h="315594">
                  <a:moveTo>
                    <a:pt x="736092" y="114300"/>
                  </a:moveTo>
                  <a:lnTo>
                    <a:pt x="658368" y="114300"/>
                  </a:lnTo>
                  <a:lnTo>
                    <a:pt x="667512" y="115824"/>
                  </a:lnTo>
                  <a:lnTo>
                    <a:pt x="673608" y="117348"/>
                  </a:lnTo>
                  <a:lnTo>
                    <a:pt x="679584" y="118776"/>
                  </a:lnTo>
                  <a:lnTo>
                    <a:pt x="685990" y="120776"/>
                  </a:lnTo>
                  <a:lnTo>
                    <a:pt x="692681" y="123348"/>
                  </a:lnTo>
                  <a:lnTo>
                    <a:pt x="699516" y="126492"/>
                  </a:lnTo>
                  <a:lnTo>
                    <a:pt x="699516" y="254507"/>
                  </a:lnTo>
                  <a:lnTo>
                    <a:pt x="663463" y="275677"/>
                  </a:lnTo>
                  <a:lnTo>
                    <a:pt x="641604" y="278892"/>
                  </a:lnTo>
                  <a:lnTo>
                    <a:pt x="736092" y="278892"/>
                  </a:lnTo>
                  <a:lnTo>
                    <a:pt x="736092" y="114300"/>
                  </a:lnTo>
                  <a:close/>
                </a:path>
                <a:path w="736600" h="315594">
                  <a:moveTo>
                    <a:pt x="736092" y="0"/>
                  </a:moveTo>
                  <a:lnTo>
                    <a:pt x="699516" y="0"/>
                  </a:lnTo>
                  <a:lnTo>
                    <a:pt x="699516" y="96012"/>
                  </a:lnTo>
                  <a:lnTo>
                    <a:pt x="736092" y="96012"/>
                  </a:lnTo>
                  <a:lnTo>
                    <a:pt x="736092" y="0"/>
                  </a:lnTo>
                  <a:close/>
                </a:path>
                <a:path w="736600" h="315594">
                  <a:moveTo>
                    <a:pt x="283464" y="80772"/>
                  </a:moveTo>
                  <a:lnTo>
                    <a:pt x="243649" y="88582"/>
                  </a:lnTo>
                  <a:lnTo>
                    <a:pt x="211836" y="111251"/>
                  </a:lnTo>
                  <a:lnTo>
                    <a:pt x="191262" y="147828"/>
                  </a:lnTo>
                  <a:lnTo>
                    <a:pt x="184404" y="198120"/>
                  </a:lnTo>
                  <a:lnTo>
                    <a:pt x="186094" y="223242"/>
                  </a:lnTo>
                  <a:lnTo>
                    <a:pt x="199191" y="266057"/>
                  </a:lnTo>
                  <a:lnTo>
                    <a:pt x="225171" y="297465"/>
                  </a:lnTo>
                  <a:lnTo>
                    <a:pt x="261747" y="313467"/>
                  </a:lnTo>
                  <a:lnTo>
                    <a:pt x="283464" y="315468"/>
                  </a:lnTo>
                  <a:lnTo>
                    <a:pt x="304942" y="313467"/>
                  </a:lnTo>
                  <a:lnTo>
                    <a:pt x="323850" y="307467"/>
                  </a:lnTo>
                  <a:lnTo>
                    <a:pt x="340471" y="297465"/>
                  </a:lnTo>
                  <a:lnTo>
                    <a:pt x="355092" y="283463"/>
                  </a:lnTo>
                  <a:lnTo>
                    <a:pt x="356197" y="281939"/>
                  </a:lnTo>
                  <a:lnTo>
                    <a:pt x="283464" y="281939"/>
                  </a:lnTo>
                  <a:lnTo>
                    <a:pt x="269486" y="280749"/>
                  </a:lnTo>
                  <a:lnTo>
                    <a:pt x="232148" y="248912"/>
                  </a:lnTo>
                  <a:lnTo>
                    <a:pt x="222504" y="198120"/>
                  </a:lnTo>
                  <a:lnTo>
                    <a:pt x="223623" y="177831"/>
                  </a:lnTo>
                  <a:lnTo>
                    <a:pt x="239268" y="134112"/>
                  </a:lnTo>
                  <a:lnTo>
                    <a:pt x="283464" y="112775"/>
                  </a:lnTo>
                  <a:lnTo>
                    <a:pt x="356195" y="112775"/>
                  </a:lnTo>
                  <a:lnTo>
                    <a:pt x="355092" y="111251"/>
                  </a:lnTo>
                  <a:lnTo>
                    <a:pt x="340471" y="98131"/>
                  </a:lnTo>
                  <a:lnTo>
                    <a:pt x="323850" y="88582"/>
                  </a:lnTo>
                  <a:lnTo>
                    <a:pt x="304942" y="82748"/>
                  </a:lnTo>
                  <a:lnTo>
                    <a:pt x="283464" y="80772"/>
                  </a:lnTo>
                  <a:close/>
                </a:path>
                <a:path w="736600" h="315594">
                  <a:moveTo>
                    <a:pt x="356195" y="112775"/>
                  </a:moveTo>
                  <a:lnTo>
                    <a:pt x="283464" y="112775"/>
                  </a:lnTo>
                  <a:lnTo>
                    <a:pt x="297441" y="114180"/>
                  </a:lnTo>
                  <a:lnTo>
                    <a:pt x="309562" y="118300"/>
                  </a:lnTo>
                  <a:lnTo>
                    <a:pt x="340042" y="160401"/>
                  </a:lnTo>
                  <a:lnTo>
                    <a:pt x="344424" y="198120"/>
                  </a:lnTo>
                  <a:lnTo>
                    <a:pt x="343304" y="217550"/>
                  </a:lnTo>
                  <a:lnTo>
                    <a:pt x="327660" y="262127"/>
                  </a:lnTo>
                  <a:lnTo>
                    <a:pt x="283464" y="281939"/>
                  </a:lnTo>
                  <a:lnTo>
                    <a:pt x="356197" y="281939"/>
                  </a:lnTo>
                  <a:lnTo>
                    <a:pt x="367093" y="266914"/>
                  </a:lnTo>
                  <a:lnTo>
                    <a:pt x="375666" y="247078"/>
                  </a:lnTo>
                  <a:lnTo>
                    <a:pt x="380809" y="224099"/>
                  </a:lnTo>
                  <a:lnTo>
                    <a:pt x="382524" y="198120"/>
                  </a:lnTo>
                  <a:lnTo>
                    <a:pt x="380809" y="171259"/>
                  </a:lnTo>
                  <a:lnTo>
                    <a:pt x="375666" y="147828"/>
                  </a:lnTo>
                  <a:lnTo>
                    <a:pt x="367093" y="127825"/>
                  </a:lnTo>
                  <a:lnTo>
                    <a:pt x="356195" y="112775"/>
                  </a:lnTo>
                  <a:close/>
                </a:path>
                <a:path w="736600" h="315594">
                  <a:moveTo>
                    <a:pt x="458724" y="86868"/>
                  </a:moveTo>
                  <a:lnTo>
                    <a:pt x="420624" y="86868"/>
                  </a:lnTo>
                  <a:lnTo>
                    <a:pt x="420624" y="307848"/>
                  </a:lnTo>
                  <a:lnTo>
                    <a:pt x="458724" y="307848"/>
                  </a:lnTo>
                  <a:lnTo>
                    <a:pt x="458724" y="150875"/>
                  </a:lnTo>
                  <a:lnTo>
                    <a:pt x="465581" y="144565"/>
                  </a:lnTo>
                  <a:lnTo>
                    <a:pt x="501396" y="126301"/>
                  </a:lnTo>
                  <a:lnTo>
                    <a:pt x="516636" y="124968"/>
                  </a:lnTo>
                  <a:lnTo>
                    <a:pt x="537972" y="124968"/>
                  </a:lnTo>
                  <a:lnTo>
                    <a:pt x="537972" y="118872"/>
                  </a:lnTo>
                  <a:lnTo>
                    <a:pt x="458724" y="118872"/>
                  </a:lnTo>
                  <a:lnTo>
                    <a:pt x="458724" y="86868"/>
                  </a:lnTo>
                  <a:close/>
                </a:path>
                <a:path w="736600" h="315594">
                  <a:moveTo>
                    <a:pt x="537972" y="124968"/>
                  </a:moveTo>
                  <a:lnTo>
                    <a:pt x="530352" y="124968"/>
                  </a:lnTo>
                  <a:lnTo>
                    <a:pt x="533400" y="126492"/>
                  </a:lnTo>
                  <a:lnTo>
                    <a:pt x="537972" y="126492"/>
                  </a:lnTo>
                  <a:lnTo>
                    <a:pt x="537972" y="124968"/>
                  </a:lnTo>
                  <a:close/>
                </a:path>
                <a:path w="736600" h="315594">
                  <a:moveTo>
                    <a:pt x="536448" y="86868"/>
                  </a:moveTo>
                  <a:lnTo>
                    <a:pt x="522732" y="86868"/>
                  </a:lnTo>
                  <a:lnTo>
                    <a:pt x="515850" y="87201"/>
                  </a:lnTo>
                  <a:lnTo>
                    <a:pt x="477393" y="104394"/>
                  </a:lnTo>
                  <a:lnTo>
                    <a:pt x="458724" y="118872"/>
                  </a:lnTo>
                  <a:lnTo>
                    <a:pt x="537972" y="118872"/>
                  </a:lnTo>
                  <a:lnTo>
                    <a:pt x="537972" y="88392"/>
                  </a:lnTo>
                  <a:lnTo>
                    <a:pt x="536448" y="86868"/>
                  </a:lnTo>
                  <a:close/>
                </a:path>
                <a:path w="736600" h="315594">
                  <a:moveTo>
                    <a:pt x="176784" y="12192"/>
                  </a:moveTo>
                  <a:lnTo>
                    <a:pt x="0" y="12192"/>
                  </a:lnTo>
                  <a:lnTo>
                    <a:pt x="0" y="307848"/>
                  </a:lnTo>
                  <a:lnTo>
                    <a:pt x="39624" y="307848"/>
                  </a:lnTo>
                  <a:lnTo>
                    <a:pt x="39624" y="166116"/>
                  </a:lnTo>
                  <a:lnTo>
                    <a:pt x="172212" y="166116"/>
                  </a:lnTo>
                  <a:lnTo>
                    <a:pt x="172212" y="131064"/>
                  </a:lnTo>
                  <a:lnTo>
                    <a:pt x="39624" y="131064"/>
                  </a:lnTo>
                  <a:lnTo>
                    <a:pt x="39624" y="47244"/>
                  </a:lnTo>
                  <a:lnTo>
                    <a:pt x="176784" y="47244"/>
                  </a:lnTo>
                  <a:lnTo>
                    <a:pt x="176784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5" y="886962"/>
              <a:ext cx="129539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1459" y="894582"/>
              <a:ext cx="121920" cy="169545"/>
            </a:xfrm>
            <a:custGeom>
              <a:avLst/>
              <a:gdLst/>
              <a:ahLst/>
              <a:cxnLst/>
              <a:rect l="l" t="t" r="r" b="b"/>
              <a:pathLst>
                <a:path w="121920" h="169544">
                  <a:moveTo>
                    <a:pt x="60959" y="0"/>
                  </a:moveTo>
                  <a:lnTo>
                    <a:pt x="24741" y="12215"/>
                  </a:lnTo>
                  <a:lnTo>
                    <a:pt x="4381" y="47624"/>
                  </a:lnTo>
                  <a:lnTo>
                    <a:pt x="0" y="85343"/>
                  </a:lnTo>
                  <a:lnTo>
                    <a:pt x="1119" y="104751"/>
                  </a:lnTo>
                  <a:lnTo>
                    <a:pt x="16763" y="147827"/>
                  </a:lnTo>
                  <a:lnTo>
                    <a:pt x="60959" y="169163"/>
                  </a:lnTo>
                  <a:lnTo>
                    <a:pt x="74723" y="167997"/>
                  </a:lnTo>
                  <a:lnTo>
                    <a:pt x="112275" y="136778"/>
                  </a:lnTo>
                  <a:lnTo>
                    <a:pt x="121919" y="85343"/>
                  </a:lnTo>
                  <a:lnTo>
                    <a:pt x="120800" y="65055"/>
                  </a:lnTo>
                  <a:lnTo>
                    <a:pt x="105155" y="21335"/>
                  </a:lnTo>
                  <a:lnTo>
                    <a:pt x="6095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859530"/>
              <a:ext cx="135635" cy="239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38955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283463" y="80771"/>
                  </a:moveTo>
                  <a:lnTo>
                    <a:pt x="323849" y="88582"/>
                  </a:lnTo>
                  <a:lnTo>
                    <a:pt x="355091" y="111251"/>
                  </a:lnTo>
                  <a:lnTo>
                    <a:pt x="375665" y="147827"/>
                  </a:lnTo>
                  <a:lnTo>
                    <a:pt x="382523" y="198119"/>
                  </a:lnTo>
                  <a:lnTo>
                    <a:pt x="380809" y="224099"/>
                  </a:lnTo>
                  <a:lnTo>
                    <a:pt x="367093" y="266914"/>
                  </a:lnTo>
                  <a:lnTo>
                    <a:pt x="340471" y="297465"/>
                  </a:lnTo>
                  <a:lnTo>
                    <a:pt x="304942" y="313467"/>
                  </a:lnTo>
                  <a:lnTo>
                    <a:pt x="283463" y="315467"/>
                  </a:lnTo>
                  <a:lnTo>
                    <a:pt x="261746" y="313467"/>
                  </a:lnTo>
                  <a:lnTo>
                    <a:pt x="225170" y="297465"/>
                  </a:lnTo>
                  <a:lnTo>
                    <a:pt x="199191" y="266057"/>
                  </a:lnTo>
                  <a:lnTo>
                    <a:pt x="186094" y="223242"/>
                  </a:lnTo>
                  <a:lnTo>
                    <a:pt x="184403" y="198119"/>
                  </a:lnTo>
                  <a:lnTo>
                    <a:pt x="186118" y="171259"/>
                  </a:lnTo>
                  <a:lnTo>
                    <a:pt x="199834" y="127825"/>
                  </a:lnTo>
                  <a:lnTo>
                    <a:pt x="226671" y="98131"/>
                  </a:lnTo>
                  <a:lnTo>
                    <a:pt x="262628" y="82748"/>
                  </a:lnTo>
                  <a:lnTo>
                    <a:pt x="283463" y="80771"/>
                  </a:lnTo>
                  <a:close/>
                </a:path>
                <a:path w="736600" h="315594">
                  <a:moveTo>
                    <a:pt x="0" y="12191"/>
                  </a:moveTo>
                  <a:lnTo>
                    <a:pt x="176783" y="12191"/>
                  </a:lnTo>
                  <a:lnTo>
                    <a:pt x="176783" y="47243"/>
                  </a:lnTo>
                  <a:lnTo>
                    <a:pt x="39623" y="47243"/>
                  </a:lnTo>
                  <a:lnTo>
                    <a:pt x="39623" y="131063"/>
                  </a:lnTo>
                  <a:lnTo>
                    <a:pt x="172211" y="131063"/>
                  </a:lnTo>
                  <a:lnTo>
                    <a:pt x="172211" y="166115"/>
                  </a:lnTo>
                  <a:lnTo>
                    <a:pt x="39623" y="166115"/>
                  </a:lnTo>
                  <a:lnTo>
                    <a:pt x="39623" y="307847"/>
                  </a:lnTo>
                  <a:lnTo>
                    <a:pt x="0" y="307847"/>
                  </a:lnTo>
                  <a:lnTo>
                    <a:pt x="0" y="12191"/>
                  </a:lnTo>
                  <a:close/>
                </a:path>
                <a:path w="736600" h="315594">
                  <a:moveTo>
                    <a:pt x="699515" y="0"/>
                  </a:moveTo>
                  <a:lnTo>
                    <a:pt x="736091" y="0"/>
                  </a:lnTo>
                  <a:lnTo>
                    <a:pt x="736091" y="307847"/>
                  </a:lnTo>
                  <a:lnTo>
                    <a:pt x="699515" y="307847"/>
                  </a:lnTo>
                  <a:lnTo>
                    <a:pt x="699515" y="286511"/>
                  </a:lnTo>
                  <a:lnTo>
                    <a:pt x="693419" y="291083"/>
                  </a:lnTo>
                  <a:lnTo>
                    <a:pt x="688847" y="294131"/>
                  </a:lnTo>
                  <a:lnTo>
                    <a:pt x="684275" y="298703"/>
                  </a:lnTo>
                  <a:lnTo>
                    <a:pt x="679703" y="301751"/>
                  </a:lnTo>
                  <a:lnTo>
                    <a:pt x="675131" y="304799"/>
                  </a:lnTo>
                  <a:lnTo>
                    <a:pt x="669035" y="306323"/>
                  </a:lnTo>
                  <a:lnTo>
                    <a:pt x="664463" y="309371"/>
                  </a:lnTo>
                  <a:lnTo>
                    <a:pt x="658367" y="310895"/>
                  </a:lnTo>
                  <a:lnTo>
                    <a:pt x="652271" y="312419"/>
                  </a:lnTo>
                  <a:lnTo>
                    <a:pt x="647699" y="313943"/>
                  </a:lnTo>
                  <a:lnTo>
                    <a:pt x="640079" y="315467"/>
                  </a:lnTo>
                  <a:lnTo>
                    <a:pt x="632459" y="315467"/>
                  </a:lnTo>
                  <a:lnTo>
                    <a:pt x="592097" y="302990"/>
                  </a:lnTo>
                  <a:lnTo>
                    <a:pt x="563498" y="268985"/>
                  </a:lnTo>
                  <a:lnTo>
                    <a:pt x="551497" y="225742"/>
                  </a:lnTo>
                  <a:lnTo>
                    <a:pt x="550163" y="199643"/>
                  </a:lnTo>
                  <a:lnTo>
                    <a:pt x="550711" y="185356"/>
                  </a:lnTo>
                  <a:lnTo>
                    <a:pt x="561760" y="138469"/>
                  </a:lnTo>
                  <a:lnTo>
                    <a:pt x="585358" y="104679"/>
                  </a:lnTo>
                  <a:lnTo>
                    <a:pt x="625792" y="82867"/>
                  </a:lnTo>
                  <a:lnTo>
                    <a:pt x="644651" y="80771"/>
                  </a:lnTo>
                  <a:lnTo>
                    <a:pt x="652391" y="81033"/>
                  </a:lnTo>
                  <a:lnTo>
                    <a:pt x="692681" y="91963"/>
                  </a:lnTo>
                  <a:lnTo>
                    <a:pt x="699515" y="96011"/>
                  </a:lnTo>
                  <a:lnTo>
                    <a:pt x="69951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84707" y="1442740"/>
            <a:ext cx="4222750" cy="1287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indent="-274320">
              <a:lnSpc>
                <a:spcPts val="2740"/>
              </a:lnSpc>
              <a:spcBef>
                <a:spcPts val="95"/>
              </a:spcBef>
              <a:buClr>
                <a:srgbClr val="4F81BD"/>
              </a:buClr>
              <a:buSzPct val="84000"/>
              <a:buFont typeface="PMingLiU-ExtB"/>
              <a:buChar char="⚫"/>
              <a:tabLst>
                <a:tab pos="312420" algn="l"/>
              </a:tabLst>
            </a:pPr>
            <a:r>
              <a:rPr sz="2500" spc="75" dirty="0">
                <a:latin typeface="Microsoft Sans Serif"/>
                <a:cs typeface="Microsoft Sans Serif"/>
              </a:rPr>
              <a:t>Với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k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=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2,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cập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nhật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Symbol"/>
                <a:cs typeface="Symbol"/>
              </a:rPr>
              <a:t></a:t>
            </a:r>
            <a:r>
              <a:rPr sz="2200" spc="-5" dirty="0">
                <a:latin typeface="Microsoft Sans Serif"/>
                <a:cs typeface="Microsoft Sans Serif"/>
              </a:rPr>
              <a:t>(2,</a:t>
            </a:r>
            <a:r>
              <a:rPr sz="2200" spc="5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i)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Symbol"/>
                <a:cs typeface="Symbol"/>
              </a:rPr>
              <a:t>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endParaRPr sz="2200">
              <a:latin typeface="Microsoft Sans Serif"/>
              <a:cs typeface="Microsoft Sans Serif"/>
            </a:endParaRPr>
          </a:p>
          <a:p>
            <a:pPr marL="312420">
              <a:lnSpc>
                <a:spcPts val="2370"/>
              </a:lnSpc>
            </a:pPr>
            <a:r>
              <a:rPr sz="2200" spc="-5" dirty="0">
                <a:latin typeface="Symbol"/>
                <a:cs typeface="Symbol"/>
              </a:rPr>
              <a:t>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V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theo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công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thức:</a:t>
            </a:r>
            <a:endParaRPr sz="2200">
              <a:latin typeface="Microsoft Sans Serif"/>
              <a:cs typeface="Microsoft Sans Serif"/>
            </a:endParaRPr>
          </a:p>
          <a:p>
            <a:pPr marL="312420" marR="30480" indent="-274955">
              <a:lnSpc>
                <a:spcPct val="78900"/>
              </a:lnSpc>
              <a:spcBef>
                <a:spcPts val="570"/>
              </a:spcBef>
              <a:buClr>
                <a:srgbClr val="4F81BD"/>
              </a:buClr>
              <a:buSzPct val="80434"/>
              <a:buFont typeface="PMingLiU-ExtB"/>
              <a:buChar char="⚫"/>
              <a:tabLst>
                <a:tab pos="311785" algn="l"/>
                <a:tab pos="312420" algn="l"/>
              </a:tabLst>
            </a:pPr>
            <a:r>
              <a:rPr sz="2300" spc="-2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20" dirty="0">
                <a:solidFill>
                  <a:srgbClr val="FF0000"/>
                </a:solidFill>
                <a:latin typeface="Arial"/>
                <a:cs typeface="Arial"/>
              </a:rPr>
              <a:t>(k,</a:t>
            </a:r>
            <a:r>
              <a:rPr sz="22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i) =</a:t>
            </a:r>
            <a:r>
              <a:rPr sz="22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min({</a:t>
            </a:r>
            <a:r>
              <a:rPr sz="2300" spc="-1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(k-1,</a:t>
            </a:r>
            <a:r>
              <a:rPr sz="2200" i="1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i)}</a:t>
            </a:r>
            <a:r>
              <a:rPr sz="22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23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r>
              <a:rPr sz="2300" spc="-15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200" i="1" spc="-15" dirty="0">
                <a:solidFill>
                  <a:srgbClr val="FF0000"/>
                </a:solidFill>
                <a:latin typeface="Arial"/>
                <a:cs typeface="Arial"/>
              </a:rPr>
              <a:t>(k-1, </a:t>
            </a:r>
            <a:r>
              <a:rPr sz="2200" i="1" spc="-6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j)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175" i="1" spc="-7" baseline="-21072" dirty="0">
                <a:solidFill>
                  <a:srgbClr val="FF0000"/>
                </a:solidFill>
                <a:latin typeface="Arial"/>
                <a:cs typeface="Arial"/>
              </a:rPr>
              <a:t>ji</a:t>
            </a:r>
            <a:r>
              <a:rPr sz="2200" i="1" spc="-5" dirty="0">
                <a:solidFill>
                  <a:srgbClr val="FF0000"/>
                </a:solidFill>
                <a:latin typeface="Arial"/>
                <a:cs typeface="Arial"/>
              </a:rPr>
              <a:t>})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014971" y="1944618"/>
            <a:ext cx="547370" cy="547370"/>
            <a:chOff x="7014971" y="1944618"/>
            <a:chExt cx="547370" cy="547370"/>
          </a:xfrm>
        </p:grpSpPr>
        <p:sp>
          <p:nvSpPr>
            <p:cNvPr id="24" name="object 24"/>
            <p:cNvSpPr/>
            <p:nvPr/>
          </p:nvSpPr>
          <p:spPr>
            <a:xfrm>
              <a:off x="7021067" y="19507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14971" y="19446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26375" y="20599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615171" y="1868418"/>
            <a:ext cx="547370" cy="547370"/>
            <a:chOff x="8615171" y="1868418"/>
            <a:chExt cx="547370" cy="547370"/>
          </a:xfrm>
        </p:grpSpPr>
        <p:sp>
          <p:nvSpPr>
            <p:cNvPr id="28" name="object 28"/>
            <p:cNvSpPr/>
            <p:nvPr/>
          </p:nvSpPr>
          <p:spPr>
            <a:xfrm>
              <a:off x="8621267" y="1874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15171" y="1868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811259" y="198363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2971" y="3011418"/>
            <a:ext cx="547370" cy="547370"/>
            <a:chOff x="6252971" y="3011418"/>
            <a:chExt cx="547370" cy="547370"/>
          </a:xfrm>
        </p:grpSpPr>
        <p:sp>
          <p:nvSpPr>
            <p:cNvPr id="32" name="object 32"/>
            <p:cNvSpPr/>
            <p:nvPr/>
          </p:nvSpPr>
          <p:spPr>
            <a:xfrm>
              <a:off x="6259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2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39"/>
                  </a:lnTo>
                  <a:lnTo>
                    <a:pt x="6095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2" y="513588"/>
                  </a:lnTo>
                  <a:lnTo>
                    <a:pt x="128015" y="489203"/>
                  </a:lnTo>
                  <a:lnTo>
                    <a:pt x="89915" y="457200"/>
                  </a:lnTo>
                  <a:lnTo>
                    <a:pt x="57912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5" y="300227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2" y="128015"/>
                  </a:lnTo>
                  <a:lnTo>
                    <a:pt x="89915" y="89915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220979" y="18287"/>
                  </a:lnTo>
                  <a:lnTo>
                    <a:pt x="234695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50507" y="312663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00971" y="3011418"/>
            <a:ext cx="547370" cy="547370"/>
            <a:chOff x="9300971" y="3011418"/>
            <a:chExt cx="547370" cy="547370"/>
          </a:xfrm>
        </p:grpSpPr>
        <p:sp>
          <p:nvSpPr>
            <p:cNvPr id="36" name="object 36"/>
            <p:cNvSpPr/>
            <p:nvPr/>
          </p:nvSpPr>
          <p:spPr>
            <a:xfrm>
              <a:off x="9307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300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97059" y="31266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91171" y="4306818"/>
            <a:ext cx="547370" cy="547370"/>
            <a:chOff x="7091171" y="4306818"/>
            <a:chExt cx="547370" cy="547370"/>
          </a:xfrm>
        </p:grpSpPr>
        <p:sp>
          <p:nvSpPr>
            <p:cNvPr id="40" name="object 40"/>
            <p:cNvSpPr/>
            <p:nvPr/>
          </p:nvSpPr>
          <p:spPr>
            <a:xfrm>
              <a:off x="7097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91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291755" y="442210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15171" y="4306818"/>
            <a:ext cx="547370" cy="547370"/>
            <a:chOff x="8615171" y="4306818"/>
            <a:chExt cx="547370" cy="547370"/>
          </a:xfrm>
        </p:grpSpPr>
        <p:sp>
          <p:nvSpPr>
            <p:cNvPr id="44" name="object 44"/>
            <p:cNvSpPr/>
            <p:nvPr/>
          </p:nvSpPr>
          <p:spPr>
            <a:xfrm>
              <a:off x="8621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15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811259" y="44221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512052" y="1607814"/>
            <a:ext cx="3061970" cy="3031490"/>
            <a:chOff x="6512052" y="1607814"/>
            <a:chExt cx="3061970" cy="3031490"/>
          </a:xfrm>
        </p:grpSpPr>
        <p:sp>
          <p:nvSpPr>
            <p:cNvPr id="48" name="object 48"/>
            <p:cNvSpPr/>
            <p:nvPr/>
          </p:nvSpPr>
          <p:spPr>
            <a:xfrm>
              <a:off x="6512052" y="2319522"/>
              <a:ext cx="3061970" cy="2319655"/>
            </a:xfrm>
            <a:custGeom>
              <a:avLst/>
              <a:gdLst/>
              <a:ahLst/>
              <a:cxnLst/>
              <a:rect l="l" t="t" r="r" b="b"/>
              <a:pathLst>
                <a:path w="3061970" h="2319654">
                  <a:moveTo>
                    <a:pt x="601980" y="100584"/>
                  </a:moveTo>
                  <a:lnTo>
                    <a:pt x="574548" y="74676"/>
                  </a:lnTo>
                  <a:lnTo>
                    <a:pt x="78333" y="602081"/>
                  </a:lnTo>
                  <a:lnTo>
                    <a:pt x="50292" y="576072"/>
                  </a:lnTo>
                  <a:lnTo>
                    <a:pt x="13716" y="697992"/>
                  </a:lnTo>
                  <a:lnTo>
                    <a:pt x="134112" y="653796"/>
                  </a:lnTo>
                  <a:lnTo>
                    <a:pt x="120954" y="641604"/>
                  </a:lnTo>
                  <a:lnTo>
                    <a:pt x="106006" y="627748"/>
                  </a:lnTo>
                  <a:lnTo>
                    <a:pt x="601980" y="100584"/>
                  </a:lnTo>
                  <a:close/>
                </a:path>
                <a:path w="3061970" h="2319654">
                  <a:moveTo>
                    <a:pt x="664464" y="2072640"/>
                  </a:moveTo>
                  <a:lnTo>
                    <a:pt x="652119" y="2008632"/>
                  </a:lnTo>
                  <a:lnTo>
                    <a:pt x="640080" y="1946148"/>
                  </a:lnTo>
                  <a:lnTo>
                    <a:pt x="608406" y="1970430"/>
                  </a:lnTo>
                  <a:lnTo>
                    <a:pt x="28943" y="1220724"/>
                  </a:lnTo>
                  <a:lnTo>
                    <a:pt x="0" y="1243584"/>
                  </a:lnTo>
                  <a:lnTo>
                    <a:pt x="579132" y="1992884"/>
                  </a:lnTo>
                  <a:lnTo>
                    <a:pt x="548640" y="2016252"/>
                  </a:lnTo>
                  <a:lnTo>
                    <a:pt x="664464" y="2072640"/>
                  </a:lnTo>
                  <a:close/>
                </a:path>
                <a:path w="3061970" h="2319654">
                  <a:moveTo>
                    <a:pt x="2072144" y="2281428"/>
                  </a:moveTo>
                  <a:lnTo>
                    <a:pt x="2014728" y="2281428"/>
                  </a:lnTo>
                  <a:lnTo>
                    <a:pt x="1995424" y="2281428"/>
                  </a:lnTo>
                  <a:lnTo>
                    <a:pt x="1994916" y="2319528"/>
                  </a:lnTo>
                  <a:lnTo>
                    <a:pt x="2072144" y="2281428"/>
                  </a:lnTo>
                  <a:close/>
                </a:path>
                <a:path w="3061970" h="2319654">
                  <a:moveTo>
                    <a:pt x="2109216" y="2263140"/>
                  </a:moveTo>
                  <a:lnTo>
                    <a:pt x="1996440" y="2205228"/>
                  </a:lnTo>
                  <a:lnTo>
                    <a:pt x="1995932" y="2243302"/>
                  </a:lnTo>
                  <a:lnTo>
                    <a:pt x="1118616" y="2241804"/>
                  </a:lnTo>
                  <a:lnTo>
                    <a:pt x="1118616" y="2279904"/>
                  </a:lnTo>
                  <a:lnTo>
                    <a:pt x="1995424" y="2281402"/>
                  </a:lnTo>
                  <a:lnTo>
                    <a:pt x="2014728" y="2281428"/>
                  </a:lnTo>
                  <a:lnTo>
                    <a:pt x="2072208" y="2281402"/>
                  </a:lnTo>
                  <a:lnTo>
                    <a:pt x="2109216" y="2263140"/>
                  </a:lnTo>
                  <a:close/>
                </a:path>
                <a:path w="3061970" h="2319654">
                  <a:moveTo>
                    <a:pt x="2188464" y="2072640"/>
                  </a:moveTo>
                  <a:lnTo>
                    <a:pt x="2170099" y="2049780"/>
                  </a:lnTo>
                  <a:lnTo>
                    <a:pt x="2107692" y="1972056"/>
                  </a:lnTo>
                  <a:lnTo>
                    <a:pt x="2091880" y="2006727"/>
                  </a:lnTo>
                  <a:lnTo>
                    <a:pt x="210312" y="1136904"/>
                  </a:lnTo>
                  <a:lnTo>
                    <a:pt x="195072" y="1171956"/>
                  </a:lnTo>
                  <a:lnTo>
                    <a:pt x="2076030" y="2041499"/>
                  </a:lnTo>
                  <a:lnTo>
                    <a:pt x="2060448" y="2075688"/>
                  </a:lnTo>
                  <a:lnTo>
                    <a:pt x="2188464" y="2072640"/>
                  </a:lnTo>
                  <a:close/>
                </a:path>
                <a:path w="3061970" h="2319654">
                  <a:moveTo>
                    <a:pt x="2795016" y="967740"/>
                  </a:moveTo>
                  <a:lnTo>
                    <a:pt x="2680716" y="909828"/>
                  </a:lnTo>
                  <a:lnTo>
                    <a:pt x="2680716" y="947928"/>
                  </a:lnTo>
                  <a:lnTo>
                    <a:pt x="280416" y="946404"/>
                  </a:lnTo>
                  <a:lnTo>
                    <a:pt x="280416" y="984504"/>
                  </a:lnTo>
                  <a:lnTo>
                    <a:pt x="2680716" y="986028"/>
                  </a:lnTo>
                  <a:lnTo>
                    <a:pt x="2680716" y="1024128"/>
                  </a:lnTo>
                  <a:lnTo>
                    <a:pt x="2757944" y="986028"/>
                  </a:lnTo>
                  <a:lnTo>
                    <a:pt x="2795016" y="967740"/>
                  </a:lnTo>
                  <a:close/>
                </a:path>
                <a:path w="3061970" h="2319654">
                  <a:moveTo>
                    <a:pt x="3061716" y="1231392"/>
                  </a:moveTo>
                  <a:lnTo>
                    <a:pt x="2955036" y="1301496"/>
                  </a:lnTo>
                  <a:lnTo>
                    <a:pt x="2988056" y="1320812"/>
                  </a:lnTo>
                  <a:lnTo>
                    <a:pt x="2548128" y="2061972"/>
                  </a:lnTo>
                  <a:lnTo>
                    <a:pt x="2581656" y="2081784"/>
                  </a:lnTo>
                  <a:lnTo>
                    <a:pt x="3020568" y="1339811"/>
                  </a:lnTo>
                  <a:lnTo>
                    <a:pt x="3054096" y="1359408"/>
                  </a:lnTo>
                  <a:lnTo>
                    <a:pt x="3057360" y="1304544"/>
                  </a:lnTo>
                  <a:lnTo>
                    <a:pt x="3061716" y="1231392"/>
                  </a:lnTo>
                  <a:close/>
                </a:path>
                <a:path w="3061970" h="2319654">
                  <a:moveTo>
                    <a:pt x="3061716" y="697992"/>
                  </a:moveTo>
                  <a:lnTo>
                    <a:pt x="3051314" y="632460"/>
                  </a:lnTo>
                  <a:lnTo>
                    <a:pt x="3041904" y="573024"/>
                  </a:lnTo>
                  <a:lnTo>
                    <a:pt x="3011474" y="594969"/>
                  </a:lnTo>
                  <a:lnTo>
                    <a:pt x="2580132" y="0"/>
                  </a:lnTo>
                  <a:lnTo>
                    <a:pt x="2549652" y="22860"/>
                  </a:lnTo>
                  <a:lnTo>
                    <a:pt x="2980575" y="617258"/>
                  </a:lnTo>
                  <a:lnTo>
                    <a:pt x="2948940" y="640080"/>
                  </a:lnTo>
                  <a:lnTo>
                    <a:pt x="3061716" y="69799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49668" y="1607814"/>
              <a:ext cx="1676400" cy="1143000"/>
            </a:xfrm>
            <a:custGeom>
              <a:avLst/>
              <a:gdLst/>
              <a:ahLst/>
              <a:cxnLst/>
              <a:rect l="l" t="t" r="r" b="b"/>
              <a:pathLst>
                <a:path w="1676400" h="1143000">
                  <a:moveTo>
                    <a:pt x="1638300" y="266700"/>
                  </a:moveTo>
                  <a:lnTo>
                    <a:pt x="1597634" y="185928"/>
                  </a:lnTo>
                  <a:lnTo>
                    <a:pt x="1524000" y="39624"/>
                  </a:lnTo>
                  <a:lnTo>
                    <a:pt x="1476400" y="103085"/>
                  </a:lnTo>
                  <a:lnTo>
                    <a:pt x="1463040" y="94488"/>
                  </a:lnTo>
                  <a:lnTo>
                    <a:pt x="1453896" y="89916"/>
                  </a:lnTo>
                  <a:lnTo>
                    <a:pt x="1427988" y="82296"/>
                  </a:lnTo>
                  <a:lnTo>
                    <a:pt x="1408684" y="76200"/>
                  </a:lnTo>
                  <a:lnTo>
                    <a:pt x="1370076" y="65532"/>
                  </a:lnTo>
                  <a:lnTo>
                    <a:pt x="1307592" y="50292"/>
                  </a:lnTo>
                  <a:lnTo>
                    <a:pt x="1275588" y="44196"/>
                  </a:lnTo>
                  <a:lnTo>
                    <a:pt x="1242060" y="36576"/>
                  </a:lnTo>
                  <a:lnTo>
                    <a:pt x="1173480" y="25908"/>
                  </a:lnTo>
                  <a:lnTo>
                    <a:pt x="1065276" y="12192"/>
                  </a:lnTo>
                  <a:lnTo>
                    <a:pt x="952500" y="3048"/>
                  </a:lnTo>
                  <a:lnTo>
                    <a:pt x="914400" y="1524"/>
                  </a:lnTo>
                  <a:lnTo>
                    <a:pt x="876300" y="1524"/>
                  </a:lnTo>
                  <a:lnTo>
                    <a:pt x="838200" y="0"/>
                  </a:lnTo>
                  <a:lnTo>
                    <a:pt x="723900" y="4572"/>
                  </a:lnTo>
                  <a:lnTo>
                    <a:pt x="685800" y="7620"/>
                  </a:lnTo>
                  <a:lnTo>
                    <a:pt x="574548" y="21336"/>
                  </a:lnTo>
                  <a:lnTo>
                    <a:pt x="502920" y="35052"/>
                  </a:lnTo>
                  <a:lnTo>
                    <a:pt x="467868" y="41148"/>
                  </a:lnTo>
                  <a:lnTo>
                    <a:pt x="432816" y="50292"/>
                  </a:lnTo>
                  <a:lnTo>
                    <a:pt x="399288" y="57912"/>
                  </a:lnTo>
                  <a:lnTo>
                    <a:pt x="367284" y="67056"/>
                  </a:lnTo>
                  <a:lnTo>
                    <a:pt x="274320" y="99060"/>
                  </a:lnTo>
                  <a:lnTo>
                    <a:pt x="192024" y="134112"/>
                  </a:lnTo>
                  <a:lnTo>
                    <a:pt x="121920" y="173736"/>
                  </a:lnTo>
                  <a:lnTo>
                    <a:pt x="102108" y="188976"/>
                  </a:lnTo>
                  <a:lnTo>
                    <a:pt x="82296" y="202692"/>
                  </a:lnTo>
                  <a:lnTo>
                    <a:pt x="48768" y="234696"/>
                  </a:lnTo>
                  <a:lnTo>
                    <a:pt x="22860" y="268224"/>
                  </a:lnTo>
                  <a:lnTo>
                    <a:pt x="6096" y="306324"/>
                  </a:lnTo>
                  <a:lnTo>
                    <a:pt x="1524" y="324612"/>
                  </a:lnTo>
                  <a:lnTo>
                    <a:pt x="1524" y="335280"/>
                  </a:lnTo>
                  <a:lnTo>
                    <a:pt x="0" y="341376"/>
                  </a:lnTo>
                  <a:lnTo>
                    <a:pt x="76200" y="344424"/>
                  </a:lnTo>
                  <a:lnTo>
                    <a:pt x="77724" y="338328"/>
                  </a:lnTo>
                  <a:lnTo>
                    <a:pt x="77724" y="333756"/>
                  </a:lnTo>
                  <a:lnTo>
                    <a:pt x="83820" y="315468"/>
                  </a:lnTo>
                  <a:lnTo>
                    <a:pt x="89916" y="304800"/>
                  </a:lnTo>
                  <a:lnTo>
                    <a:pt x="97536" y="294132"/>
                  </a:lnTo>
                  <a:lnTo>
                    <a:pt x="106680" y="283464"/>
                  </a:lnTo>
                  <a:lnTo>
                    <a:pt x="118872" y="272796"/>
                  </a:lnTo>
                  <a:lnTo>
                    <a:pt x="132588" y="260604"/>
                  </a:lnTo>
                  <a:lnTo>
                    <a:pt x="166116" y="236220"/>
                  </a:lnTo>
                  <a:lnTo>
                    <a:pt x="205740" y="213360"/>
                  </a:lnTo>
                  <a:lnTo>
                    <a:pt x="251460" y="190500"/>
                  </a:lnTo>
                  <a:lnTo>
                    <a:pt x="303276" y="169164"/>
                  </a:lnTo>
                  <a:lnTo>
                    <a:pt x="330708" y="160020"/>
                  </a:lnTo>
                  <a:lnTo>
                    <a:pt x="359664" y="149352"/>
                  </a:lnTo>
                  <a:lnTo>
                    <a:pt x="420624" y="131064"/>
                  </a:lnTo>
                  <a:lnTo>
                    <a:pt x="484632" y="115824"/>
                  </a:lnTo>
                  <a:lnTo>
                    <a:pt x="586740" y="96012"/>
                  </a:lnTo>
                  <a:lnTo>
                    <a:pt x="656844" y="86868"/>
                  </a:lnTo>
                  <a:lnTo>
                    <a:pt x="729996" y="80772"/>
                  </a:lnTo>
                  <a:lnTo>
                    <a:pt x="839724" y="76200"/>
                  </a:lnTo>
                  <a:lnTo>
                    <a:pt x="876300" y="77724"/>
                  </a:lnTo>
                  <a:lnTo>
                    <a:pt x="912876" y="77724"/>
                  </a:lnTo>
                  <a:lnTo>
                    <a:pt x="1092708" y="91440"/>
                  </a:lnTo>
                  <a:lnTo>
                    <a:pt x="1162812" y="100584"/>
                  </a:lnTo>
                  <a:lnTo>
                    <a:pt x="1292352" y="124968"/>
                  </a:lnTo>
                  <a:lnTo>
                    <a:pt x="1321308" y="132588"/>
                  </a:lnTo>
                  <a:lnTo>
                    <a:pt x="1351788" y="138684"/>
                  </a:lnTo>
                  <a:lnTo>
                    <a:pt x="1379220" y="146304"/>
                  </a:lnTo>
                  <a:lnTo>
                    <a:pt x="1405128" y="155448"/>
                  </a:lnTo>
                  <a:lnTo>
                    <a:pt x="1427645" y="162077"/>
                  </a:lnTo>
                  <a:lnTo>
                    <a:pt x="1430731" y="163982"/>
                  </a:lnTo>
                  <a:lnTo>
                    <a:pt x="1386840" y="222504"/>
                  </a:lnTo>
                  <a:lnTo>
                    <a:pt x="1638300" y="266700"/>
                  </a:lnTo>
                  <a:close/>
                </a:path>
                <a:path w="1676400" h="1143000">
                  <a:moveTo>
                    <a:pt x="1676400" y="801624"/>
                  </a:moveTo>
                  <a:lnTo>
                    <a:pt x="1600200" y="798576"/>
                  </a:lnTo>
                  <a:lnTo>
                    <a:pt x="1600200" y="810768"/>
                  </a:lnTo>
                  <a:lnTo>
                    <a:pt x="1594104" y="829056"/>
                  </a:lnTo>
                  <a:lnTo>
                    <a:pt x="1559052" y="871728"/>
                  </a:lnTo>
                  <a:lnTo>
                    <a:pt x="1511808" y="908304"/>
                  </a:lnTo>
                  <a:lnTo>
                    <a:pt x="1472184" y="931164"/>
                  </a:lnTo>
                  <a:lnTo>
                    <a:pt x="1426464" y="954024"/>
                  </a:lnTo>
                  <a:lnTo>
                    <a:pt x="1374648" y="975360"/>
                  </a:lnTo>
                  <a:lnTo>
                    <a:pt x="1347216" y="984504"/>
                  </a:lnTo>
                  <a:lnTo>
                    <a:pt x="1318260" y="995172"/>
                  </a:lnTo>
                  <a:lnTo>
                    <a:pt x="1287780" y="1004316"/>
                  </a:lnTo>
                  <a:lnTo>
                    <a:pt x="1257300" y="1011936"/>
                  </a:lnTo>
                  <a:lnTo>
                    <a:pt x="1225296" y="1021080"/>
                  </a:lnTo>
                  <a:lnTo>
                    <a:pt x="1193292" y="1028700"/>
                  </a:lnTo>
                  <a:lnTo>
                    <a:pt x="1159764" y="1036320"/>
                  </a:lnTo>
                  <a:lnTo>
                    <a:pt x="1126236" y="1042416"/>
                  </a:lnTo>
                  <a:lnTo>
                    <a:pt x="1091184" y="1046988"/>
                  </a:lnTo>
                  <a:lnTo>
                    <a:pt x="1056132" y="1053084"/>
                  </a:lnTo>
                  <a:lnTo>
                    <a:pt x="1021080" y="1057656"/>
                  </a:lnTo>
                  <a:lnTo>
                    <a:pt x="947928" y="1063752"/>
                  </a:lnTo>
                  <a:lnTo>
                    <a:pt x="874776" y="1066800"/>
                  </a:lnTo>
                  <a:lnTo>
                    <a:pt x="765048" y="1066800"/>
                  </a:lnTo>
                  <a:lnTo>
                    <a:pt x="585216" y="1053084"/>
                  </a:lnTo>
                  <a:lnTo>
                    <a:pt x="515112" y="1043940"/>
                  </a:lnTo>
                  <a:lnTo>
                    <a:pt x="385572" y="1019556"/>
                  </a:lnTo>
                  <a:lnTo>
                    <a:pt x="356616" y="1011936"/>
                  </a:lnTo>
                  <a:lnTo>
                    <a:pt x="326136" y="1005840"/>
                  </a:lnTo>
                  <a:lnTo>
                    <a:pt x="298704" y="996696"/>
                  </a:lnTo>
                  <a:lnTo>
                    <a:pt x="257251" y="984504"/>
                  </a:lnTo>
                  <a:lnTo>
                    <a:pt x="254800" y="983792"/>
                  </a:lnTo>
                  <a:lnTo>
                    <a:pt x="250825" y="981456"/>
                  </a:lnTo>
                  <a:lnTo>
                    <a:pt x="247281" y="979385"/>
                  </a:lnTo>
                  <a:lnTo>
                    <a:pt x="262737" y="958596"/>
                  </a:lnTo>
                  <a:lnTo>
                    <a:pt x="291084" y="920496"/>
                  </a:lnTo>
                  <a:lnTo>
                    <a:pt x="38100" y="876300"/>
                  </a:lnTo>
                  <a:lnTo>
                    <a:pt x="153924" y="1104900"/>
                  </a:lnTo>
                  <a:lnTo>
                    <a:pt x="201244" y="1041273"/>
                  </a:lnTo>
                  <a:lnTo>
                    <a:pt x="214884" y="1050036"/>
                  </a:lnTo>
                  <a:lnTo>
                    <a:pt x="220980" y="1053084"/>
                  </a:lnTo>
                  <a:lnTo>
                    <a:pt x="224028" y="1053084"/>
                  </a:lnTo>
                  <a:lnTo>
                    <a:pt x="249936" y="1062228"/>
                  </a:lnTo>
                  <a:lnTo>
                    <a:pt x="307848" y="1078992"/>
                  </a:lnTo>
                  <a:lnTo>
                    <a:pt x="370332" y="1094232"/>
                  </a:lnTo>
                  <a:lnTo>
                    <a:pt x="402336" y="1100328"/>
                  </a:lnTo>
                  <a:lnTo>
                    <a:pt x="435864" y="1107948"/>
                  </a:lnTo>
                  <a:lnTo>
                    <a:pt x="469392" y="1112520"/>
                  </a:lnTo>
                  <a:lnTo>
                    <a:pt x="504444" y="1118616"/>
                  </a:lnTo>
                  <a:lnTo>
                    <a:pt x="612648" y="1132332"/>
                  </a:lnTo>
                  <a:lnTo>
                    <a:pt x="725424" y="1141476"/>
                  </a:lnTo>
                  <a:lnTo>
                    <a:pt x="763524" y="1143000"/>
                  </a:lnTo>
                  <a:lnTo>
                    <a:pt x="877824" y="1143000"/>
                  </a:lnTo>
                  <a:lnTo>
                    <a:pt x="954024" y="1139952"/>
                  </a:lnTo>
                  <a:lnTo>
                    <a:pt x="992124" y="1136904"/>
                  </a:lnTo>
                  <a:lnTo>
                    <a:pt x="1103376" y="1123188"/>
                  </a:lnTo>
                  <a:lnTo>
                    <a:pt x="1175004" y="1109472"/>
                  </a:lnTo>
                  <a:lnTo>
                    <a:pt x="1210056" y="1103376"/>
                  </a:lnTo>
                  <a:lnTo>
                    <a:pt x="1245108" y="1094232"/>
                  </a:lnTo>
                  <a:lnTo>
                    <a:pt x="1278636" y="1086612"/>
                  </a:lnTo>
                  <a:lnTo>
                    <a:pt x="1310640" y="1077468"/>
                  </a:lnTo>
                  <a:lnTo>
                    <a:pt x="1403604" y="1045464"/>
                  </a:lnTo>
                  <a:lnTo>
                    <a:pt x="1458468" y="1022604"/>
                  </a:lnTo>
                  <a:lnTo>
                    <a:pt x="1533144" y="984504"/>
                  </a:lnTo>
                  <a:lnTo>
                    <a:pt x="1575816" y="955548"/>
                  </a:lnTo>
                  <a:lnTo>
                    <a:pt x="1595628" y="941832"/>
                  </a:lnTo>
                  <a:lnTo>
                    <a:pt x="1629156" y="909828"/>
                  </a:lnTo>
                  <a:lnTo>
                    <a:pt x="1655064" y="876300"/>
                  </a:lnTo>
                  <a:lnTo>
                    <a:pt x="1671828" y="838200"/>
                  </a:lnTo>
                  <a:lnTo>
                    <a:pt x="1676400" y="819912"/>
                  </a:lnTo>
                  <a:lnTo>
                    <a:pt x="1676400" y="801624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026475" y="1290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51" name="object 51"/>
          <p:cNvSpPr txBox="1"/>
          <p:nvPr/>
        </p:nvSpPr>
        <p:spPr>
          <a:xfrm>
            <a:off x="7968412" y="2357165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1159" y="37287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15731" y="29666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79787" y="2433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39559" y="24332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08572" y="3881013"/>
            <a:ext cx="26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011159" y="456681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550324" y="38810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147572" y="2782818"/>
          <a:ext cx="4495800" cy="1484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k=1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k=2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1310022" y="4489265"/>
            <a:ext cx="162687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3</a:t>
            </a:r>
            <a:endParaRPr sz="2600">
              <a:latin typeface="Microsoft Sans Serif"/>
              <a:cs typeface="Microsoft Sans Serif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1223772" y="4992618"/>
          <a:ext cx="4495800" cy="18547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k=1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k=2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k=3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4627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22402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224028" y="32003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0" y="0"/>
                  </a:moveTo>
                  <a:lnTo>
                    <a:pt x="224027" y="0"/>
                  </a:lnTo>
                  <a:lnTo>
                    <a:pt x="224027" y="32003"/>
                  </a:lnTo>
                  <a:lnTo>
                    <a:pt x="0" y="32003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8956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644652" y="80772"/>
                  </a:moveTo>
                  <a:lnTo>
                    <a:pt x="600122" y="93249"/>
                  </a:lnTo>
                  <a:lnTo>
                    <a:pt x="566737" y="128587"/>
                  </a:lnTo>
                  <a:lnTo>
                    <a:pt x="552259" y="172212"/>
                  </a:lnTo>
                  <a:lnTo>
                    <a:pt x="550164" y="199644"/>
                  </a:lnTo>
                  <a:lnTo>
                    <a:pt x="550473" y="213050"/>
                  </a:lnTo>
                  <a:lnTo>
                    <a:pt x="559736" y="259270"/>
                  </a:lnTo>
                  <a:lnTo>
                    <a:pt x="585406" y="297561"/>
                  </a:lnTo>
                  <a:lnTo>
                    <a:pt x="623577" y="314920"/>
                  </a:lnTo>
                  <a:lnTo>
                    <a:pt x="632460" y="315468"/>
                  </a:lnTo>
                  <a:lnTo>
                    <a:pt x="640080" y="315468"/>
                  </a:lnTo>
                  <a:lnTo>
                    <a:pt x="647700" y="313944"/>
                  </a:lnTo>
                  <a:lnTo>
                    <a:pt x="652272" y="312420"/>
                  </a:lnTo>
                  <a:lnTo>
                    <a:pt x="664464" y="309372"/>
                  </a:lnTo>
                  <a:lnTo>
                    <a:pt x="669036" y="306324"/>
                  </a:lnTo>
                  <a:lnTo>
                    <a:pt x="675132" y="304800"/>
                  </a:lnTo>
                  <a:lnTo>
                    <a:pt x="684276" y="298703"/>
                  </a:lnTo>
                  <a:lnTo>
                    <a:pt x="688848" y="294132"/>
                  </a:lnTo>
                  <a:lnTo>
                    <a:pt x="693420" y="291084"/>
                  </a:lnTo>
                  <a:lnTo>
                    <a:pt x="699516" y="286512"/>
                  </a:lnTo>
                  <a:lnTo>
                    <a:pt x="736092" y="286512"/>
                  </a:lnTo>
                  <a:lnTo>
                    <a:pt x="736092" y="278892"/>
                  </a:lnTo>
                  <a:lnTo>
                    <a:pt x="641604" y="278892"/>
                  </a:lnTo>
                  <a:lnTo>
                    <a:pt x="628769" y="277725"/>
                  </a:lnTo>
                  <a:lnTo>
                    <a:pt x="595979" y="246768"/>
                  </a:lnTo>
                  <a:lnTo>
                    <a:pt x="588264" y="198120"/>
                  </a:lnTo>
                  <a:lnTo>
                    <a:pt x="589383" y="178927"/>
                  </a:lnTo>
                  <a:lnTo>
                    <a:pt x="605028" y="135636"/>
                  </a:lnTo>
                  <a:lnTo>
                    <a:pt x="650748" y="114300"/>
                  </a:lnTo>
                  <a:lnTo>
                    <a:pt x="736092" y="114300"/>
                  </a:lnTo>
                  <a:lnTo>
                    <a:pt x="736092" y="96012"/>
                  </a:lnTo>
                  <a:lnTo>
                    <a:pt x="699516" y="96012"/>
                  </a:lnTo>
                  <a:lnTo>
                    <a:pt x="692681" y="91963"/>
                  </a:lnTo>
                  <a:lnTo>
                    <a:pt x="685990" y="88773"/>
                  </a:lnTo>
                  <a:lnTo>
                    <a:pt x="652391" y="81033"/>
                  </a:lnTo>
                  <a:lnTo>
                    <a:pt x="644652" y="80772"/>
                  </a:lnTo>
                  <a:close/>
                </a:path>
                <a:path w="736600" h="315594">
                  <a:moveTo>
                    <a:pt x="736092" y="286512"/>
                  </a:moveTo>
                  <a:lnTo>
                    <a:pt x="699516" y="286512"/>
                  </a:lnTo>
                  <a:lnTo>
                    <a:pt x="699516" y="307848"/>
                  </a:lnTo>
                  <a:lnTo>
                    <a:pt x="736092" y="307848"/>
                  </a:lnTo>
                  <a:lnTo>
                    <a:pt x="736092" y="286512"/>
                  </a:lnTo>
                  <a:close/>
                </a:path>
                <a:path w="736600" h="315594">
                  <a:moveTo>
                    <a:pt x="736092" y="114300"/>
                  </a:moveTo>
                  <a:lnTo>
                    <a:pt x="658368" y="114300"/>
                  </a:lnTo>
                  <a:lnTo>
                    <a:pt x="667512" y="115824"/>
                  </a:lnTo>
                  <a:lnTo>
                    <a:pt x="673608" y="117348"/>
                  </a:lnTo>
                  <a:lnTo>
                    <a:pt x="679584" y="118776"/>
                  </a:lnTo>
                  <a:lnTo>
                    <a:pt x="685990" y="120776"/>
                  </a:lnTo>
                  <a:lnTo>
                    <a:pt x="692681" y="123348"/>
                  </a:lnTo>
                  <a:lnTo>
                    <a:pt x="699516" y="126492"/>
                  </a:lnTo>
                  <a:lnTo>
                    <a:pt x="699516" y="254507"/>
                  </a:lnTo>
                  <a:lnTo>
                    <a:pt x="663463" y="275677"/>
                  </a:lnTo>
                  <a:lnTo>
                    <a:pt x="641604" y="278892"/>
                  </a:lnTo>
                  <a:lnTo>
                    <a:pt x="736092" y="278892"/>
                  </a:lnTo>
                  <a:lnTo>
                    <a:pt x="736092" y="114300"/>
                  </a:lnTo>
                  <a:close/>
                </a:path>
                <a:path w="736600" h="315594">
                  <a:moveTo>
                    <a:pt x="736092" y="0"/>
                  </a:moveTo>
                  <a:lnTo>
                    <a:pt x="699516" y="0"/>
                  </a:lnTo>
                  <a:lnTo>
                    <a:pt x="699516" y="96012"/>
                  </a:lnTo>
                  <a:lnTo>
                    <a:pt x="736092" y="96012"/>
                  </a:lnTo>
                  <a:lnTo>
                    <a:pt x="736092" y="0"/>
                  </a:lnTo>
                  <a:close/>
                </a:path>
                <a:path w="736600" h="315594">
                  <a:moveTo>
                    <a:pt x="283464" y="80772"/>
                  </a:moveTo>
                  <a:lnTo>
                    <a:pt x="243649" y="88582"/>
                  </a:lnTo>
                  <a:lnTo>
                    <a:pt x="211836" y="111251"/>
                  </a:lnTo>
                  <a:lnTo>
                    <a:pt x="191262" y="147828"/>
                  </a:lnTo>
                  <a:lnTo>
                    <a:pt x="184404" y="198120"/>
                  </a:lnTo>
                  <a:lnTo>
                    <a:pt x="186094" y="223242"/>
                  </a:lnTo>
                  <a:lnTo>
                    <a:pt x="199191" y="266057"/>
                  </a:lnTo>
                  <a:lnTo>
                    <a:pt x="225171" y="297465"/>
                  </a:lnTo>
                  <a:lnTo>
                    <a:pt x="261747" y="313467"/>
                  </a:lnTo>
                  <a:lnTo>
                    <a:pt x="283464" y="315468"/>
                  </a:lnTo>
                  <a:lnTo>
                    <a:pt x="304942" y="313467"/>
                  </a:lnTo>
                  <a:lnTo>
                    <a:pt x="323850" y="307467"/>
                  </a:lnTo>
                  <a:lnTo>
                    <a:pt x="340471" y="297465"/>
                  </a:lnTo>
                  <a:lnTo>
                    <a:pt x="355092" y="283463"/>
                  </a:lnTo>
                  <a:lnTo>
                    <a:pt x="356197" y="281939"/>
                  </a:lnTo>
                  <a:lnTo>
                    <a:pt x="283464" y="281939"/>
                  </a:lnTo>
                  <a:lnTo>
                    <a:pt x="269486" y="280749"/>
                  </a:lnTo>
                  <a:lnTo>
                    <a:pt x="232148" y="248912"/>
                  </a:lnTo>
                  <a:lnTo>
                    <a:pt x="222504" y="198120"/>
                  </a:lnTo>
                  <a:lnTo>
                    <a:pt x="223623" y="177831"/>
                  </a:lnTo>
                  <a:lnTo>
                    <a:pt x="239268" y="134112"/>
                  </a:lnTo>
                  <a:lnTo>
                    <a:pt x="283464" y="112775"/>
                  </a:lnTo>
                  <a:lnTo>
                    <a:pt x="356195" y="112775"/>
                  </a:lnTo>
                  <a:lnTo>
                    <a:pt x="355092" y="111251"/>
                  </a:lnTo>
                  <a:lnTo>
                    <a:pt x="340471" y="98131"/>
                  </a:lnTo>
                  <a:lnTo>
                    <a:pt x="323850" y="88582"/>
                  </a:lnTo>
                  <a:lnTo>
                    <a:pt x="304942" y="82748"/>
                  </a:lnTo>
                  <a:lnTo>
                    <a:pt x="283464" y="80772"/>
                  </a:lnTo>
                  <a:close/>
                </a:path>
                <a:path w="736600" h="315594">
                  <a:moveTo>
                    <a:pt x="356195" y="112775"/>
                  </a:moveTo>
                  <a:lnTo>
                    <a:pt x="283464" y="112775"/>
                  </a:lnTo>
                  <a:lnTo>
                    <a:pt x="297441" y="114180"/>
                  </a:lnTo>
                  <a:lnTo>
                    <a:pt x="309562" y="118300"/>
                  </a:lnTo>
                  <a:lnTo>
                    <a:pt x="340042" y="160401"/>
                  </a:lnTo>
                  <a:lnTo>
                    <a:pt x="344424" y="198120"/>
                  </a:lnTo>
                  <a:lnTo>
                    <a:pt x="343304" y="217550"/>
                  </a:lnTo>
                  <a:lnTo>
                    <a:pt x="327660" y="262127"/>
                  </a:lnTo>
                  <a:lnTo>
                    <a:pt x="283464" y="281939"/>
                  </a:lnTo>
                  <a:lnTo>
                    <a:pt x="356197" y="281939"/>
                  </a:lnTo>
                  <a:lnTo>
                    <a:pt x="367093" y="266914"/>
                  </a:lnTo>
                  <a:lnTo>
                    <a:pt x="375666" y="247078"/>
                  </a:lnTo>
                  <a:lnTo>
                    <a:pt x="380809" y="224099"/>
                  </a:lnTo>
                  <a:lnTo>
                    <a:pt x="382524" y="198120"/>
                  </a:lnTo>
                  <a:lnTo>
                    <a:pt x="380809" y="171259"/>
                  </a:lnTo>
                  <a:lnTo>
                    <a:pt x="375666" y="147828"/>
                  </a:lnTo>
                  <a:lnTo>
                    <a:pt x="367093" y="127825"/>
                  </a:lnTo>
                  <a:lnTo>
                    <a:pt x="356195" y="112775"/>
                  </a:lnTo>
                  <a:close/>
                </a:path>
                <a:path w="736600" h="315594">
                  <a:moveTo>
                    <a:pt x="458724" y="86868"/>
                  </a:moveTo>
                  <a:lnTo>
                    <a:pt x="420624" y="86868"/>
                  </a:lnTo>
                  <a:lnTo>
                    <a:pt x="420624" y="307848"/>
                  </a:lnTo>
                  <a:lnTo>
                    <a:pt x="458724" y="307848"/>
                  </a:lnTo>
                  <a:lnTo>
                    <a:pt x="458724" y="150875"/>
                  </a:lnTo>
                  <a:lnTo>
                    <a:pt x="465581" y="144565"/>
                  </a:lnTo>
                  <a:lnTo>
                    <a:pt x="501396" y="126301"/>
                  </a:lnTo>
                  <a:lnTo>
                    <a:pt x="516636" y="124968"/>
                  </a:lnTo>
                  <a:lnTo>
                    <a:pt x="537972" y="124968"/>
                  </a:lnTo>
                  <a:lnTo>
                    <a:pt x="537972" y="118872"/>
                  </a:lnTo>
                  <a:lnTo>
                    <a:pt x="458724" y="118872"/>
                  </a:lnTo>
                  <a:lnTo>
                    <a:pt x="458724" y="86868"/>
                  </a:lnTo>
                  <a:close/>
                </a:path>
                <a:path w="736600" h="315594">
                  <a:moveTo>
                    <a:pt x="537972" y="124968"/>
                  </a:moveTo>
                  <a:lnTo>
                    <a:pt x="530352" y="124968"/>
                  </a:lnTo>
                  <a:lnTo>
                    <a:pt x="533400" y="126492"/>
                  </a:lnTo>
                  <a:lnTo>
                    <a:pt x="537972" y="126492"/>
                  </a:lnTo>
                  <a:lnTo>
                    <a:pt x="537972" y="124968"/>
                  </a:lnTo>
                  <a:close/>
                </a:path>
                <a:path w="736600" h="315594">
                  <a:moveTo>
                    <a:pt x="536448" y="86868"/>
                  </a:moveTo>
                  <a:lnTo>
                    <a:pt x="522732" y="86868"/>
                  </a:lnTo>
                  <a:lnTo>
                    <a:pt x="515850" y="87201"/>
                  </a:lnTo>
                  <a:lnTo>
                    <a:pt x="477393" y="104394"/>
                  </a:lnTo>
                  <a:lnTo>
                    <a:pt x="458724" y="118872"/>
                  </a:lnTo>
                  <a:lnTo>
                    <a:pt x="537972" y="118872"/>
                  </a:lnTo>
                  <a:lnTo>
                    <a:pt x="537972" y="88392"/>
                  </a:lnTo>
                  <a:lnTo>
                    <a:pt x="536448" y="86868"/>
                  </a:lnTo>
                  <a:close/>
                </a:path>
                <a:path w="736600" h="315594">
                  <a:moveTo>
                    <a:pt x="176784" y="12192"/>
                  </a:moveTo>
                  <a:lnTo>
                    <a:pt x="0" y="12192"/>
                  </a:lnTo>
                  <a:lnTo>
                    <a:pt x="0" y="307848"/>
                  </a:lnTo>
                  <a:lnTo>
                    <a:pt x="39624" y="307848"/>
                  </a:lnTo>
                  <a:lnTo>
                    <a:pt x="39624" y="166116"/>
                  </a:lnTo>
                  <a:lnTo>
                    <a:pt x="172212" y="166116"/>
                  </a:lnTo>
                  <a:lnTo>
                    <a:pt x="172212" y="131064"/>
                  </a:lnTo>
                  <a:lnTo>
                    <a:pt x="39624" y="131064"/>
                  </a:lnTo>
                  <a:lnTo>
                    <a:pt x="39624" y="47244"/>
                  </a:lnTo>
                  <a:lnTo>
                    <a:pt x="176784" y="47244"/>
                  </a:lnTo>
                  <a:lnTo>
                    <a:pt x="176784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5" y="886962"/>
              <a:ext cx="129539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1459" y="894582"/>
              <a:ext cx="121920" cy="169545"/>
            </a:xfrm>
            <a:custGeom>
              <a:avLst/>
              <a:gdLst/>
              <a:ahLst/>
              <a:cxnLst/>
              <a:rect l="l" t="t" r="r" b="b"/>
              <a:pathLst>
                <a:path w="121920" h="169544">
                  <a:moveTo>
                    <a:pt x="60959" y="0"/>
                  </a:moveTo>
                  <a:lnTo>
                    <a:pt x="24741" y="12215"/>
                  </a:lnTo>
                  <a:lnTo>
                    <a:pt x="4381" y="47624"/>
                  </a:lnTo>
                  <a:lnTo>
                    <a:pt x="0" y="85343"/>
                  </a:lnTo>
                  <a:lnTo>
                    <a:pt x="1119" y="104751"/>
                  </a:lnTo>
                  <a:lnTo>
                    <a:pt x="16763" y="147827"/>
                  </a:lnTo>
                  <a:lnTo>
                    <a:pt x="60959" y="169163"/>
                  </a:lnTo>
                  <a:lnTo>
                    <a:pt x="74723" y="167997"/>
                  </a:lnTo>
                  <a:lnTo>
                    <a:pt x="112275" y="136778"/>
                  </a:lnTo>
                  <a:lnTo>
                    <a:pt x="121919" y="85343"/>
                  </a:lnTo>
                  <a:lnTo>
                    <a:pt x="120800" y="65055"/>
                  </a:lnTo>
                  <a:lnTo>
                    <a:pt x="105155" y="21335"/>
                  </a:lnTo>
                  <a:lnTo>
                    <a:pt x="6095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859530"/>
              <a:ext cx="135635" cy="239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38955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283463" y="80771"/>
                  </a:moveTo>
                  <a:lnTo>
                    <a:pt x="323849" y="88582"/>
                  </a:lnTo>
                  <a:lnTo>
                    <a:pt x="355091" y="111251"/>
                  </a:lnTo>
                  <a:lnTo>
                    <a:pt x="375665" y="147827"/>
                  </a:lnTo>
                  <a:lnTo>
                    <a:pt x="382523" y="198119"/>
                  </a:lnTo>
                  <a:lnTo>
                    <a:pt x="380809" y="224099"/>
                  </a:lnTo>
                  <a:lnTo>
                    <a:pt x="367093" y="266914"/>
                  </a:lnTo>
                  <a:lnTo>
                    <a:pt x="340471" y="297465"/>
                  </a:lnTo>
                  <a:lnTo>
                    <a:pt x="304942" y="313467"/>
                  </a:lnTo>
                  <a:lnTo>
                    <a:pt x="283463" y="315467"/>
                  </a:lnTo>
                  <a:lnTo>
                    <a:pt x="261746" y="313467"/>
                  </a:lnTo>
                  <a:lnTo>
                    <a:pt x="225170" y="297465"/>
                  </a:lnTo>
                  <a:lnTo>
                    <a:pt x="199191" y="266057"/>
                  </a:lnTo>
                  <a:lnTo>
                    <a:pt x="186094" y="223242"/>
                  </a:lnTo>
                  <a:lnTo>
                    <a:pt x="184403" y="198119"/>
                  </a:lnTo>
                  <a:lnTo>
                    <a:pt x="186118" y="171259"/>
                  </a:lnTo>
                  <a:lnTo>
                    <a:pt x="199834" y="127825"/>
                  </a:lnTo>
                  <a:lnTo>
                    <a:pt x="226671" y="98131"/>
                  </a:lnTo>
                  <a:lnTo>
                    <a:pt x="262628" y="82748"/>
                  </a:lnTo>
                  <a:lnTo>
                    <a:pt x="283463" y="80771"/>
                  </a:lnTo>
                  <a:close/>
                </a:path>
                <a:path w="736600" h="315594">
                  <a:moveTo>
                    <a:pt x="0" y="12191"/>
                  </a:moveTo>
                  <a:lnTo>
                    <a:pt x="176783" y="12191"/>
                  </a:lnTo>
                  <a:lnTo>
                    <a:pt x="176783" y="47243"/>
                  </a:lnTo>
                  <a:lnTo>
                    <a:pt x="39623" y="47243"/>
                  </a:lnTo>
                  <a:lnTo>
                    <a:pt x="39623" y="131063"/>
                  </a:lnTo>
                  <a:lnTo>
                    <a:pt x="172211" y="131063"/>
                  </a:lnTo>
                  <a:lnTo>
                    <a:pt x="172211" y="166115"/>
                  </a:lnTo>
                  <a:lnTo>
                    <a:pt x="39623" y="166115"/>
                  </a:lnTo>
                  <a:lnTo>
                    <a:pt x="39623" y="307847"/>
                  </a:lnTo>
                  <a:lnTo>
                    <a:pt x="0" y="307847"/>
                  </a:lnTo>
                  <a:lnTo>
                    <a:pt x="0" y="12191"/>
                  </a:lnTo>
                  <a:close/>
                </a:path>
                <a:path w="736600" h="315594">
                  <a:moveTo>
                    <a:pt x="699515" y="0"/>
                  </a:moveTo>
                  <a:lnTo>
                    <a:pt x="736091" y="0"/>
                  </a:lnTo>
                  <a:lnTo>
                    <a:pt x="736091" y="307847"/>
                  </a:lnTo>
                  <a:lnTo>
                    <a:pt x="699515" y="307847"/>
                  </a:lnTo>
                  <a:lnTo>
                    <a:pt x="699515" y="286511"/>
                  </a:lnTo>
                  <a:lnTo>
                    <a:pt x="693419" y="291083"/>
                  </a:lnTo>
                  <a:lnTo>
                    <a:pt x="688847" y="294131"/>
                  </a:lnTo>
                  <a:lnTo>
                    <a:pt x="684275" y="298703"/>
                  </a:lnTo>
                  <a:lnTo>
                    <a:pt x="679703" y="301751"/>
                  </a:lnTo>
                  <a:lnTo>
                    <a:pt x="675131" y="304799"/>
                  </a:lnTo>
                  <a:lnTo>
                    <a:pt x="669035" y="306323"/>
                  </a:lnTo>
                  <a:lnTo>
                    <a:pt x="664463" y="309371"/>
                  </a:lnTo>
                  <a:lnTo>
                    <a:pt x="658367" y="310895"/>
                  </a:lnTo>
                  <a:lnTo>
                    <a:pt x="652271" y="312419"/>
                  </a:lnTo>
                  <a:lnTo>
                    <a:pt x="647699" y="313943"/>
                  </a:lnTo>
                  <a:lnTo>
                    <a:pt x="640079" y="315467"/>
                  </a:lnTo>
                  <a:lnTo>
                    <a:pt x="632459" y="315467"/>
                  </a:lnTo>
                  <a:lnTo>
                    <a:pt x="592097" y="302990"/>
                  </a:lnTo>
                  <a:lnTo>
                    <a:pt x="563498" y="268985"/>
                  </a:lnTo>
                  <a:lnTo>
                    <a:pt x="551497" y="225742"/>
                  </a:lnTo>
                  <a:lnTo>
                    <a:pt x="550163" y="199643"/>
                  </a:lnTo>
                  <a:lnTo>
                    <a:pt x="550711" y="185356"/>
                  </a:lnTo>
                  <a:lnTo>
                    <a:pt x="561760" y="138469"/>
                  </a:lnTo>
                  <a:lnTo>
                    <a:pt x="585358" y="104679"/>
                  </a:lnTo>
                  <a:lnTo>
                    <a:pt x="625792" y="82867"/>
                  </a:lnTo>
                  <a:lnTo>
                    <a:pt x="644651" y="80771"/>
                  </a:lnTo>
                  <a:lnTo>
                    <a:pt x="652391" y="81033"/>
                  </a:lnTo>
                  <a:lnTo>
                    <a:pt x="692681" y="91963"/>
                  </a:lnTo>
                  <a:lnTo>
                    <a:pt x="699515" y="96011"/>
                  </a:lnTo>
                  <a:lnTo>
                    <a:pt x="69951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10162" y="1442674"/>
            <a:ext cx="1524635" cy="13519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Với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4</a:t>
            </a:r>
            <a:endParaRPr sz="2400">
              <a:latin typeface="Microsoft Sans Serif"/>
              <a:cs typeface="Microsoft Sans Serif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Với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5</a:t>
            </a:r>
            <a:endParaRPr sz="2400">
              <a:latin typeface="Microsoft Sans Serif"/>
              <a:cs typeface="Microsoft Sans Serif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Với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6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014971" y="1944618"/>
            <a:ext cx="547370" cy="547370"/>
            <a:chOff x="7014971" y="1944618"/>
            <a:chExt cx="547370" cy="547370"/>
          </a:xfrm>
        </p:grpSpPr>
        <p:sp>
          <p:nvSpPr>
            <p:cNvPr id="24" name="object 24"/>
            <p:cNvSpPr/>
            <p:nvPr/>
          </p:nvSpPr>
          <p:spPr>
            <a:xfrm>
              <a:off x="7021067" y="19507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14971" y="19446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26375" y="20599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615171" y="1868418"/>
            <a:ext cx="547370" cy="547370"/>
            <a:chOff x="8615171" y="1868418"/>
            <a:chExt cx="547370" cy="547370"/>
          </a:xfrm>
        </p:grpSpPr>
        <p:sp>
          <p:nvSpPr>
            <p:cNvPr id="28" name="object 28"/>
            <p:cNvSpPr/>
            <p:nvPr/>
          </p:nvSpPr>
          <p:spPr>
            <a:xfrm>
              <a:off x="8621267" y="1874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15171" y="1868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811259" y="198363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2971" y="3011418"/>
            <a:ext cx="547370" cy="547370"/>
            <a:chOff x="6252971" y="3011418"/>
            <a:chExt cx="547370" cy="547370"/>
          </a:xfrm>
        </p:grpSpPr>
        <p:sp>
          <p:nvSpPr>
            <p:cNvPr id="32" name="object 32"/>
            <p:cNvSpPr/>
            <p:nvPr/>
          </p:nvSpPr>
          <p:spPr>
            <a:xfrm>
              <a:off x="6259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2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39"/>
                  </a:lnTo>
                  <a:lnTo>
                    <a:pt x="6095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2" y="513588"/>
                  </a:lnTo>
                  <a:lnTo>
                    <a:pt x="128015" y="489203"/>
                  </a:lnTo>
                  <a:lnTo>
                    <a:pt x="89915" y="457200"/>
                  </a:lnTo>
                  <a:lnTo>
                    <a:pt x="57912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5" y="300227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2" y="128015"/>
                  </a:lnTo>
                  <a:lnTo>
                    <a:pt x="89915" y="89915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220979" y="18287"/>
                  </a:lnTo>
                  <a:lnTo>
                    <a:pt x="234695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50507" y="312663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00971" y="3011418"/>
            <a:ext cx="547370" cy="547370"/>
            <a:chOff x="9300971" y="3011418"/>
            <a:chExt cx="547370" cy="547370"/>
          </a:xfrm>
        </p:grpSpPr>
        <p:sp>
          <p:nvSpPr>
            <p:cNvPr id="36" name="object 36"/>
            <p:cNvSpPr/>
            <p:nvPr/>
          </p:nvSpPr>
          <p:spPr>
            <a:xfrm>
              <a:off x="9307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300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97059" y="31266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91171" y="4306818"/>
            <a:ext cx="547370" cy="547370"/>
            <a:chOff x="7091171" y="4306818"/>
            <a:chExt cx="547370" cy="547370"/>
          </a:xfrm>
        </p:grpSpPr>
        <p:sp>
          <p:nvSpPr>
            <p:cNvPr id="40" name="object 40"/>
            <p:cNvSpPr/>
            <p:nvPr/>
          </p:nvSpPr>
          <p:spPr>
            <a:xfrm>
              <a:off x="7097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91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291755" y="442210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15171" y="4306818"/>
            <a:ext cx="547370" cy="547370"/>
            <a:chOff x="8615171" y="4306818"/>
            <a:chExt cx="547370" cy="547370"/>
          </a:xfrm>
        </p:grpSpPr>
        <p:sp>
          <p:nvSpPr>
            <p:cNvPr id="44" name="object 44"/>
            <p:cNvSpPr/>
            <p:nvPr/>
          </p:nvSpPr>
          <p:spPr>
            <a:xfrm>
              <a:off x="8621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15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811259" y="44221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512052" y="1607814"/>
            <a:ext cx="3061970" cy="3031490"/>
            <a:chOff x="6512052" y="1607814"/>
            <a:chExt cx="3061970" cy="3031490"/>
          </a:xfrm>
        </p:grpSpPr>
        <p:sp>
          <p:nvSpPr>
            <p:cNvPr id="48" name="object 48"/>
            <p:cNvSpPr/>
            <p:nvPr/>
          </p:nvSpPr>
          <p:spPr>
            <a:xfrm>
              <a:off x="6512052" y="2319522"/>
              <a:ext cx="3061970" cy="2319655"/>
            </a:xfrm>
            <a:custGeom>
              <a:avLst/>
              <a:gdLst/>
              <a:ahLst/>
              <a:cxnLst/>
              <a:rect l="l" t="t" r="r" b="b"/>
              <a:pathLst>
                <a:path w="3061970" h="2319654">
                  <a:moveTo>
                    <a:pt x="601980" y="100584"/>
                  </a:moveTo>
                  <a:lnTo>
                    <a:pt x="574548" y="74676"/>
                  </a:lnTo>
                  <a:lnTo>
                    <a:pt x="78333" y="602081"/>
                  </a:lnTo>
                  <a:lnTo>
                    <a:pt x="50292" y="576072"/>
                  </a:lnTo>
                  <a:lnTo>
                    <a:pt x="13716" y="697992"/>
                  </a:lnTo>
                  <a:lnTo>
                    <a:pt x="134112" y="653796"/>
                  </a:lnTo>
                  <a:lnTo>
                    <a:pt x="120954" y="641604"/>
                  </a:lnTo>
                  <a:lnTo>
                    <a:pt x="106006" y="627748"/>
                  </a:lnTo>
                  <a:lnTo>
                    <a:pt x="601980" y="100584"/>
                  </a:lnTo>
                  <a:close/>
                </a:path>
                <a:path w="3061970" h="2319654">
                  <a:moveTo>
                    <a:pt x="664464" y="2072640"/>
                  </a:moveTo>
                  <a:lnTo>
                    <a:pt x="652119" y="2008632"/>
                  </a:lnTo>
                  <a:lnTo>
                    <a:pt x="640080" y="1946148"/>
                  </a:lnTo>
                  <a:lnTo>
                    <a:pt x="608406" y="1970430"/>
                  </a:lnTo>
                  <a:lnTo>
                    <a:pt x="28943" y="1220724"/>
                  </a:lnTo>
                  <a:lnTo>
                    <a:pt x="0" y="1243584"/>
                  </a:lnTo>
                  <a:lnTo>
                    <a:pt x="579132" y="1992884"/>
                  </a:lnTo>
                  <a:lnTo>
                    <a:pt x="548640" y="2016252"/>
                  </a:lnTo>
                  <a:lnTo>
                    <a:pt x="664464" y="2072640"/>
                  </a:lnTo>
                  <a:close/>
                </a:path>
                <a:path w="3061970" h="2319654">
                  <a:moveTo>
                    <a:pt x="2072144" y="2281428"/>
                  </a:moveTo>
                  <a:lnTo>
                    <a:pt x="2014728" y="2281428"/>
                  </a:lnTo>
                  <a:lnTo>
                    <a:pt x="1995424" y="2281428"/>
                  </a:lnTo>
                  <a:lnTo>
                    <a:pt x="1994916" y="2319528"/>
                  </a:lnTo>
                  <a:lnTo>
                    <a:pt x="2072144" y="2281428"/>
                  </a:lnTo>
                  <a:close/>
                </a:path>
                <a:path w="3061970" h="2319654">
                  <a:moveTo>
                    <a:pt x="2109216" y="2263140"/>
                  </a:moveTo>
                  <a:lnTo>
                    <a:pt x="1996440" y="2205228"/>
                  </a:lnTo>
                  <a:lnTo>
                    <a:pt x="1995932" y="2243302"/>
                  </a:lnTo>
                  <a:lnTo>
                    <a:pt x="1118616" y="2241804"/>
                  </a:lnTo>
                  <a:lnTo>
                    <a:pt x="1118616" y="2279904"/>
                  </a:lnTo>
                  <a:lnTo>
                    <a:pt x="1995424" y="2281402"/>
                  </a:lnTo>
                  <a:lnTo>
                    <a:pt x="2014728" y="2281428"/>
                  </a:lnTo>
                  <a:lnTo>
                    <a:pt x="2072208" y="2281402"/>
                  </a:lnTo>
                  <a:lnTo>
                    <a:pt x="2109216" y="2263140"/>
                  </a:lnTo>
                  <a:close/>
                </a:path>
                <a:path w="3061970" h="2319654">
                  <a:moveTo>
                    <a:pt x="2188464" y="2072640"/>
                  </a:moveTo>
                  <a:lnTo>
                    <a:pt x="2170099" y="2049780"/>
                  </a:lnTo>
                  <a:lnTo>
                    <a:pt x="2107692" y="1972056"/>
                  </a:lnTo>
                  <a:lnTo>
                    <a:pt x="2091880" y="2006727"/>
                  </a:lnTo>
                  <a:lnTo>
                    <a:pt x="210312" y="1136904"/>
                  </a:lnTo>
                  <a:lnTo>
                    <a:pt x="195072" y="1171956"/>
                  </a:lnTo>
                  <a:lnTo>
                    <a:pt x="2076030" y="2041499"/>
                  </a:lnTo>
                  <a:lnTo>
                    <a:pt x="2060448" y="2075688"/>
                  </a:lnTo>
                  <a:lnTo>
                    <a:pt x="2188464" y="2072640"/>
                  </a:lnTo>
                  <a:close/>
                </a:path>
                <a:path w="3061970" h="2319654">
                  <a:moveTo>
                    <a:pt x="2795016" y="967740"/>
                  </a:moveTo>
                  <a:lnTo>
                    <a:pt x="2680716" y="909828"/>
                  </a:lnTo>
                  <a:lnTo>
                    <a:pt x="2680716" y="947928"/>
                  </a:lnTo>
                  <a:lnTo>
                    <a:pt x="280416" y="946404"/>
                  </a:lnTo>
                  <a:lnTo>
                    <a:pt x="280416" y="984504"/>
                  </a:lnTo>
                  <a:lnTo>
                    <a:pt x="2680716" y="986028"/>
                  </a:lnTo>
                  <a:lnTo>
                    <a:pt x="2680716" y="1024128"/>
                  </a:lnTo>
                  <a:lnTo>
                    <a:pt x="2757944" y="986028"/>
                  </a:lnTo>
                  <a:lnTo>
                    <a:pt x="2795016" y="967740"/>
                  </a:lnTo>
                  <a:close/>
                </a:path>
                <a:path w="3061970" h="2319654">
                  <a:moveTo>
                    <a:pt x="3061716" y="1231392"/>
                  </a:moveTo>
                  <a:lnTo>
                    <a:pt x="2955036" y="1301496"/>
                  </a:lnTo>
                  <a:lnTo>
                    <a:pt x="2988056" y="1320812"/>
                  </a:lnTo>
                  <a:lnTo>
                    <a:pt x="2548128" y="2061972"/>
                  </a:lnTo>
                  <a:lnTo>
                    <a:pt x="2581656" y="2081784"/>
                  </a:lnTo>
                  <a:lnTo>
                    <a:pt x="3020568" y="1339811"/>
                  </a:lnTo>
                  <a:lnTo>
                    <a:pt x="3054096" y="1359408"/>
                  </a:lnTo>
                  <a:lnTo>
                    <a:pt x="3057360" y="1304544"/>
                  </a:lnTo>
                  <a:lnTo>
                    <a:pt x="3061716" y="1231392"/>
                  </a:lnTo>
                  <a:close/>
                </a:path>
                <a:path w="3061970" h="2319654">
                  <a:moveTo>
                    <a:pt x="3061716" y="697992"/>
                  </a:moveTo>
                  <a:lnTo>
                    <a:pt x="3051314" y="632460"/>
                  </a:lnTo>
                  <a:lnTo>
                    <a:pt x="3041904" y="573024"/>
                  </a:lnTo>
                  <a:lnTo>
                    <a:pt x="3011474" y="594969"/>
                  </a:lnTo>
                  <a:lnTo>
                    <a:pt x="2580132" y="0"/>
                  </a:lnTo>
                  <a:lnTo>
                    <a:pt x="2549652" y="22860"/>
                  </a:lnTo>
                  <a:lnTo>
                    <a:pt x="2980575" y="617258"/>
                  </a:lnTo>
                  <a:lnTo>
                    <a:pt x="2948940" y="640080"/>
                  </a:lnTo>
                  <a:lnTo>
                    <a:pt x="3061716" y="69799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49668" y="1607814"/>
              <a:ext cx="1676400" cy="1143000"/>
            </a:xfrm>
            <a:custGeom>
              <a:avLst/>
              <a:gdLst/>
              <a:ahLst/>
              <a:cxnLst/>
              <a:rect l="l" t="t" r="r" b="b"/>
              <a:pathLst>
                <a:path w="1676400" h="1143000">
                  <a:moveTo>
                    <a:pt x="1638300" y="266700"/>
                  </a:moveTo>
                  <a:lnTo>
                    <a:pt x="1597634" y="185928"/>
                  </a:lnTo>
                  <a:lnTo>
                    <a:pt x="1524000" y="39624"/>
                  </a:lnTo>
                  <a:lnTo>
                    <a:pt x="1476400" y="103085"/>
                  </a:lnTo>
                  <a:lnTo>
                    <a:pt x="1463040" y="94488"/>
                  </a:lnTo>
                  <a:lnTo>
                    <a:pt x="1453896" y="89916"/>
                  </a:lnTo>
                  <a:lnTo>
                    <a:pt x="1427988" y="82296"/>
                  </a:lnTo>
                  <a:lnTo>
                    <a:pt x="1408684" y="76200"/>
                  </a:lnTo>
                  <a:lnTo>
                    <a:pt x="1370076" y="65532"/>
                  </a:lnTo>
                  <a:lnTo>
                    <a:pt x="1307592" y="50292"/>
                  </a:lnTo>
                  <a:lnTo>
                    <a:pt x="1275588" y="44196"/>
                  </a:lnTo>
                  <a:lnTo>
                    <a:pt x="1242060" y="36576"/>
                  </a:lnTo>
                  <a:lnTo>
                    <a:pt x="1173480" y="25908"/>
                  </a:lnTo>
                  <a:lnTo>
                    <a:pt x="1065276" y="12192"/>
                  </a:lnTo>
                  <a:lnTo>
                    <a:pt x="952500" y="3048"/>
                  </a:lnTo>
                  <a:lnTo>
                    <a:pt x="914400" y="1524"/>
                  </a:lnTo>
                  <a:lnTo>
                    <a:pt x="876300" y="1524"/>
                  </a:lnTo>
                  <a:lnTo>
                    <a:pt x="838200" y="0"/>
                  </a:lnTo>
                  <a:lnTo>
                    <a:pt x="723900" y="4572"/>
                  </a:lnTo>
                  <a:lnTo>
                    <a:pt x="685800" y="7620"/>
                  </a:lnTo>
                  <a:lnTo>
                    <a:pt x="574548" y="21336"/>
                  </a:lnTo>
                  <a:lnTo>
                    <a:pt x="502920" y="35052"/>
                  </a:lnTo>
                  <a:lnTo>
                    <a:pt x="467868" y="41148"/>
                  </a:lnTo>
                  <a:lnTo>
                    <a:pt x="432816" y="50292"/>
                  </a:lnTo>
                  <a:lnTo>
                    <a:pt x="399288" y="57912"/>
                  </a:lnTo>
                  <a:lnTo>
                    <a:pt x="367284" y="67056"/>
                  </a:lnTo>
                  <a:lnTo>
                    <a:pt x="274320" y="99060"/>
                  </a:lnTo>
                  <a:lnTo>
                    <a:pt x="192024" y="134112"/>
                  </a:lnTo>
                  <a:lnTo>
                    <a:pt x="121920" y="173736"/>
                  </a:lnTo>
                  <a:lnTo>
                    <a:pt x="102108" y="188976"/>
                  </a:lnTo>
                  <a:lnTo>
                    <a:pt x="82296" y="202692"/>
                  </a:lnTo>
                  <a:lnTo>
                    <a:pt x="48768" y="234696"/>
                  </a:lnTo>
                  <a:lnTo>
                    <a:pt x="22860" y="268224"/>
                  </a:lnTo>
                  <a:lnTo>
                    <a:pt x="6096" y="306324"/>
                  </a:lnTo>
                  <a:lnTo>
                    <a:pt x="1524" y="324612"/>
                  </a:lnTo>
                  <a:lnTo>
                    <a:pt x="1524" y="335280"/>
                  </a:lnTo>
                  <a:lnTo>
                    <a:pt x="0" y="341376"/>
                  </a:lnTo>
                  <a:lnTo>
                    <a:pt x="76200" y="344424"/>
                  </a:lnTo>
                  <a:lnTo>
                    <a:pt x="77724" y="338328"/>
                  </a:lnTo>
                  <a:lnTo>
                    <a:pt x="77724" y="333756"/>
                  </a:lnTo>
                  <a:lnTo>
                    <a:pt x="83820" y="315468"/>
                  </a:lnTo>
                  <a:lnTo>
                    <a:pt x="89916" y="304800"/>
                  </a:lnTo>
                  <a:lnTo>
                    <a:pt x="97536" y="294132"/>
                  </a:lnTo>
                  <a:lnTo>
                    <a:pt x="106680" y="283464"/>
                  </a:lnTo>
                  <a:lnTo>
                    <a:pt x="118872" y="272796"/>
                  </a:lnTo>
                  <a:lnTo>
                    <a:pt x="132588" y="260604"/>
                  </a:lnTo>
                  <a:lnTo>
                    <a:pt x="166116" y="236220"/>
                  </a:lnTo>
                  <a:lnTo>
                    <a:pt x="205740" y="213360"/>
                  </a:lnTo>
                  <a:lnTo>
                    <a:pt x="251460" y="190500"/>
                  </a:lnTo>
                  <a:lnTo>
                    <a:pt x="303276" y="169164"/>
                  </a:lnTo>
                  <a:lnTo>
                    <a:pt x="330708" y="160020"/>
                  </a:lnTo>
                  <a:lnTo>
                    <a:pt x="359664" y="149352"/>
                  </a:lnTo>
                  <a:lnTo>
                    <a:pt x="420624" y="131064"/>
                  </a:lnTo>
                  <a:lnTo>
                    <a:pt x="484632" y="115824"/>
                  </a:lnTo>
                  <a:lnTo>
                    <a:pt x="586740" y="96012"/>
                  </a:lnTo>
                  <a:lnTo>
                    <a:pt x="656844" y="86868"/>
                  </a:lnTo>
                  <a:lnTo>
                    <a:pt x="729996" y="80772"/>
                  </a:lnTo>
                  <a:lnTo>
                    <a:pt x="839724" y="76200"/>
                  </a:lnTo>
                  <a:lnTo>
                    <a:pt x="876300" y="77724"/>
                  </a:lnTo>
                  <a:lnTo>
                    <a:pt x="912876" y="77724"/>
                  </a:lnTo>
                  <a:lnTo>
                    <a:pt x="1092708" y="91440"/>
                  </a:lnTo>
                  <a:lnTo>
                    <a:pt x="1162812" y="100584"/>
                  </a:lnTo>
                  <a:lnTo>
                    <a:pt x="1292352" y="124968"/>
                  </a:lnTo>
                  <a:lnTo>
                    <a:pt x="1321308" y="132588"/>
                  </a:lnTo>
                  <a:lnTo>
                    <a:pt x="1351788" y="138684"/>
                  </a:lnTo>
                  <a:lnTo>
                    <a:pt x="1379220" y="146304"/>
                  </a:lnTo>
                  <a:lnTo>
                    <a:pt x="1405128" y="155448"/>
                  </a:lnTo>
                  <a:lnTo>
                    <a:pt x="1427645" y="162077"/>
                  </a:lnTo>
                  <a:lnTo>
                    <a:pt x="1430731" y="163982"/>
                  </a:lnTo>
                  <a:lnTo>
                    <a:pt x="1386840" y="222504"/>
                  </a:lnTo>
                  <a:lnTo>
                    <a:pt x="1638300" y="266700"/>
                  </a:lnTo>
                  <a:close/>
                </a:path>
                <a:path w="1676400" h="1143000">
                  <a:moveTo>
                    <a:pt x="1676400" y="801624"/>
                  </a:moveTo>
                  <a:lnTo>
                    <a:pt x="1600200" y="798576"/>
                  </a:lnTo>
                  <a:lnTo>
                    <a:pt x="1600200" y="810768"/>
                  </a:lnTo>
                  <a:lnTo>
                    <a:pt x="1594104" y="829056"/>
                  </a:lnTo>
                  <a:lnTo>
                    <a:pt x="1559052" y="871728"/>
                  </a:lnTo>
                  <a:lnTo>
                    <a:pt x="1511808" y="908304"/>
                  </a:lnTo>
                  <a:lnTo>
                    <a:pt x="1472184" y="931164"/>
                  </a:lnTo>
                  <a:lnTo>
                    <a:pt x="1426464" y="954024"/>
                  </a:lnTo>
                  <a:lnTo>
                    <a:pt x="1374648" y="975360"/>
                  </a:lnTo>
                  <a:lnTo>
                    <a:pt x="1347216" y="984504"/>
                  </a:lnTo>
                  <a:lnTo>
                    <a:pt x="1318260" y="995172"/>
                  </a:lnTo>
                  <a:lnTo>
                    <a:pt x="1287780" y="1004316"/>
                  </a:lnTo>
                  <a:lnTo>
                    <a:pt x="1257300" y="1011936"/>
                  </a:lnTo>
                  <a:lnTo>
                    <a:pt x="1225296" y="1021080"/>
                  </a:lnTo>
                  <a:lnTo>
                    <a:pt x="1193292" y="1028700"/>
                  </a:lnTo>
                  <a:lnTo>
                    <a:pt x="1159764" y="1036320"/>
                  </a:lnTo>
                  <a:lnTo>
                    <a:pt x="1126236" y="1042416"/>
                  </a:lnTo>
                  <a:lnTo>
                    <a:pt x="1091184" y="1046988"/>
                  </a:lnTo>
                  <a:lnTo>
                    <a:pt x="1056132" y="1053084"/>
                  </a:lnTo>
                  <a:lnTo>
                    <a:pt x="1021080" y="1057656"/>
                  </a:lnTo>
                  <a:lnTo>
                    <a:pt x="947928" y="1063752"/>
                  </a:lnTo>
                  <a:lnTo>
                    <a:pt x="874776" y="1066800"/>
                  </a:lnTo>
                  <a:lnTo>
                    <a:pt x="765048" y="1066800"/>
                  </a:lnTo>
                  <a:lnTo>
                    <a:pt x="585216" y="1053084"/>
                  </a:lnTo>
                  <a:lnTo>
                    <a:pt x="515112" y="1043940"/>
                  </a:lnTo>
                  <a:lnTo>
                    <a:pt x="385572" y="1019556"/>
                  </a:lnTo>
                  <a:lnTo>
                    <a:pt x="356616" y="1011936"/>
                  </a:lnTo>
                  <a:lnTo>
                    <a:pt x="326136" y="1005840"/>
                  </a:lnTo>
                  <a:lnTo>
                    <a:pt x="298704" y="996696"/>
                  </a:lnTo>
                  <a:lnTo>
                    <a:pt x="257251" y="984504"/>
                  </a:lnTo>
                  <a:lnTo>
                    <a:pt x="254800" y="983792"/>
                  </a:lnTo>
                  <a:lnTo>
                    <a:pt x="250825" y="981456"/>
                  </a:lnTo>
                  <a:lnTo>
                    <a:pt x="247281" y="979385"/>
                  </a:lnTo>
                  <a:lnTo>
                    <a:pt x="262737" y="958596"/>
                  </a:lnTo>
                  <a:lnTo>
                    <a:pt x="291084" y="920496"/>
                  </a:lnTo>
                  <a:lnTo>
                    <a:pt x="38100" y="876300"/>
                  </a:lnTo>
                  <a:lnTo>
                    <a:pt x="153924" y="1104900"/>
                  </a:lnTo>
                  <a:lnTo>
                    <a:pt x="201244" y="1041273"/>
                  </a:lnTo>
                  <a:lnTo>
                    <a:pt x="214884" y="1050036"/>
                  </a:lnTo>
                  <a:lnTo>
                    <a:pt x="220980" y="1053084"/>
                  </a:lnTo>
                  <a:lnTo>
                    <a:pt x="224028" y="1053084"/>
                  </a:lnTo>
                  <a:lnTo>
                    <a:pt x="249936" y="1062228"/>
                  </a:lnTo>
                  <a:lnTo>
                    <a:pt x="307848" y="1078992"/>
                  </a:lnTo>
                  <a:lnTo>
                    <a:pt x="370332" y="1094232"/>
                  </a:lnTo>
                  <a:lnTo>
                    <a:pt x="402336" y="1100328"/>
                  </a:lnTo>
                  <a:lnTo>
                    <a:pt x="435864" y="1107948"/>
                  </a:lnTo>
                  <a:lnTo>
                    <a:pt x="469392" y="1112520"/>
                  </a:lnTo>
                  <a:lnTo>
                    <a:pt x="504444" y="1118616"/>
                  </a:lnTo>
                  <a:lnTo>
                    <a:pt x="612648" y="1132332"/>
                  </a:lnTo>
                  <a:lnTo>
                    <a:pt x="725424" y="1141476"/>
                  </a:lnTo>
                  <a:lnTo>
                    <a:pt x="763524" y="1143000"/>
                  </a:lnTo>
                  <a:lnTo>
                    <a:pt x="877824" y="1143000"/>
                  </a:lnTo>
                  <a:lnTo>
                    <a:pt x="954024" y="1139952"/>
                  </a:lnTo>
                  <a:lnTo>
                    <a:pt x="992124" y="1136904"/>
                  </a:lnTo>
                  <a:lnTo>
                    <a:pt x="1103376" y="1123188"/>
                  </a:lnTo>
                  <a:lnTo>
                    <a:pt x="1175004" y="1109472"/>
                  </a:lnTo>
                  <a:lnTo>
                    <a:pt x="1210056" y="1103376"/>
                  </a:lnTo>
                  <a:lnTo>
                    <a:pt x="1245108" y="1094232"/>
                  </a:lnTo>
                  <a:lnTo>
                    <a:pt x="1278636" y="1086612"/>
                  </a:lnTo>
                  <a:lnTo>
                    <a:pt x="1310640" y="1077468"/>
                  </a:lnTo>
                  <a:lnTo>
                    <a:pt x="1403604" y="1045464"/>
                  </a:lnTo>
                  <a:lnTo>
                    <a:pt x="1458468" y="1022604"/>
                  </a:lnTo>
                  <a:lnTo>
                    <a:pt x="1533144" y="984504"/>
                  </a:lnTo>
                  <a:lnTo>
                    <a:pt x="1575816" y="955548"/>
                  </a:lnTo>
                  <a:lnTo>
                    <a:pt x="1595628" y="941832"/>
                  </a:lnTo>
                  <a:lnTo>
                    <a:pt x="1629156" y="909828"/>
                  </a:lnTo>
                  <a:lnTo>
                    <a:pt x="1655064" y="876300"/>
                  </a:lnTo>
                  <a:lnTo>
                    <a:pt x="1671828" y="838200"/>
                  </a:lnTo>
                  <a:lnTo>
                    <a:pt x="1676400" y="819912"/>
                  </a:lnTo>
                  <a:lnTo>
                    <a:pt x="1676400" y="801624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026475" y="1290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51" name="object 51"/>
          <p:cNvSpPr txBox="1"/>
          <p:nvPr/>
        </p:nvSpPr>
        <p:spPr>
          <a:xfrm>
            <a:off x="7968412" y="2357165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1159" y="37287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15731" y="29666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79787" y="2433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39559" y="24332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08572" y="3881013"/>
            <a:ext cx="26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011159" y="456681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550324" y="38810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147572" y="3148578"/>
          <a:ext cx="4495800" cy="2967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k=1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k=2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k=3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k=5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k=6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4627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22402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224028" y="32003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0" y="0"/>
                  </a:moveTo>
                  <a:lnTo>
                    <a:pt x="224027" y="0"/>
                  </a:lnTo>
                  <a:lnTo>
                    <a:pt x="224027" y="32003"/>
                  </a:lnTo>
                  <a:lnTo>
                    <a:pt x="0" y="32003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8956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644652" y="80772"/>
                  </a:moveTo>
                  <a:lnTo>
                    <a:pt x="600122" y="93249"/>
                  </a:lnTo>
                  <a:lnTo>
                    <a:pt x="566737" y="128587"/>
                  </a:lnTo>
                  <a:lnTo>
                    <a:pt x="552259" y="172212"/>
                  </a:lnTo>
                  <a:lnTo>
                    <a:pt x="550164" y="199644"/>
                  </a:lnTo>
                  <a:lnTo>
                    <a:pt x="550473" y="213050"/>
                  </a:lnTo>
                  <a:lnTo>
                    <a:pt x="559736" y="259270"/>
                  </a:lnTo>
                  <a:lnTo>
                    <a:pt x="585406" y="297561"/>
                  </a:lnTo>
                  <a:lnTo>
                    <a:pt x="623577" y="314920"/>
                  </a:lnTo>
                  <a:lnTo>
                    <a:pt x="632460" y="315468"/>
                  </a:lnTo>
                  <a:lnTo>
                    <a:pt x="640080" y="315468"/>
                  </a:lnTo>
                  <a:lnTo>
                    <a:pt x="647700" y="313944"/>
                  </a:lnTo>
                  <a:lnTo>
                    <a:pt x="652272" y="312420"/>
                  </a:lnTo>
                  <a:lnTo>
                    <a:pt x="664464" y="309372"/>
                  </a:lnTo>
                  <a:lnTo>
                    <a:pt x="669036" y="306324"/>
                  </a:lnTo>
                  <a:lnTo>
                    <a:pt x="675132" y="304800"/>
                  </a:lnTo>
                  <a:lnTo>
                    <a:pt x="684276" y="298703"/>
                  </a:lnTo>
                  <a:lnTo>
                    <a:pt x="688848" y="294132"/>
                  </a:lnTo>
                  <a:lnTo>
                    <a:pt x="693420" y="291084"/>
                  </a:lnTo>
                  <a:lnTo>
                    <a:pt x="699516" y="286512"/>
                  </a:lnTo>
                  <a:lnTo>
                    <a:pt x="736092" y="286512"/>
                  </a:lnTo>
                  <a:lnTo>
                    <a:pt x="736092" y="278892"/>
                  </a:lnTo>
                  <a:lnTo>
                    <a:pt x="641604" y="278892"/>
                  </a:lnTo>
                  <a:lnTo>
                    <a:pt x="628769" y="277725"/>
                  </a:lnTo>
                  <a:lnTo>
                    <a:pt x="595979" y="246768"/>
                  </a:lnTo>
                  <a:lnTo>
                    <a:pt x="588264" y="198120"/>
                  </a:lnTo>
                  <a:lnTo>
                    <a:pt x="589383" y="178927"/>
                  </a:lnTo>
                  <a:lnTo>
                    <a:pt x="605028" y="135636"/>
                  </a:lnTo>
                  <a:lnTo>
                    <a:pt x="650748" y="114300"/>
                  </a:lnTo>
                  <a:lnTo>
                    <a:pt x="736092" y="114300"/>
                  </a:lnTo>
                  <a:lnTo>
                    <a:pt x="736092" y="96012"/>
                  </a:lnTo>
                  <a:lnTo>
                    <a:pt x="699516" y="96012"/>
                  </a:lnTo>
                  <a:lnTo>
                    <a:pt x="692681" y="91963"/>
                  </a:lnTo>
                  <a:lnTo>
                    <a:pt x="685990" y="88773"/>
                  </a:lnTo>
                  <a:lnTo>
                    <a:pt x="652391" y="81033"/>
                  </a:lnTo>
                  <a:lnTo>
                    <a:pt x="644652" y="80772"/>
                  </a:lnTo>
                  <a:close/>
                </a:path>
                <a:path w="736600" h="315594">
                  <a:moveTo>
                    <a:pt x="736092" y="286512"/>
                  </a:moveTo>
                  <a:lnTo>
                    <a:pt x="699516" y="286512"/>
                  </a:lnTo>
                  <a:lnTo>
                    <a:pt x="699516" y="307848"/>
                  </a:lnTo>
                  <a:lnTo>
                    <a:pt x="736092" y="307848"/>
                  </a:lnTo>
                  <a:lnTo>
                    <a:pt x="736092" y="286512"/>
                  </a:lnTo>
                  <a:close/>
                </a:path>
                <a:path w="736600" h="315594">
                  <a:moveTo>
                    <a:pt x="736092" y="114300"/>
                  </a:moveTo>
                  <a:lnTo>
                    <a:pt x="658368" y="114300"/>
                  </a:lnTo>
                  <a:lnTo>
                    <a:pt x="667512" y="115824"/>
                  </a:lnTo>
                  <a:lnTo>
                    <a:pt x="673608" y="117348"/>
                  </a:lnTo>
                  <a:lnTo>
                    <a:pt x="679584" y="118776"/>
                  </a:lnTo>
                  <a:lnTo>
                    <a:pt x="685990" y="120776"/>
                  </a:lnTo>
                  <a:lnTo>
                    <a:pt x="692681" y="123348"/>
                  </a:lnTo>
                  <a:lnTo>
                    <a:pt x="699516" y="126492"/>
                  </a:lnTo>
                  <a:lnTo>
                    <a:pt x="699516" y="254507"/>
                  </a:lnTo>
                  <a:lnTo>
                    <a:pt x="663463" y="275677"/>
                  </a:lnTo>
                  <a:lnTo>
                    <a:pt x="641604" y="278892"/>
                  </a:lnTo>
                  <a:lnTo>
                    <a:pt x="736092" y="278892"/>
                  </a:lnTo>
                  <a:lnTo>
                    <a:pt x="736092" y="114300"/>
                  </a:lnTo>
                  <a:close/>
                </a:path>
                <a:path w="736600" h="315594">
                  <a:moveTo>
                    <a:pt x="736092" y="0"/>
                  </a:moveTo>
                  <a:lnTo>
                    <a:pt x="699516" y="0"/>
                  </a:lnTo>
                  <a:lnTo>
                    <a:pt x="699516" y="96012"/>
                  </a:lnTo>
                  <a:lnTo>
                    <a:pt x="736092" y="96012"/>
                  </a:lnTo>
                  <a:lnTo>
                    <a:pt x="736092" y="0"/>
                  </a:lnTo>
                  <a:close/>
                </a:path>
                <a:path w="736600" h="315594">
                  <a:moveTo>
                    <a:pt x="283464" y="80772"/>
                  </a:moveTo>
                  <a:lnTo>
                    <a:pt x="243649" y="88582"/>
                  </a:lnTo>
                  <a:lnTo>
                    <a:pt x="211836" y="111251"/>
                  </a:lnTo>
                  <a:lnTo>
                    <a:pt x="191262" y="147828"/>
                  </a:lnTo>
                  <a:lnTo>
                    <a:pt x="184404" y="198120"/>
                  </a:lnTo>
                  <a:lnTo>
                    <a:pt x="186094" y="223242"/>
                  </a:lnTo>
                  <a:lnTo>
                    <a:pt x="199191" y="266057"/>
                  </a:lnTo>
                  <a:lnTo>
                    <a:pt x="225171" y="297465"/>
                  </a:lnTo>
                  <a:lnTo>
                    <a:pt x="261747" y="313467"/>
                  </a:lnTo>
                  <a:lnTo>
                    <a:pt x="283464" y="315468"/>
                  </a:lnTo>
                  <a:lnTo>
                    <a:pt x="304942" y="313467"/>
                  </a:lnTo>
                  <a:lnTo>
                    <a:pt x="323850" y="307467"/>
                  </a:lnTo>
                  <a:lnTo>
                    <a:pt x="340471" y="297465"/>
                  </a:lnTo>
                  <a:lnTo>
                    <a:pt x="355092" y="283463"/>
                  </a:lnTo>
                  <a:lnTo>
                    <a:pt x="356197" y="281939"/>
                  </a:lnTo>
                  <a:lnTo>
                    <a:pt x="283464" y="281939"/>
                  </a:lnTo>
                  <a:lnTo>
                    <a:pt x="269486" y="280749"/>
                  </a:lnTo>
                  <a:lnTo>
                    <a:pt x="232148" y="248912"/>
                  </a:lnTo>
                  <a:lnTo>
                    <a:pt x="222504" y="198120"/>
                  </a:lnTo>
                  <a:lnTo>
                    <a:pt x="223623" y="177831"/>
                  </a:lnTo>
                  <a:lnTo>
                    <a:pt x="239268" y="134112"/>
                  </a:lnTo>
                  <a:lnTo>
                    <a:pt x="283464" y="112775"/>
                  </a:lnTo>
                  <a:lnTo>
                    <a:pt x="356195" y="112775"/>
                  </a:lnTo>
                  <a:lnTo>
                    <a:pt x="355092" y="111251"/>
                  </a:lnTo>
                  <a:lnTo>
                    <a:pt x="340471" y="98131"/>
                  </a:lnTo>
                  <a:lnTo>
                    <a:pt x="323850" y="88582"/>
                  </a:lnTo>
                  <a:lnTo>
                    <a:pt x="304942" y="82748"/>
                  </a:lnTo>
                  <a:lnTo>
                    <a:pt x="283464" y="80772"/>
                  </a:lnTo>
                  <a:close/>
                </a:path>
                <a:path w="736600" h="315594">
                  <a:moveTo>
                    <a:pt x="356195" y="112775"/>
                  </a:moveTo>
                  <a:lnTo>
                    <a:pt x="283464" y="112775"/>
                  </a:lnTo>
                  <a:lnTo>
                    <a:pt x="297441" y="114180"/>
                  </a:lnTo>
                  <a:lnTo>
                    <a:pt x="309562" y="118300"/>
                  </a:lnTo>
                  <a:lnTo>
                    <a:pt x="340042" y="160401"/>
                  </a:lnTo>
                  <a:lnTo>
                    <a:pt x="344424" y="198120"/>
                  </a:lnTo>
                  <a:lnTo>
                    <a:pt x="343304" y="217550"/>
                  </a:lnTo>
                  <a:lnTo>
                    <a:pt x="327660" y="262127"/>
                  </a:lnTo>
                  <a:lnTo>
                    <a:pt x="283464" y="281939"/>
                  </a:lnTo>
                  <a:lnTo>
                    <a:pt x="356197" y="281939"/>
                  </a:lnTo>
                  <a:lnTo>
                    <a:pt x="367093" y="266914"/>
                  </a:lnTo>
                  <a:lnTo>
                    <a:pt x="375666" y="247078"/>
                  </a:lnTo>
                  <a:lnTo>
                    <a:pt x="380809" y="224099"/>
                  </a:lnTo>
                  <a:lnTo>
                    <a:pt x="382524" y="198120"/>
                  </a:lnTo>
                  <a:lnTo>
                    <a:pt x="380809" y="171259"/>
                  </a:lnTo>
                  <a:lnTo>
                    <a:pt x="375666" y="147828"/>
                  </a:lnTo>
                  <a:lnTo>
                    <a:pt x="367093" y="127825"/>
                  </a:lnTo>
                  <a:lnTo>
                    <a:pt x="356195" y="112775"/>
                  </a:lnTo>
                  <a:close/>
                </a:path>
                <a:path w="736600" h="315594">
                  <a:moveTo>
                    <a:pt x="458724" y="86868"/>
                  </a:moveTo>
                  <a:lnTo>
                    <a:pt x="420624" y="86868"/>
                  </a:lnTo>
                  <a:lnTo>
                    <a:pt x="420624" y="307848"/>
                  </a:lnTo>
                  <a:lnTo>
                    <a:pt x="458724" y="307848"/>
                  </a:lnTo>
                  <a:lnTo>
                    <a:pt x="458724" y="150875"/>
                  </a:lnTo>
                  <a:lnTo>
                    <a:pt x="465581" y="144565"/>
                  </a:lnTo>
                  <a:lnTo>
                    <a:pt x="501396" y="126301"/>
                  </a:lnTo>
                  <a:lnTo>
                    <a:pt x="516636" y="124968"/>
                  </a:lnTo>
                  <a:lnTo>
                    <a:pt x="537972" y="124968"/>
                  </a:lnTo>
                  <a:lnTo>
                    <a:pt x="537972" y="118872"/>
                  </a:lnTo>
                  <a:lnTo>
                    <a:pt x="458724" y="118872"/>
                  </a:lnTo>
                  <a:lnTo>
                    <a:pt x="458724" y="86868"/>
                  </a:lnTo>
                  <a:close/>
                </a:path>
                <a:path w="736600" h="315594">
                  <a:moveTo>
                    <a:pt x="537972" y="124968"/>
                  </a:moveTo>
                  <a:lnTo>
                    <a:pt x="530352" y="124968"/>
                  </a:lnTo>
                  <a:lnTo>
                    <a:pt x="533400" y="126492"/>
                  </a:lnTo>
                  <a:lnTo>
                    <a:pt x="537972" y="126492"/>
                  </a:lnTo>
                  <a:lnTo>
                    <a:pt x="537972" y="124968"/>
                  </a:lnTo>
                  <a:close/>
                </a:path>
                <a:path w="736600" h="315594">
                  <a:moveTo>
                    <a:pt x="536448" y="86868"/>
                  </a:moveTo>
                  <a:lnTo>
                    <a:pt x="522732" y="86868"/>
                  </a:lnTo>
                  <a:lnTo>
                    <a:pt x="515850" y="87201"/>
                  </a:lnTo>
                  <a:lnTo>
                    <a:pt x="477393" y="104394"/>
                  </a:lnTo>
                  <a:lnTo>
                    <a:pt x="458724" y="118872"/>
                  </a:lnTo>
                  <a:lnTo>
                    <a:pt x="537972" y="118872"/>
                  </a:lnTo>
                  <a:lnTo>
                    <a:pt x="537972" y="88392"/>
                  </a:lnTo>
                  <a:lnTo>
                    <a:pt x="536448" y="86868"/>
                  </a:lnTo>
                  <a:close/>
                </a:path>
                <a:path w="736600" h="315594">
                  <a:moveTo>
                    <a:pt x="176784" y="12192"/>
                  </a:moveTo>
                  <a:lnTo>
                    <a:pt x="0" y="12192"/>
                  </a:lnTo>
                  <a:lnTo>
                    <a:pt x="0" y="307848"/>
                  </a:lnTo>
                  <a:lnTo>
                    <a:pt x="39624" y="307848"/>
                  </a:lnTo>
                  <a:lnTo>
                    <a:pt x="39624" y="166116"/>
                  </a:lnTo>
                  <a:lnTo>
                    <a:pt x="172212" y="166116"/>
                  </a:lnTo>
                  <a:lnTo>
                    <a:pt x="172212" y="131064"/>
                  </a:lnTo>
                  <a:lnTo>
                    <a:pt x="39624" y="131064"/>
                  </a:lnTo>
                  <a:lnTo>
                    <a:pt x="39624" y="47244"/>
                  </a:lnTo>
                  <a:lnTo>
                    <a:pt x="176784" y="47244"/>
                  </a:lnTo>
                  <a:lnTo>
                    <a:pt x="176784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5" y="886962"/>
              <a:ext cx="129539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1459" y="894582"/>
              <a:ext cx="121920" cy="169545"/>
            </a:xfrm>
            <a:custGeom>
              <a:avLst/>
              <a:gdLst/>
              <a:ahLst/>
              <a:cxnLst/>
              <a:rect l="l" t="t" r="r" b="b"/>
              <a:pathLst>
                <a:path w="121920" h="169544">
                  <a:moveTo>
                    <a:pt x="60959" y="0"/>
                  </a:moveTo>
                  <a:lnTo>
                    <a:pt x="24741" y="12215"/>
                  </a:lnTo>
                  <a:lnTo>
                    <a:pt x="4381" y="47624"/>
                  </a:lnTo>
                  <a:lnTo>
                    <a:pt x="0" y="85343"/>
                  </a:lnTo>
                  <a:lnTo>
                    <a:pt x="1119" y="104751"/>
                  </a:lnTo>
                  <a:lnTo>
                    <a:pt x="16763" y="147827"/>
                  </a:lnTo>
                  <a:lnTo>
                    <a:pt x="60959" y="169163"/>
                  </a:lnTo>
                  <a:lnTo>
                    <a:pt x="74723" y="167997"/>
                  </a:lnTo>
                  <a:lnTo>
                    <a:pt x="112275" y="136778"/>
                  </a:lnTo>
                  <a:lnTo>
                    <a:pt x="121919" y="85343"/>
                  </a:lnTo>
                  <a:lnTo>
                    <a:pt x="120800" y="65055"/>
                  </a:lnTo>
                  <a:lnTo>
                    <a:pt x="105155" y="21335"/>
                  </a:lnTo>
                  <a:lnTo>
                    <a:pt x="6095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859530"/>
              <a:ext cx="135635" cy="239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38955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283463" y="80771"/>
                  </a:moveTo>
                  <a:lnTo>
                    <a:pt x="323849" y="88582"/>
                  </a:lnTo>
                  <a:lnTo>
                    <a:pt x="355091" y="111251"/>
                  </a:lnTo>
                  <a:lnTo>
                    <a:pt x="375665" y="147827"/>
                  </a:lnTo>
                  <a:lnTo>
                    <a:pt x="382523" y="198119"/>
                  </a:lnTo>
                  <a:lnTo>
                    <a:pt x="380809" y="224099"/>
                  </a:lnTo>
                  <a:lnTo>
                    <a:pt x="367093" y="266914"/>
                  </a:lnTo>
                  <a:lnTo>
                    <a:pt x="340471" y="297465"/>
                  </a:lnTo>
                  <a:lnTo>
                    <a:pt x="304942" y="313467"/>
                  </a:lnTo>
                  <a:lnTo>
                    <a:pt x="283463" y="315467"/>
                  </a:lnTo>
                  <a:lnTo>
                    <a:pt x="261746" y="313467"/>
                  </a:lnTo>
                  <a:lnTo>
                    <a:pt x="225170" y="297465"/>
                  </a:lnTo>
                  <a:lnTo>
                    <a:pt x="199191" y="266057"/>
                  </a:lnTo>
                  <a:lnTo>
                    <a:pt x="186094" y="223242"/>
                  </a:lnTo>
                  <a:lnTo>
                    <a:pt x="184403" y="198119"/>
                  </a:lnTo>
                  <a:lnTo>
                    <a:pt x="186118" y="171259"/>
                  </a:lnTo>
                  <a:lnTo>
                    <a:pt x="199834" y="127825"/>
                  </a:lnTo>
                  <a:lnTo>
                    <a:pt x="226671" y="98131"/>
                  </a:lnTo>
                  <a:lnTo>
                    <a:pt x="262628" y="82748"/>
                  </a:lnTo>
                  <a:lnTo>
                    <a:pt x="283463" y="80771"/>
                  </a:lnTo>
                  <a:close/>
                </a:path>
                <a:path w="736600" h="315594">
                  <a:moveTo>
                    <a:pt x="0" y="12191"/>
                  </a:moveTo>
                  <a:lnTo>
                    <a:pt x="176783" y="12191"/>
                  </a:lnTo>
                  <a:lnTo>
                    <a:pt x="176783" y="47243"/>
                  </a:lnTo>
                  <a:lnTo>
                    <a:pt x="39623" y="47243"/>
                  </a:lnTo>
                  <a:lnTo>
                    <a:pt x="39623" y="131063"/>
                  </a:lnTo>
                  <a:lnTo>
                    <a:pt x="172211" y="131063"/>
                  </a:lnTo>
                  <a:lnTo>
                    <a:pt x="172211" y="166115"/>
                  </a:lnTo>
                  <a:lnTo>
                    <a:pt x="39623" y="166115"/>
                  </a:lnTo>
                  <a:lnTo>
                    <a:pt x="39623" y="307847"/>
                  </a:lnTo>
                  <a:lnTo>
                    <a:pt x="0" y="307847"/>
                  </a:lnTo>
                  <a:lnTo>
                    <a:pt x="0" y="12191"/>
                  </a:lnTo>
                  <a:close/>
                </a:path>
                <a:path w="736600" h="315594">
                  <a:moveTo>
                    <a:pt x="699515" y="0"/>
                  </a:moveTo>
                  <a:lnTo>
                    <a:pt x="736091" y="0"/>
                  </a:lnTo>
                  <a:lnTo>
                    <a:pt x="736091" y="307847"/>
                  </a:lnTo>
                  <a:lnTo>
                    <a:pt x="699515" y="307847"/>
                  </a:lnTo>
                  <a:lnTo>
                    <a:pt x="699515" y="286511"/>
                  </a:lnTo>
                  <a:lnTo>
                    <a:pt x="693419" y="291083"/>
                  </a:lnTo>
                  <a:lnTo>
                    <a:pt x="688847" y="294131"/>
                  </a:lnTo>
                  <a:lnTo>
                    <a:pt x="684275" y="298703"/>
                  </a:lnTo>
                  <a:lnTo>
                    <a:pt x="679703" y="301751"/>
                  </a:lnTo>
                  <a:lnTo>
                    <a:pt x="675131" y="304799"/>
                  </a:lnTo>
                  <a:lnTo>
                    <a:pt x="669035" y="306323"/>
                  </a:lnTo>
                  <a:lnTo>
                    <a:pt x="664463" y="309371"/>
                  </a:lnTo>
                  <a:lnTo>
                    <a:pt x="658367" y="310895"/>
                  </a:lnTo>
                  <a:lnTo>
                    <a:pt x="652271" y="312419"/>
                  </a:lnTo>
                  <a:lnTo>
                    <a:pt x="647699" y="313943"/>
                  </a:lnTo>
                  <a:lnTo>
                    <a:pt x="640079" y="315467"/>
                  </a:lnTo>
                  <a:lnTo>
                    <a:pt x="632459" y="315467"/>
                  </a:lnTo>
                  <a:lnTo>
                    <a:pt x="592097" y="302990"/>
                  </a:lnTo>
                  <a:lnTo>
                    <a:pt x="563498" y="268985"/>
                  </a:lnTo>
                  <a:lnTo>
                    <a:pt x="551497" y="225742"/>
                  </a:lnTo>
                  <a:lnTo>
                    <a:pt x="550163" y="199643"/>
                  </a:lnTo>
                  <a:lnTo>
                    <a:pt x="550711" y="185356"/>
                  </a:lnTo>
                  <a:lnTo>
                    <a:pt x="561760" y="138469"/>
                  </a:lnTo>
                  <a:lnTo>
                    <a:pt x="585358" y="104679"/>
                  </a:lnTo>
                  <a:lnTo>
                    <a:pt x="625792" y="82867"/>
                  </a:lnTo>
                  <a:lnTo>
                    <a:pt x="644651" y="80771"/>
                  </a:lnTo>
                  <a:lnTo>
                    <a:pt x="652391" y="81033"/>
                  </a:lnTo>
                  <a:lnTo>
                    <a:pt x="692681" y="91963"/>
                  </a:lnTo>
                  <a:lnTo>
                    <a:pt x="699515" y="96011"/>
                  </a:lnTo>
                  <a:lnTo>
                    <a:pt x="69951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10162" y="1518904"/>
            <a:ext cx="45358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416"/>
              <a:buFont typeface="PMingLiU-ExtB"/>
              <a:buChar char="⚫"/>
              <a:tabLst>
                <a:tab pos="286385" algn="l"/>
                <a:tab pos="287020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Trường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hợp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khởi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đầu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 </a:t>
            </a:r>
            <a:r>
              <a:rPr sz="2400" spc="-10" dirty="0">
                <a:latin typeface="Microsoft Sans Serif"/>
                <a:cs typeface="Microsoft Sans Serif"/>
              </a:rPr>
              <a:t>đỉnh </a:t>
            </a:r>
            <a:r>
              <a:rPr sz="2400" spc="-5" dirty="0">
                <a:latin typeface="Microsoft Sans Serif"/>
                <a:cs typeface="Microsoft Sans Serif"/>
              </a:rPr>
              <a:t>3, thuật </a:t>
            </a:r>
            <a:r>
              <a:rPr sz="2400" dirty="0">
                <a:latin typeface="Microsoft Sans Serif"/>
                <a:cs typeface="Microsoft Sans Serif"/>
              </a:rPr>
              <a:t>toán </a:t>
            </a:r>
            <a:r>
              <a:rPr sz="2400" spc="60" dirty="0">
                <a:latin typeface="Microsoft Sans Serif"/>
                <a:cs typeface="Microsoft Sans Serif"/>
              </a:rPr>
              <a:t>dừng </a:t>
            </a:r>
            <a:r>
              <a:rPr sz="2400" dirty="0">
                <a:latin typeface="Microsoft Sans Serif"/>
                <a:cs typeface="Microsoft Sans Serif"/>
              </a:rPr>
              <a:t>và 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cho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biết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mỗi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còn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lại 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hay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không.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Các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số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trong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ngoặc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giá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trị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đỉnh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trước</a:t>
            </a:r>
            <a:r>
              <a:rPr sz="2400" i="1" spc="8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014971" y="1944618"/>
            <a:ext cx="547370" cy="547370"/>
            <a:chOff x="7014971" y="1944618"/>
            <a:chExt cx="547370" cy="547370"/>
          </a:xfrm>
        </p:grpSpPr>
        <p:sp>
          <p:nvSpPr>
            <p:cNvPr id="24" name="object 24"/>
            <p:cNvSpPr/>
            <p:nvPr/>
          </p:nvSpPr>
          <p:spPr>
            <a:xfrm>
              <a:off x="7021067" y="19507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14971" y="19446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26375" y="20599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615171" y="1868418"/>
            <a:ext cx="547370" cy="547370"/>
            <a:chOff x="8615171" y="1868418"/>
            <a:chExt cx="547370" cy="547370"/>
          </a:xfrm>
        </p:grpSpPr>
        <p:sp>
          <p:nvSpPr>
            <p:cNvPr id="28" name="object 28"/>
            <p:cNvSpPr/>
            <p:nvPr/>
          </p:nvSpPr>
          <p:spPr>
            <a:xfrm>
              <a:off x="8621267" y="1874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15171" y="1868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69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69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69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811259" y="198363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2971" y="3011418"/>
            <a:ext cx="547370" cy="547370"/>
            <a:chOff x="6252971" y="3011418"/>
            <a:chExt cx="547370" cy="547370"/>
          </a:xfrm>
        </p:grpSpPr>
        <p:sp>
          <p:nvSpPr>
            <p:cNvPr id="32" name="object 32"/>
            <p:cNvSpPr/>
            <p:nvPr/>
          </p:nvSpPr>
          <p:spPr>
            <a:xfrm>
              <a:off x="6259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2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60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1" y="192024"/>
                  </a:lnTo>
                  <a:lnTo>
                    <a:pt x="9143" y="205739"/>
                  </a:lnTo>
                  <a:lnTo>
                    <a:pt x="6095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5" y="329184"/>
                  </a:lnTo>
                  <a:lnTo>
                    <a:pt x="9143" y="341375"/>
                  </a:lnTo>
                  <a:lnTo>
                    <a:pt x="12191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2" y="513588"/>
                  </a:lnTo>
                  <a:lnTo>
                    <a:pt x="128015" y="489203"/>
                  </a:lnTo>
                  <a:lnTo>
                    <a:pt x="89915" y="457200"/>
                  </a:lnTo>
                  <a:lnTo>
                    <a:pt x="57912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5" y="300227"/>
                  </a:lnTo>
                  <a:lnTo>
                    <a:pt x="13715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2" y="128015"/>
                  </a:lnTo>
                  <a:lnTo>
                    <a:pt x="89915" y="89915"/>
                  </a:lnTo>
                  <a:lnTo>
                    <a:pt x="128015" y="57912"/>
                  </a:lnTo>
                  <a:lnTo>
                    <a:pt x="172212" y="33527"/>
                  </a:lnTo>
                  <a:lnTo>
                    <a:pt x="220979" y="18287"/>
                  </a:lnTo>
                  <a:lnTo>
                    <a:pt x="234695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50507" y="312663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00971" y="3011418"/>
            <a:ext cx="547370" cy="547370"/>
            <a:chOff x="9300971" y="3011418"/>
            <a:chExt cx="547370" cy="547370"/>
          </a:xfrm>
        </p:grpSpPr>
        <p:sp>
          <p:nvSpPr>
            <p:cNvPr id="36" name="object 36"/>
            <p:cNvSpPr/>
            <p:nvPr/>
          </p:nvSpPr>
          <p:spPr>
            <a:xfrm>
              <a:off x="9307067" y="30175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300971" y="30114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1"/>
                  </a:moveTo>
                  <a:lnTo>
                    <a:pt x="259079" y="545591"/>
                  </a:lnTo>
                  <a:lnTo>
                    <a:pt x="274320" y="547115"/>
                  </a:lnTo>
                  <a:lnTo>
                    <a:pt x="288035" y="545591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4"/>
                  </a:lnTo>
                  <a:lnTo>
                    <a:pt x="192024" y="12191"/>
                  </a:lnTo>
                  <a:lnTo>
                    <a:pt x="143255" y="33527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39"/>
                  </a:lnTo>
                  <a:lnTo>
                    <a:pt x="6096" y="217932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20"/>
                  </a:lnTo>
                  <a:lnTo>
                    <a:pt x="1524" y="288036"/>
                  </a:lnTo>
                  <a:lnTo>
                    <a:pt x="1524" y="301751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1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2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20"/>
                  </a:lnTo>
                  <a:lnTo>
                    <a:pt x="231648" y="544068"/>
                  </a:lnTo>
                  <a:lnTo>
                    <a:pt x="245363" y="545591"/>
                  </a:lnTo>
                  <a:lnTo>
                    <a:pt x="301751" y="545591"/>
                  </a:lnTo>
                  <a:lnTo>
                    <a:pt x="315468" y="544068"/>
                  </a:lnTo>
                  <a:lnTo>
                    <a:pt x="329183" y="541020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5" y="533400"/>
                  </a:lnTo>
                  <a:lnTo>
                    <a:pt x="260603" y="533400"/>
                  </a:lnTo>
                  <a:lnTo>
                    <a:pt x="233172" y="530351"/>
                  </a:lnTo>
                  <a:lnTo>
                    <a:pt x="172211" y="513588"/>
                  </a:lnTo>
                  <a:lnTo>
                    <a:pt x="128016" y="489203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3"/>
                  </a:lnTo>
                  <a:lnTo>
                    <a:pt x="18287" y="326136"/>
                  </a:lnTo>
                  <a:lnTo>
                    <a:pt x="16763" y="312420"/>
                  </a:lnTo>
                  <a:lnTo>
                    <a:pt x="13716" y="300227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5"/>
                  </a:lnTo>
                  <a:lnTo>
                    <a:pt x="89916" y="89915"/>
                  </a:lnTo>
                  <a:lnTo>
                    <a:pt x="128016" y="57912"/>
                  </a:lnTo>
                  <a:lnTo>
                    <a:pt x="172211" y="33527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5"/>
                  </a:lnTo>
                  <a:lnTo>
                    <a:pt x="359156" y="13715"/>
                  </a:lnTo>
                  <a:lnTo>
                    <a:pt x="355092" y="12191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5"/>
                  </a:moveTo>
                  <a:lnTo>
                    <a:pt x="300227" y="13715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1"/>
                  </a:lnTo>
                  <a:lnTo>
                    <a:pt x="473963" y="108203"/>
                  </a:lnTo>
                  <a:lnTo>
                    <a:pt x="502920" y="149351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3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3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3"/>
                  </a:lnTo>
                  <a:lnTo>
                    <a:pt x="374903" y="513588"/>
                  </a:lnTo>
                  <a:lnTo>
                    <a:pt x="326135" y="528827"/>
                  </a:lnTo>
                  <a:lnTo>
                    <a:pt x="312420" y="530351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5" y="533400"/>
                  </a:lnTo>
                  <a:lnTo>
                    <a:pt x="367283" y="530351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2"/>
                  </a:lnTo>
                  <a:lnTo>
                    <a:pt x="484631" y="446532"/>
                  </a:lnTo>
                  <a:lnTo>
                    <a:pt x="513587" y="403860"/>
                  </a:lnTo>
                  <a:lnTo>
                    <a:pt x="534924" y="355091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1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2"/>
                  </a:lnTo>
                  <a:lnTo>
                    <a:pt x="537972" y="205739"/>
                  </a:lnTo>
                  <a:lnTo>
                    <a:pt x="534924" y="192024"/>
                  </a:lnTo>
                  <a:lnTo>
                    <a:pt x="530351" y="179832"/>
                  </a:lnTo>
                  <a:lnTo>
                    <a:pt x="524255" y="167639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7"/>
                  </a:lnTo>
                  <a:lnTo>
                    <a:pt x="379475" y="21336"/>
                  </a:lnTo>
                  <a:lnTo>
                    <a:pt x="359156" y="13715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97059" y="31266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91171" y="4306818"/>
            <a:ext cx="547370" cy="547370"/>
            <a:chOff x="7091171" y="4306818"/>
            <a:chExt cx="547370" cy="547370"/>
          </a:xfrm>
        </p:grpSpPr>
        <p:sp>
          <p:nvSpPr>
            <p:cNvPr id="40" name="object 40"/>
            <p:cNvSpPr/>
            <p:nvPr/>
          </p:nvSpPr>
          <p:spPr>
            <a:xfrm>
              <a:off x="7097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91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291755" y="442210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15171" y="4306818"/>
            <a:ext cx="547370" cy="547370"/>
            <a:chOff x="8615171" y="4306818"/>
            <a:chExt cx="547370" cy="547370"/>
          </a:xfrm>
        </p:grpSpPr>
        <p:sp>
          <p:nvSpPr>
            <p:cNvPr id="44" name="object 44"/>
            <p:cNvSpPr/>
            <p:nvPr/>
          </p:nvSpPr>
          <p:spPr>
            <a:xfrm>
              <a:off x="8621267" y="431291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19021" y="4329"/>
                  </a:lnTo>
                  <a:lnTo>
                    <a:pt x="174039" y="16799"/>
                  </a:lnTo>
                  <a:lnTo>
                    <a:pt x="132531" y="36632"/>
                  </a:lnTo>
                  <a:lnTo>
                    <a:pt x="95276" y="63050"/>
                  </a:lnTo>
                  <a:lnTo>
                    <a:pt x="63050" y="95276"/>
                  </a:lnTo>
                  <a:lnTo>
                    <a:pt x="36632" y="132531"/>
                  </a:lnTo>
                  <a:lnTo>
                    <a:pt x="16799" y="174039"/>
                  </a:lnTo>
                  <a:lnTo>
                    <a:pt x="4329" y="219021"/>
                  </a:lnTo>
                  <a:lnTo>
                    <a:pt x="0" y="266700"/>
                  </a:lnTo>
                  <a:lnTo>
                    <a:pt x="4329" y="314780"/>
                  </a:lnTo>
                  <a:lnTo>
                    <a:pt x="16799" y="359975"/>
                  </a:lnTo>
                  <a:lnTo>
                    <a:pt x="36632" y="401545"/>
                  </a:lnTo>
                  <a:lnTo>
                    <a:pt x="63050" y="438751"/>
                  </a:lnTo>
                  <a:lnTo>
                    <a:pt x="95276" y="470851"/>
                  </a:lnTo>
                  <a:lnTo>
                    <a:pt x="132531" y="497106"/>
                  </a:lnTo>
                  <a:lnTo>
                    <a:pt x="174039" y="516776"/>
                  </a:lnTo>
                  <a:lnTo>
                    <a:pt x="219021" y="529120"/>
                  </a:lnTo>
                  <a:lnTo>
                    <a:pt x="266700" y="533400"/>
                  </a:lnTo>
                  <a:lnTo>
                    <a:pt x="314780" y="529120"/>
                  </a:lnTo>
                  <a:lnTo>
                    <a:pt x="359975" y="516776"/>
                  </a:lnTo>
                  <a:lnTo>
                    <a:pt x="401545" y="497106"/>
                  </a:lnTo>
                  <a:lnTo>
                    <a:pt x="438751" y="470851"/>
                  </a:lnTo>
                  <a:lnTo>
                    <a:pt x="470851" y="438751"/>
                  </a:lnTo>
                  <a:lnTo>
                    <a:pt x="497106" y="401545"/>
                  </a:lnTo>
                  <a:lnTo>
                    <a:pt x="516776" y="359975"/>
                  </a:lnTo>
                  <a:lnTo>
                    <a:pt x="529120" y="314780"/>
                  </a:lnTo>
                  <a:lnTo>
                    <a:pt x="533400" y="266700"/>
                  </a:lnTo>
                  <a:lnTo>
                    <a:pt x="529120" y="219021"/>
                  </a:lnTo>
                  <a:lnTo>
                    <a:pt x="516776" y="174039"/>
                  </a:lnTo>
                  <a:lnTo>
                    <a:pt x="497106" y="132531"/>
                  </a:lnTo>
                  <a:lnTo>
                    <a:pt x="470851" y="95276"/>
                  </a:lnTo>
                  <a:lnTo>
                    <a:pt x="438751" y="63050"/>
                  </a:lnTo>
                  <a:lnTo>
                    <a:pt x="401545" y="36632"/>
                  </a:lnTo>
                  <a:lnTo>
                    <a:pt x="359975" y="16799"/>
                  </a:lnTo>
                  <a:lnTo>
                    <a:pt x="314780" y="432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15171" y="430681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88035" y="545592"/>
                  </a:moveTo>
                  <a:lnTo>
                    <a:pt x="259079" y="545592"/>
                  </a:lnTo>
                  <a:lnTo>
                    <a:pt x="274320" y="547116"/>
                  </a:lnTo>
                  <a:lnTo>
                    <a:pt x="288035" y="545592"/>
                  </a:lnTo>
                  <a:close/>
                </a:path>
                <a:path w="547370" h="547370">
                  <a:moveTo>
                    <a:pt x="301751" y="1524"/>
                  </a:moveTo>
                  <a:lnTo>
                    <a:pt x="245363" y="1524"/>
                  </a:lnTo>
                  <a:lnTo>
                    <a:pt x="231648" y="3048"/>
                  </a:lnTo>
                  <a:lnTo>
                    <a:pt x="217931" y="6096"/>
                  </a:lnTo>
                  <a:lnTo>
                    <a:pt x="205739" y="9143"/>
                  </a:lnTo>
                  <a:lnTo>
                    <a:pt x="192024" y="12192"/>
                  </a:lnTo>
                  <a:lnTo>
                    <a:pt x="143255" y="33528"/>
                  </a:lnTo>
                  <a:lnTo>
                    <a:pt x="99059" y="62484"/>
                  </a:lnTo>
                  <a:lnTo>
                    <a:pt x="62483" y="100584"/>
                  </a:lnTo>
                  <a:lnTo>
                    <a:pt x="33527" y="143256"/>
                  </a:lnTo>
                  <a:lnTo>
                    <a:pt x="12192" y="192024"/>
                  </a:lnTo>
                  <a:lnTo>
                    <a:pt x="9144" y="205740"/>
                  </a:lnTo>
                  <a:lnTo>
                    <a:pt x="6096" y="217931"/>
                  </a:lnTo>
                  <a:lnTo>
                    <a:pt x="3048" y="231648"/>
                  </a:lnTo>
                  <a:lnTo>
                    <a:pt x="1524" y="245363"/>
                  </a:lnTo>
                  <a:lnTo>
                    <a:pt x="1524" y="259080"/>
                  </a:lnTo>
                  <a:lnTo>
                    <a:pt x="0" y="274319"/>
                  </a:lnTo>
                  <a:lnTo>
                    <a:pt x="1524" y="288036"/>
                  </a:lnTo>
                  <a:lnTo>
                    <a:pt x="1524" y="301752"/>
                  </a:lnTo>
                  <a:lnTo>
                    <a:pt x="3048" y="315468"/>
                  </a:lnTo>
                  <a:lnTo>
                    <a:pt x="6096" y="329184"/>
                  </a:lnTo>
                  <a:lnTo>
                    <a:pt x="9144" y="341375"/>
                  </a:lnTo>
                  <a:lnTo>
                    <a:pt x="12192" y="355092"/>
                  </a:lnTo>
                  <a:lnTo>
                    <a:pt x="33527" y="403860"/>
                  </a:lnTo>
                  <a:lnTo>
                    <a:pt x="62483" y="448056"/>
                  </a:lnTo>
                  <a:lnTo>
                    <a:pt x="100583" y="484631"/>
                  </a:lnTo>
                  <a:lnTo>
                    <a:pt x="143255" y="513588"/>
                  </a:lnTo>
                  <a:lnTo>
                    <a:pt x="192024" y="534924"/>
                  </a:lnTo>
                  <a:lnTo>
                    <a:pt x="205739" y="537972"/>
                  </a:lnTo>
                  <a:lnTo>
                    <a:pt x="217931" y="541019"/>
                  </a:lnTo>
                  <a:lnTo>
                    <a:pt x="231648" y="544068"/>
                  </a:lnTo>
                  <a:lnTo>
                    <a:pt x="245363" y="545592"/>
                  </a:lnTo>
                  <a:lnTo>
                    <a:pt x="301751" y="545592"/>
                  </a:lnTo>
                  <a:lnTo>
                    <a:pt x="315468" y="544068"/>
                  </a:lnTo>
                  <a:lnTo>
                    <a:pt x="329183" y="541019"/>
                  </a:lnTo>
                  <a:lnTo>
                    <a:pt x="341375" y="537972"/>
                  </a:lnTo>
                  <a:lnTo>
                    <a:pt x="355092" y="534924"/>
                  </a:lnTo>
                  <a:lnTo>
                    <a:pt x="359156" y="533400"/>
                  </a:lnTo>
                  <a:lnTo>
                    <a:pt x="260603" y="533400"/>
                  </a:lnTo>
                  <a:lnTo>
                    <a:pt x="233172" y="530352"/>
                  </a:lnTo>
                  <a:lnTo>
                    <a:pt x="172211" y="513588"/>
                  </a:lnTo>
                  <a:lnTo>
                    <a:pt x="128016" y="489204"/>
                  </a:lnTo>
                  <a:lnTo>
                    <a:pt x="89916" y="457200"/>
                  </a:lnTo>
                  <a:lnTo>
                    <a:pt x="57911" y="419100"/>
                  </a:lnTo>
                  <a:lnTo>
                    <a:pt x="33527" y="374904"/>
                  </a:lnTo>
                  <a:lnTo>
                    <a:pt x="18287" y="326136"/>
                  </a:lnTo>
                  <a:lnTo>
                    <a:pt x="16763" y="312419"/>
                  </a:lnTo>
                  <a:lnTo>
                    <a:pt x="13716" y="300228"/>
                  </a:lnTo>
                  <a:lnTo>
                    <a:pt x="13716" y="246887"/>
                  </a:lnTo>
                  <a:lnTo>
                    <a:pt x="16763" y="233172"/>
                  </a:lnTo>
                  <a:lnTo>
                    <a:pt x="18287" y="220980"/>
                  </a:lnTo>
                  <a:lnTo>
                    <a:pt x="33527" y="172212"/>
                  </a:lnTo>
                  <a:lnTo>
                    <a:pt x="57911" y="128016"/>
                  </a:lnTo>
                  <a:lnTo>
                    <a:pt x="89916" y="89916"/>
                  </a:lnTo>
                  <a:lnTo>
                    <a:pt x="128016" y="57912"/>
                  </a:lnTo>
                  <a:lnTo>
                    <a:pt x="172211" y="33528"/>
                  </a:lnTo>
                  <a:lnTo>
                    <a:pt x="220979" y="18287"/>
                  </a:lnTo>
                  <a:lnTo>
                    <a:pt x="234696" y="16763"/>
                  </a:lnTo>
                  <a:lnTo>
                    <a:pt x="246887" y="13716"/>
                  </a:lnTo>
                  <a:lnTo>
                    <a:pt x="359156" y="13716"/>
                  </a:lnTo>
                  <a:lnTo>
                    <a:pt x="355092" y="12192"/>
                  </a:lnTo>
                  <a:lnTo>
                    <a:pt x="327659" y="6096"/>
                  </a:lnTo>
                  <a:lnTo>
                    <a:pt x="315468" y="3048"/>
                  </a:lnTo>
                  <a:lnTo>
                    <a:pt x="301751" y="1524"/>
                  </a:lnTo>
                  <a:close/>
                </a:path>
                <a:path w="547370" h="547370">
                  <a:moveTo>
                    <a:pt x="359156" y="13716"/>
                  </a:moveTo>
                  <a:lnTo>
                    <a:pt x="300227" y="13716"/>
                  </a:lnTo>
                  <a:lnTo>
                    <a:pt x="313944" y="16763"/>
                  </a:lnTo>
                  <a:lnTo>
                    <a:pt x="326135" y="18287"/>
                  </a:lnTo>
                  <a:lnTo>
                    <a:pt x="350520" y="24384"/>
                  </a:lnTo>
                  <a:lnTo>
                    <a:pt x="397763" y="44196"/>
                  </a:lnTo>
                  <a:lnTo>
                    <a:pt x="438911" y="73152"/>
                  </a:lnTo>
                  <a:lnTo>
                    <a:pt x="473963" y="108204"/>
                  </a:lnTo>
                  <a:lnTo>
                    <a:pt x="502920" y="149352"/>
                  </a:lnTo>
                  <a:lnTo>
                    <a:pt x="522731" y="196596"/>
                  </a:lnTo>
                  <a:lnTo>
                    <a:pt x="530351" y="234696"/>
                  </a:lnTo>
                  <a:lnTo>
                    <a:pt x="531876" y="246887"/>
                  </a:lnTo>
                  <a:lnTo>
                    <a:pt x="533400" y="260604"/>
                  </a:lnTo>
                  <a:lnTo>
                    <a:pt x="533400" y="286512"/>
                  </a:lnTo>
                  <a:lnTo>
                    <a:pt x="528827" y="326136"/>
                  </a:lnTo>
                  <a:lnTo>
                    <a:pt x="513587" y="374904"/>
                  </a:lnTo>
                  <a:lnTo>
                    <a:pt x="489203" y="419100"/>
                  </a:lnTo>
                  <a:lnTo>
                    <a:pt x="457200" y="457200"/>
                  </a:lnTo>
                  <a:lnTo>
                    <a:pt x="419100" y="489204"/>
                  </a:lnTo>
                  <a:lnTo>
                    <a:pt x="374903" y="513588"/>
                  </a:lnTo>
                  <a:lnTo>
                    <a:pt x="326135" y="528828"/>
                  </a:lnTo>
                  <a:lnTo>
                    <a:pt x="312420" y="530352"/>
                  </a:lnTo>
                  <a:lnTo>
                    <a:pt x="300227" y="531876"/>
                  </a:lnTo>
                  <a:lnTo>
                    <a:pt x="286511" y="533400"/>
                  </a:lnTo>
                  <a:lnTo>
                    <a:pt x="359156" y="533400"/>
                  </a:lnTo>
                  <a:lnTo>
                    <a:pt x="367283" y="530352"/>
                  </a:lnTo>
                  <a:lnTo>
                    <a:pt x="379475" y="524256"/>
                  </a:lnTo>
                  <a:lnTo>
                    <a:pt x="403859" y="513588"/>
                  </a:lnTo>
                  <a:lnTo>
                    <a:pt x="448055" y="484631"/>
                  </a:lnTo>
                  <a:lnTo>
                    <a:pt x="484631" y="446531"/>
                  </a:lnTo>
                  <a:lnTo>
                    <a:pt x="513587" y="403860"/>
                  </a:lnTo>
                  <a:lnTo>
                    <a:pt x="534924" y="355092"/>
                  </a:lnTo>
                  <a:lnTo>
                    <a:pt x="541020" y="327660"/>
                  </a:lnTo>
                  <a:lnTo>
                    <a:pt x="544068" y="315468"/>
                  </a:lnTo>
                  <a:lnTo>
                    <a:pt x="545592" y="301752"/>
                  </a:lnTo>
                  <a:lnTo>
                    <a:pt x="545592" y="288036"/>
                  </a:lnTo>
                  <a:lnTo>
                    <a:pt x="547116" y="272796"/>
                  </a:lnTo>
                  <a:lnTo>
                    <a:pt x="545592" y="259080"/>
                  </a:lnTo>
                  <a:lnTo>
                    <a:pt x="545592" y="245363"/>
                  </a:lnTo>
                  <a:lnTo>
                    <a:pt x="544068" y="231648"/>
                  </a:lnTo>
                  <a:lnTo>
                    <a:pt x="541020" y="217931"/>
                  </a:lnTo>
                  <a:lnTo>
                    <a:pt x="537972" y="205740"/>
                  </a:lnTo>
                  <a:lnTo>
                    <a:pt x="534924" y="192024"/>
                  </a:lnTo>
                  <a:lnTo>
                    <a:pt x="530351" y="179831"/>
                  </a:lnTo>
                  <a:lnTo>
                    <a:pt x="524255" y="167640"/>
                  </a:lnTo>
                  <a:lnTo>
                    <a:pt x="513587" y="143256"/>
                  </a:lnTo>
                  <a:lnTo>
                    <a:pt x="484631" y="99060"/>
                  </a:lnTo>
                  <a:lnTo>
                    <a:pt x="446531" y="62484"/>
                  </a:lnTo>
                  <a:lnTo>
                    <a:pt x="403859" y="33528"/>
                  </a:lnTo>
                  <a:lnTo>
                    <a:pt x="379475" y="21336"/>
                  </a:lnTo>
                  <a:lnTo>
                    <a:pt x="359156" y="13716"/>
                  </a:lnTo>
                  <a:close/>
                </a:path>
                <a:path w="547370" h="547370">
                  <a:moveTo>
                    <a:pt x="272796" y="0"/>
                  </a:moveTo>
                  <a:lnTo>
                    <a:pt x="259079" y="1524"/>
                  </a:lnTo>
                  <a:lnTo>
                    <a:pt x="288035" y="1524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811259" y="44221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512052" y="1607814"/>
            <a:ext cx="3061970" cy="3031490"/>
            <a:chOff x="6512052" y="1607814"/>
            <a:chExt cx="3061970" cy="3031490"/>
          </a:xfrm>
        </p:grpSpPr>
        <p:sp>
          <p:nvSpPr>
            <p:cNvPr id="48" name="object 48"/>
            <p:cNvSpPr/>
            <p:nvPr/>
          </p:nvSpPr>
          <p:spPr>
            <a:xfrm>
              <a:off x="6512052" y="2319522"/>
              <a:ext cx="3061970" cy="2319655"/>
            </a:xfrm>
            <a:custGeom>
              <a:avLst/>
              <a:gdLst/>
              <a:ahLst/>
              <a:cxnLst/>
              <a:rect l="l" t="t" r="r" b="b"/>
              <a:pathLst>
                <a:path w="3061970" h="2319654">
                  <a:moveTo>
                    <a:pt x="601980" y="100584"/>
                  </a:moveTo>
                  <a:lnTo>
                    <a:pt x="574548" y="74676"/>
                  </a:lnTo>
                  <a:lnTo>
                    <a:pt x="78333" y="602081"/>
                  </a:lnTo>
                  <a:lnTo>
                    <a:pt x="50292" y="576072"/>
                  </a:lnTo>
                  <a:lnTo>
                    <a:pt x="13716" y="697992"/>
                  </a:lnTo>
                  <a:lnTo>
                    <a:pt x="134112" y="653796"/>
                  </a:lnTo>
                  <a:lnTo>
                    <a:pt x="120954" y="641604"/>
                  </a:lnTo>
                  <a:lnTo>
                    <a:pt x="106006" y="627748"/>
                  </a:lnTo>
                  <a:lnTo>
                    <a:pt x="601980" y="100584"/>
                  </a:lnTo>
                  <a:close/>
                </a:path>
                <a:path w="3061970" h="2319654">
                  <a:moveTo>
                    <a:pt x="664464" y="2072640"/>
                  </a:moveTo>
                  <a:lnTo>
                    <a:pt x="652119" y="2008632"/>
                  </a:lnTo>
                  <a:lnTo>
                    <a:pt x="640080" y="1946148"/>
                  </a:lnTo>
                  <a:lnTo>
                    <a:pt x="608406" y="1970430"/>
                  </a:lnTo>
                  <a:lnTo>
                    <a:pt x="28943" y="1220724"/>
                  </a:lnTo>
                  <a:lnTo>
                    <a:pt x="0" y="1243584"/>
                  </a:lnTo>
                  <a:lnTo>
                    <a:pt x="579132" y="1992884"/>
                  </a:lnTo>
                  <a:lnTo>
                    <a:pt x="548640" y="2016252"/>
                  </a:lnTo>
                  <a:lnTo>
                    <a:pt x="664464" y="2072640"/>
                  </a:lnTo>
                  <a:close/>
                </a:path>
                <a:path w="3061970" h="2319654">
                  <a:moveTo>
                    <a:pt x="2072144" y="2281428"/>
                  </a:moveTo>
                  <a:lnTo>
                    <a:pt x="2014728" y="2281428"/>
                  </a:lnTo>
                  <a:lnTo>
                    <a:pt x="1995424" y="2281428"/>
                  </a:lnTo>
                  <a:lnTo>
                    <a:pt x="1994916" y="2319528"/>
                  </a:lnTo>
                  <a:lnTo>
                    <a:pt x="2072144" y="2281428"/>
                  </a:lnTo>
                  <a:close/>
                </a:path>
                <a:path w="3061970" h="2319654">
                  <a:moveTo>
                    <a:pt x="2109216" y="2263140"/>
                  </a:moveTo>
                  <a:lnTo>
                    <a:pt x="1996440" y="2205228"/>
                  </a:lnTo>
                  <a:lnTo>
                    <a:pt x="1995932" y="2243302"/>
                  </a:lnTo>
                  <a:lnTo>
                    <a:pt x="1118616" y="2241804"/>
                  </a:lnTo>
                  <a:lnTo>
                    <a:pt x="1118616" y="2279904"/>
                  </a:lnTo>
                  <a:lnTo>
                    <a:pt x="1995424" y="2281402"/>
                  </a:lnTo>
                  <a:lnTo>
                    <a:pt x="2014728" y="2281428"/>
                  </a:lnTo>
                  <a:lnTo>
                    <a:pt x="2072208" y="2281402"/>
                  </a:lnTo>
                  <a:lnTo>
                    <a:pt x="2109216" y="2263140"/>
                  </a:lnTo>
                  <a:close/>
                </a:path>
                <a:path w="3061970" h="2319654">
                  <a:moveTo>
                    <a:pt x="2188464" y="2072640"/>
                  </a:moveTo>
                  <a:lnTo>
                    <a:pt x="2170099" y="2049780"/>
                  </a:lnTo>
                  <a:lnTo>
                    <a:pt x="2107692" y="1972056"/>
                  </a:lnTo>
                  <a:lnTo>
                    <a:pt x="2091880" y="2006727"/>
                  </a:lnTo>
                  <a:lnTo>
                    <a:pt x="210312" y="1136904"/>
                  </a:lnTo>
                  <a:lnTo>
                    <a:pt x="195072" y="1171956"/>
                  </a:lnTo>
                  <a:lnTo>
                    <a:pt x="2076030" y="2041499"/>
                  </a:lnTo>
                  <a:lnTo>
                    <a:pt x="2060448" y="2075688"/>
                  </a:lnTo>
                  <a:lnTo>
                    <a:pt x="2188464" y="2072640"/>
                  </a:lnTo>
                  <a:close/>
                </a:path>
                <a:path w="3061970" h="2319654">
                  <a:moveTo>
                    <a:pt x="2795016" y="967740"/>
                  </a:moveTo>
                  <a:lnTo>
                    <a:pt x="2680716" y="909828"/>
                  </a:lnTo>
                  <a:lnTo>
                    <a:pt x="2680716" y="947928"/>
                  </a:lnTo>
                  <a:lnTo>
                    <a:pt x="280416" y="946404"/>
                  </a:lnTo>
                  <a:lnTo>
                    <a:pt x="280416" y="984504"/>
                  </a:lnTo>
                  <a:lnTo>
                    <a:pt x="2680716" y="986028"/>
                  </a:lnTo>
                  <a:lnTo>
                    <a:pt x="2680716" y="1024128"/>
                  </a:lnTo>
                  <a:lnTo>
                    <a:pt x="2757944" y="986028"/>
                  </a:lnTo>
                  <a:lnTo>
                    <a:pt x="2795016" y="967740"/>
                  </a:lnTo>
                  <a:close/>
                </a:path>
                <a:path w="3061970" h="2319654">
                  <a:moveTo>
                    <a:pt x="3061716" y="1231392"/>
                  </a:moveTo>
                  <a:lnTo>
                    <a:pt x="2955036" y="1301496"/>
                  </a:lnTo>
                  <a:lnTo>
                    <a:pt x="2988056" y="1320812"/>
                  </a:lnTo>
                  <a:lnTo>
                    <a:pt x="2548128" y="2061972"/>
                  </a:lnTo>
                  <a:lnTo>
                    <a:pt x="2581656" y="2081784"/>
                  </a:lnTo>
                  <a:lnTo>
                    <a:pt x="3020568" y="1339811"/>
                  </a:lnTo>
                  <a:lnTo>
                    <a:pt x="3054096" y="1359408"/>
                  </a:lnTo>
                  <a:lnTo>
                    <a:pt x="3057360" y="1304544"/>
                  </a:lnTo>
                  <a:lnTo>
                    <a:pt x="3061716" y="1231392"/>
                  </a:lnTo>
                  <a:close/>
                </a:path>
                <a:path w="3061970" h="2319654">
                  <a:moveTo>
                    <a:pt x="3061716" y="697992"/>
                  </a:moveTo>
                  <a:lnTo>
                    <a:pt x="3051314" y="632460"/>
                  </a:lnTo>
                  <a:lnTo>
                    <a:pt x="3041904" y="573024"/>
                  </a:lnTo>
                  <a:lnTo>
                    <a:pt x="3011474" y="594969"/>
                  </a:lnTo>
                  <a:lnTo>
                    <a:pt x="2580132" y="0"/>
                  </a:lnTo>
                  <a:lnTo>
                    <a:pt x="2549652" y="22860"/>
                  </a:lnTo>
                  <a:lnTo>
                    <a:pt x="2980575" y="617258"/>
                  </a:lnTo>
                  <a:lnTo>
                    <a:pt x="2948940" y="640080"/>
                  </a:lnTo>
                  <a:lnTo>
                    <a:pt x="3061716" y="69799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49668" y="1607814"/>
              <a:ext cx="1676400" cy="1143000"/>
            </a:xfrm>
            <a:custGeom>
              <a:avLst/>
              <a:gdLst/>
              <a:ahLst/>
              <a:cxnLst/>
              <a:rect l="l" t="t" r="r" b="b"/>
              <a:pathLst>
                <a:path w="1676400" h="1143000">
                  <a:moveTo>
                    <a:pt x="1638300" y="266700"/>
                  </a:moveTo>
                  <a:lnTo>
                    <a:pt x="1597634" y="185928"/>
                  </a:lnTo>
                  <a:lnTo>
                    <a:pt x="1524000" y="39624"/>
                  </a:lnTo>
                  <a:lnTo>
                    <a:pt x="1476400" y="103085"/>
                  </a:lnTo>
                  <a:lnTo>
                    <a:pt x="1463040" y="94488"/>
                  </a:lnTo>
                  <a:lnTo>
                    <a:pt x="1453896" y="89916"/>
                  </a:lnTo>
                  <a:lnTo>
                    <a:pt x="1427988" y="82296"/>
                  </a:lnTo>
                  <a:lnTo>
                    <a:pt x="1408684" y="76200"/>
                  </a:lnTo>
                  <a:lnTo>
                    <a:pt x="1370076" y="65532"/>
                  </a:lnTo>
                  <a:lnTo>
                    <a:pt x="1307592" y="50292"/>
                  </a:lnTo>
                  <a:lnTo>
                    <a:pt x="1275588" y="44196"/>
                  </a:lnTo>
                  <a:lnTo>
                    <a:pt x="1242060" y="36576"/>
                  </a:lnTo>
                  <a:lnTo>
                    <a:pt x="1173480" y="25908"/>
                  </a:lnTo>
                  <a:lnTo>
                    <a:pt x="1065276" y="12192"/>
                  </a:lnTo>
                  <a:lnTo>
                    <a:pt x="952500" y="3048"/>
                  </a:lnTo>
                  <a:lnTo>
                    <a:pt x="914400" y="1524"/>
                  </a:lnTo>
                  <a:lnTo>
                    <a:pt x="876300" y="1524"/>
                  </a:lnTo>
                  <a:lnTo>
                    <a:pt x="838200" y="0"/>
                  </a:lnTo>
                  <a:lnTo>
                    <a:pt x="723900" y="4572"/>
                  </a:lnTo>
                  <a:lnTo>
                    <a:pt x="685800" y="7620"/>
                  </a:lnTo>
                  <a:lnTo>
                    <a:pt x="574548" y="21336"/>
                  </a:lnTo>
                  <a:lnTo>
                    <a:pt x="502920" y="35052"/>
                  </a:lnTo>
                  <a:lnTo>
                    <a:pt x="467868" y="41148"/>
                  </a:lnTo>
                  <a:lnTo>
                    <a:pt x="432816" y="50292"/>
                  </a:lnTo>
                  <a:lnTo>
                    <a:pt x="399288" y="57912"/>
                  </a:lnTo>
                  <a:lnTo>
                    <a:pt x="367284" y="67056"/>
                  </a:lnTo>
                  <a:lnTo>
                    <a:pt x="274320" y="99060"/>
                  </a:lnTo>
                  <a:lnTo>
                    <a:pt x="192024" y="134112"/>
                  </a:lnTo>
                  <a:lnTo>
                    <a:pt x="121920" y="173736"/>
                  </a:lnTo>
                  <a:lnTo>
                    <a:pt x="102108" y="188976"/>
                  </a:lnTo>
                  <a:lnTo>
                    <a:pt x="82296" y="202692"/>
                  </a:lnTo>
                  <a:lnTo>
                    <a:pt x="48768" y="234696"/>
                  </a:lnTo>
                  <a:lnTo>
                    <a:pt x="22860" y="268224"/>
                  </a:lnTo>
                  <a:lnTo>
                    <a:pt x="6096" y="306324"/>
                  </a:lnTo>
                  <a:lnTo>
                    <a:pt x="1524" y="324612"/>
                  </a:lnTo>
                  <a:lnTo>
                    <a:pt x="1524" y="335280"/>
                  </a:lnTo>
                  <a:lnTo>
                    <a:pt x="0" y="341376"/>
                  </a:lnTo>
                  <a:lnTo>
                    <a:pt x="76200" y="344424"/>
                  </a:lnTo>
                  <a:lnTo>
                    <a:pt x="77724" y="338328"/>
                  </a:lnTo>
                  <a:lnTo>
                    <a:pt x="77724" y="333756"/>
                  </a:lnTo>
                  <a:lnTo>
                    <a:pt x="83820" y="315468"/>
                  </a:lnTo>
                  <a:lnTo>
                    <a:pt x="89916" y="304800"/>
                  </a:lnTo>
                  <a:lnTo>
                    <a:pt x="97536" y="294132"/>
                  </a:lnTo>
                  <a:lnTo>
                    <a:pt x="106680" y="283464"/>
                  </a:lnTo>
                  <a:lnTo>
                    <a:pt x="118872" y="272796"/>
                  </a:lnTo>
                  <a:lnTo>
                    <a:pt x="132588" y="260604"/>
                  </a:lnTo>
                  <a:lnTo>
                    <a:pt x="166116" y="236220"/>
                  </a:lnTo>
                  <a:lnTo>
                    <a:pt x="205740" y="213360"/>
                  </a:lnTo>
                  <a:lnTo>
                    <a:pt x="251460" y="190500"/>
                  </a:lnTo>
                  <a:lnTo>
                    <a:pt x="303276" y="169164"/>
                  </a:lnTo>
                  <a:lnTo>
                    <a:pt x="330708" y="160020"/>
                  </a:lnTo>
                  <a:lnTo>
                    <a:pt x="359664" y="149352"/>
                  </a:lnTo>
                  <a:lnTo>
                    <a:pt x="420624" y="131064"/>
                  </a:lnTo>
                  <a:lnTo>
                    <a:pt x="484632" y="115824"/>
                  </a:lnTo>
                  <a:lnTo>
                    <a:pt x="586740" y="96012"/>
                  </a:lnTo>
                  <a:lnTo>
                    <a:pt x="656844" y="86868"/>
                  </a:lnTo>
                  <a:lnTo>
                    <a:pt x="729996" y="80772"/>
                  </a:lnTo>
                  <a:lnTo>
                    <a:pt x="839724" y="76200"/>
                  </a:lnTo>
                  <a:lnTo>
                    <a:pt x="876300" y="77724"/>
                  </a:lnTo>
                  <a:lnTo>
                    <a:pt x="912876" y="77724"/>
                  </a:lnTo>
                  <a:lnTo>
                    <a:pt x="1092708" y="91440"/>
                  </a:lnTo>
                  <a:lnTo>
                    <a:pt x="1162812" y="100584"/>
                  </a:lnTo>
                  <a:lnTo>
                    <a:pt x="1292352" y="124968"/>
                  </a:lnTo>
                  <a:lnTo>
                    <a:pt x="1321308" y="132588"/>
                  </a:lnTo>
                  <a:lnTo>
                    <a:pt x="1351788" y="138684"/>
                  </a:lnTo>
                  <a:lnTo>
                    <a:pt x="1379220" y="146304"/>
                  </a:lnTo>
                  <a:lnTo>
                    <a:pt x="1405128" y="155448"/>
                  </a:lnTo>
                  <a:lnTo>
                    <a:pt x="1427645" y="162077"/>
                  </a:lnTo>
                  <a:lnTo>
                    <a:pt x="1430731" y="163982"/>
                  </a:lnTo>
                  <a:lnTo>
                    <a:pt x="1386840" y="222504"/>
                  </a:lnTo>
                  <a:lnTo>
                    <a:pt x="1638300" y="266700"/>
                  </a:lnTo>
                  <a:close/>
                </a:path>
                <a:path w="1676400" h="1143000">
                  <a:moveTo>
                    <a:pt x="1676400" y="801624"/>
                  </a:moveTo>
                  <a:lnTo>
                    <a:pt x="1600200" y="798576"/>
                  </a:lnTo>
                  <a:lnTo>
                    <a:pt x="1600200" y="810768"/>
                  </a:lnTo>
                  <a:lnTo>
                    <a:pt x="1594104" y="829056"/>
                  </a:lnTo>
                  <a:lnTo>
                    <a:pt x="1559052" y="871728"/>
                  </a:lnTo>
                  <a:lnTo>
                    <a:pt x="1511808" y="908304"/>
                  </a:lnTo>
                  <a:lnTo>
                    <a:pt x="1472184" y="931164"/>
                  </a:lnTo>
                  <a:lnTo>
                    <a:pt x="1426464" y="954024"/>
                  </a:lnTo>
                  <a:lnTo>
                    <a:pt x="1374648" y="975360"/>
                  </a:lnTo>
                  <a:lnTo>
                    <a:pt x="1347216" y="984504"/>
                  </a:lnTo>
                  <a:lnTo>
                    <a:pt x="1318260" y="995172"/>
                  </a:lnTo>
                  <a:lnTo>
                    <a:pt x="1287780" y="1004316"/>
                  </a:lnTo>
                  <a:lnTo>
                    <a:pt x="1257300" y="1011936"/>
                  </a:lnTo>
                  <a:lnTo>
                    <a:pt x="1225296" y="1021080"/>
                  </a:lnTo>
                  <a:lnTo>
                    <a:pt x="1193292" y="1028700"/>
                  </a:lnTo>
                  <a:lnTo>
                    <a:pt x="1159764" y="1036320"/>
                  </a:lnTo>
                  <a:lnTo>
                    <a:pt x="1126236" y="1042416"/>
                  </a:lnTo>
                  <a:lnTo>
                    <a:pt x="1091184" y="1046988"/>
                  </a:lnTo>
                  <a:lnTo>
                    <a:pt x="1056132" y="1053084"/>
                  </a:lnTo>
                  <a:lnTo>
                    <a:pt x="1021080" y="1057656"/>
                  </a:lnTo>
                  <a:lnTo>
                    <a:pt x="947928" y="1063752"/>
                  </a:lnTo>
                  <a:lnTo>
                    <a:pt x="874776" y="1066800"/>
                  </a:lnTo>
                  <a:lnTo>
                    <a:pt x="765048" y="1066800"/>
                  </a:lnTo>
                  <a:lnTo>
                    <a:pt x="585216" y="1053084"/>
                  </a:lnTo>
                  <a:lnTo>
                    <a:pt x="515112" y="1043940"/>
                  </a:lnTo>
                  <a:lnTo>
                    <a:pt x="385572" y="1019556"/>
                  </a:lnTo>
                  <a:lnTo>
                    <a:pt x="356616" y="1011936"/>
                  </a:lnTo>
                  <a:lnTo>
                    <a:pt x="326136" y="1005840"/>
                  </a:lnTo>
                  <a:lnTo>
                    <a:pt x="298704" y="996696"/>
                  </a:lnTo>
                  <a:lnTo>
                    <a:pt x="257251" y="984504"/>
                  </a:lnTo>
                  <a:lnTo>
                    <a:pt x="254800" y="983792"/>
                  </a:lnTo>
                  <a:lnTo>
                    <a:pt x="250825" y="981456"/>
                  </a:lnTo>
                  <a:lnTo>
                    <a:pt x="247281" y="979385"/>
                  </a:lnTo>
                  <a:lnTo>
                    <a:pt x="262737" y="958596"/>
                  </a:lnTo>
                  <a:lnTo>
                    <a:pt x="291084" y="920496"/>
                  </a:lnTo>
                  <a:lnTo>
                    <a:pt x="38100" y="876300"/>
                  </a:lnTo>
                  <a:lnTo>
                    <a:pt x="153924" y="1104900"/>
                  </a:lnTo>
                  <a:lnTo>
                    <a:pt x="201244" y="1041273"/>
                  </a:lnTo>
                  <a:lnTo>
                    <a:pt x="214884" y="1050036"/>
                  </a:lnTo>
                  <a:lnTo>
                    <a:pt x="220980" y="1053084"/>
                  </a:lnTo>
                  <a:lnTo>
                    <a:pt x="224028" y="1053084"/>
                  </a:lnTo>
                  <a:lnTo>
                    <a:pt x="249936" y="1062228"/>
                  </a:lnTo>
                  <a:lnTo>
                    <a:pt x="307848" y="1078992"/>
                  </a:lnTo>
                  <a:lnTo>
                    <a:pt x="370332" y="1094232"/>
                  </a:lnTo>
                  <a:lnTo>
                    <a:pt x="402336" y="1100328"/>
                  </a:lnTo>
                  <a:lnTo>
                    <a:pt x="435864" y="1107948"/>
                  </a:lnTo>
                  <a:lnTo>
                    <a:pt x="469392" y="1112520"/>
                  </a:lnTo>
                  <a:lnTo>
                    <a:pt x="504444" y="1118616"/>
                  </a:lnTo>
                  <a:lnTo>
                    <a:pt x="612648" y="1132332"/>
                  </a:lnTo>
                  <a:lnTo>
                    <a:pt x="725424" y="1141476"/>
                  </a:lnTo>
                  <a:lnTo>
                    <a:pt x="763524" y="1143000"/>
                  </a:lnTo>
                  <a:lnTo>
                    <a:pt x="877824" y="1143000"/>
                  </a:lnTo>
                  <a:lnTo>
                    <a:pt x="954024" y="1139952"/>
                  </a:lnTo>
                  <a:lnTo>
                    <a:pt x="992124" y="1136904"/>
                  </a:lnTo>
                  <a:lnTo>
                    <a:pt x="1103376" y="1123188"/>
                  </a:lnTo>
                  <a:lnTo>
                    <a:pt x="1175004" y="1109472"/>
                  </a:lnTo>
                  <a:lnTo>
                    <a:pt x="1210056" y="1103376"/>
                  </a:lnTo>
                  <a:lnTo>
                    <a:pt x="1245108" y="1094232"/>
                  </a:lnTo>
                  <a:lnTo>
                    <a:pt x="1278636" y="1086612"/>
                  </a:lnTo>
                  <a:lnTo>
                    <a:pt x="1310640" y="1077468"/>
                  </a:lnTo>
                  <a:lnTo>
                    <a:pt x="1403604" y="1045464"/>
                  </a:lnTo>
                  <a:lnTo>
                    <a:pt x="1458468" y="1022604"/>
                  </a:lnTo>
                  <a:lnTo>
                    <a:pt x="1533144" y="984504"/>
                  </a:lnTo>
                  <a:lnTo>
                    <a:pt x="1575816" y="955548"/>
                  </a:lnTo>
                  <a:lnTo>
                    <a:pt x="1595628" y="941832"/>
                  </a:lnTo>
                  <a:lnTo>
                    <a:pt x="1629156" y="909828"/>
                  </a:lnTo>
                  <a:lnTo>
                    <a:pt x="1655064" y="876300"/>
                  </a:lnTo>
                  <a:lnTo>
                    <a:pt x="1671828" y="838200"/>
                  </a:lnTo>
                  <a:lnTo>
                    <a:pt x="1676400" y="819912"/>
                  </a:lnTo>
                  <a:lnTo>
                    <a:pt x="1676400" y="801624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026475" y="1290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51" name="object 51"/>
          <p:cNvSpPr txBox="1"/>
          <p:nvPr/>
        </p:nvSpPr>
        <p:spPr>
          <a:xfrm>
            <a:off x="7968412" y="2357165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1159" y="37287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15731" y="29666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79787" y="2433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39559" y="24332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08572" y="3881013"/>
            <a:ext cx="26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-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011159" y="456681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550324" y="38810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376172" y="3849618"/>
          <a:ext cx="4800600" cy="22250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k=1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k=2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1(5)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k=3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2(6)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1(5)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2(6)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1(5)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24627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22402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224028" y="32003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59479" y="944874"/>
              <a:ext cx="224154" cy="32384"/>
            </a:xfrm>
            <a:custGeom>
              <a:avLst/>
              <a:gdLst/>
              <a:ahLst/>
              <a:cxnLst/>
              <a:rect l="l" t="t" r="r" b="b"/>
              <a:pathLst>
                <a:path w="224154" h="32384">
                  <a:moveTo>
                    <a:pt x="0" y="0"/>
                  </a:moveTo>
                  <a:lnTo>
                    <a:pt x="224027" y="0"/>
                  </a:lnTo>
                  <a:lnTo>
                    <a:pt x="224027" y="32003"/>
                  </a:lnTo>
                  <a:lnTo>
                    <a:pt x="0" y="32003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8956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644652" y="80772"/>
                  </a:moveTo>
                  <a:lnTo>
                    <a:pt x="600122" y="93249"/>
                  </a:lnTo>
                  <a:lnTo>
                    <a:pt x="566737" y="128587"/>
                  </a:lnTo>
                  <a:lnTo>
                    <a:pt x="552259" y="172212"/>
                  </a:lnTo>
                  <a:lnTo>
                    <a:pt x="550164" y="199644"/>
                  </a:lnTo>
                  <a:lnTo>
                    <a:pt x="550473" y="213050"/>
                  </a:lnTo>
                  <a:lnTo>
                    <a:pt x="559736" y="259270"/>
                  </a:lnTo>
                  <a:lnTo>
                    <a:pt x="585406" y="297561"/>
                  </a:lnTo>
                  <a:lnTo>
                    <a:pt x="623577" y="314920"/>
                  </a:lnTo>
                  <a:lnTo>
                    <a:pt x="632460" y="315468"/>
                  </a:lnTo>
                  <a:lnTo>
                    <a:pt x="640080" y="315468"/>
                  </a:lnTo>
                  <a:lnTo>
                    <a:pt x="647700" y="313944"/>
                  </a:lnTo>
                  <a:lnTo>
                    <a:pt x="652272" y="312420"/>
                  </a:lnTo>
                  <a:lnTo>
                    <a:pt x="664464" y="309372"/>
                  </a:lnTo>
                  <a:lnTo>
                    <a:pt x="669036" y="306324"/>
                  </a:lnTo>
                  <a:lnTo>
                    <a:pt x="675132" y="304800"/>
                  </a:lnTo>
                  <a:lnTo>
                    <a:pt x="684276" y="298703"/>
                  </a:lnTo>
                  <a:lnTo>
                    <a:pt x="688848" y="294132"/>
                  </a:lnTo>
                  <a:lnTo>
                    <a:pt x="693420" y="291084"/>
                  </a:lnTo>
                  <a:lnTo>
                    <a:pt x="699516" y="286512"/>
                  </a:lnTo>
                  <a:lnTo>
                    <a:pt x="736092" y="286512"/>
                  </a:lnTo>
                  <a:lnTo>
                    <a:pt x="736092" y="278892"/>
                  </a:lnTo>
                  <a:lnTo>
                    <a:pt x="641604" y="278892"/>
                  </a:lnTo>
                  <a:lnTo>
                    <a:pt x="628769" y="277725"/>
                  </a:lnTo>
                  <a:lnTo>
                    <a:pt x="595979" y="246768"/>
                  </a:lnTo>
                  <a:lnTo>
                    <a:pt x="588264" y="198120"/>
                  </a:lnTo>
                  <a:lnTo>
                    <a:pt x="589383" y="178927"/>
                  </a:lnTo>
                  <a:lnTo>
                    <a:pt x="605028" y="135636"/>
                  </a:lnTo>
                  <a:lnTo>
                    <a:pt x="650748" y="114300"/>
                  </a:lnTo>
                  <a:lnTo>
                    <a:pt x="736092" y="114300"/>
                  </a:lnTo>
                  <a:lnTo>
                    <a:pt x="736092" y="96012"/>
                  </a:lnTo>
                  <a:lnTo>
                    <a:pt x="699516" y="96012"/>
                  </a:lnTo>
                  <a:lnTo>
                    <a:pt x="692681" y="91963"/>
                  </a:lnTo>
                  <a:lnTo>
                    <a:pt x="685990" y="88773"/>
                  </a:lnTo>
                  <a:lnTo>
                    <a:pt x="652391" y="81033"/>
                  </a:lnTo>
                  <a:lnTo>
                    <a:pt x="644652" y="80772"/>
                  </a:lnTo>
                  <a:close/>
                </a:path>
                <a:path w="736600" h="315594">
                  <a:moveTo>
                    <a:pt x="736092" y="286512"/>
                  </a:moveTo>
                  <a:lnTo>
                    <a:pt x="699516" y="286512"/>
                  </a:lnTo>
                  <a:lnTo>
                    <a:pt x="699516" y="307848"/>
                  </a:lnTo>
                  <a:lnTo>
                    <a:pt x="736092" y="307848"/>
                  </a:lnTo>
                  <a:lnTo>
                    <a:pt x="736092" y="286512"/>
                  </a:lnTo>
                  <a:close/>
                </a:path>
                <a:path w="736600" h="315594">
                  <a:moveTo>
                    <a:pt x="736092" y="114300"/>
                  </a:moveTo>
                  <a:lnTo>
                    <a:pt x="658368" y="114300"/>
                  </a:lnTo>
                  <a:lnTo>
                    <a:pt x="667512" y="115824"/>
                  </a:lnTo>
                  <a:lnTo>
                    <a:pt x="673608" y="117348"/>
                  </a:lnTo>
                  <a:lnTo>
                    <a:pt x="679584" y="118776"/>
                  </a:lnTo>
                  <a:lnTo>
                    <a:pt x="685990" y="120776"/>
                  </a:lnTo>
                  <a:lnTo>
                    <a:pt x="692681" y="123348"/>
                  </a:lnTo>
                  <a:lnTo>
                    <a:pt x="699516" y="126492"/>
                  </a:lnTo>
                  <a:lnTo>
                    <a:pt x="699516" y="254507"/>
                  </a:lnTo>
                  <a:lnTo>
                    <a:pt x="663463" y="275677"/>
                  </a:lnTo>
                  <a:lnTo>
                    <a:pt x="641604" y="278892"/>
                  </a:lnTo>
                  <a:lnTo>
                    <a:pt x="736092" y="278892"/>
                  </a:lnTo>
                  <a:lnTo>
                    <a:pt x="736092" y="114300"/>
                  </a:lnTo>
                  <a:close/>
                </a:path>
                <a:path w="736600" h="315594">
                  <a:moveTo>
                    <a:pt x="736092" y="0"/>
                  </a:moveTo>
                  <a:lnTo>
                    <a:pt x="699516" y="0"/>
                  </a:lnTo>
                  <a:lnTo>
                    <a:pt x="699516" y="96012"/>
                  </a:lnTo>
                  <a:lnTo>
                    <a:pt x="736092" y="96012"/>
                  </a:lnTo>
                  <a:lnTo>
                    <a:pt x="736092" y="0"/>
                  </a:lnTo>
                  <a:close/>
                </a:path>
                <a:path w="736600" h="315594">
                  <a:moveTo>
                    <a:pt x="283464" y="80772"/>
                  </a:moveTo>
                  <a:lnTo>
                    <a:pt x="243649" y="88582"/>
                  </a:lnTo>
                  <a:lnTo>
                    <a:pt x="211836" y="111251"/>
                  </a:lnTo>
                  <a:lnTo>
                    <a:pt x="191262" y="147828"/>
                  </a:lnTo>
                  <a:lnTo>
                    <a:pt x="184404" y="198120"/>
                  </a:lnTo>
                  <a:lnTo>
                    <a:pt x="186094" y="223242"/>
                  </a:lnTo>
                  <a:lnTo>
                    <a:pt x="199191" y="266057"/>
                  </a:lnTo>
                  <a:lnTo>
                    <a:pt x="225171" y="297465"/>
                  </a:lnTo>
                  <a:lnTo>
                    <a:pt x="261747" y="313467"/>
                  </a:lnTo>
                  <a:lnTo>
                    <a:pt x="283464" y="315468"/>
                  </a:lnTo>
                  <a:lnTo>
                    <a:pt x="304942" y="313467"/>
                  </a:lnTo>
                  <a:lnTo>
                    <a:pt x="323850" y="307467"/>
                  </a:lnTo>
                  <a:lnTo>
                    <a:pt x="340471" y="297465"/>
                  </a:lnTo>
                  <a:lnTo>
                    <a:pt x="355092" y="283463"/>
                  </a:lnTo>
                  <a:lnTo>
                    <a:pt x="356197" y="281939"/>
                  </a:lnTo>
                  <a:lnTo>
                    <a:pt x="283464" y="281939"/>
                  </a:lnTo>
                  <a:lnTo>
                    <a:pt x="269486" y="280749"/>
                  </a:lnTo>
                  <a:lnTo>
                    <a:pt x="232148" y="248912"/>
                  </a:lnTo>
                  <a:lnTo>
                    <a:pt x="222504" y="198120"/>
                  </a:lnTo>
                  <a:lnTo>
                    <a:pt x="223623" y="177831"/>
                  </a:lnTo>
                  <a:lnTo>
                    <a:pt x="239268" y="134112"/>
                  </a:lnTo>
                  <a:lnTo>
                    <a:pt x="283464" y="112775"/>
                  </a:lnTo>
                  <a:lnTo>
                    <a:pt x="356195" y="112775"/>
                  </a:lnTo>
                  <a:lnTo>
                    <a:pt x="355092" y="111251"/>
                  </a:lnTo>
                  <a:lnTo>
                    <a:pt x="340471" y="98131"/>
                  </a:lnTo>
                  <a:lnTo>
                    <a:pt x="323850" y="88582"/>
                  </a:lnTo>
                  <a:lnTo>
                    <a:pt x="304942" y="82748"/>
                  </a:lnTo>
                  <a:lnTo>
                    <a:pt x="283464" y="80772"/>
                  </a:lnTo>
                  <a:close/>
                </a:path>
                <a:path w="736600" h="315594">
                  <a:moveTo>
                    <a:pt x="356195" y="112775"/>
                  </a:moveTo>
                  <a:lnTo>
                    <a:pt x="283464" y="112775"/>
                  </a:lnTo>
                  <a:lnTo>
                    <a:pt x="297441" y="114180"/>
                  </a:lnTo>
                  <a:lnTo>
                    <a:pt x="309562" y="118300"/>
                  </a:lnTo>
                  <a:lnTo>
                    <a:pt x="340042" y="160401"/>
                  </a:lnTo>
                  <a:lnTo>
                    <a:pt x="344424" y="198120"/>
                  </a:lnTo>
                  <a:lnTo>
                    <a:pt x="343304" y="217550"/>
                  </a:lnTo>
                  <a:lnTo>
                    <a:pt x="327660" y="262127"/>
                  </a:lnTo>
                  <a:lnTo>
                    <a:pt x="283464" y="281939"/>
                  </a:lnTo>
                  <a:lnTo>
                    <a:pt x="356197" y="281939"/>
                  </a:lnTo>
                  <a:lnTo>
                    <a:pt x="367093" y="266914"/>
                  </a:lnTo>
                  <a:lnTo>
                    <a:pt x="375666" y="247078"/>
                  </a:lnTo>
                  <a:lnTo>
                    <a:pt x="380809" y="224099"/>
                  </a:lnTo>
                  <a:lnTo>
                    <a:pt x="382524" y="198120"/>
                  </a:lnTo>
                  <a:lnTo>
                    <a:pt x="380809" y="171259"/>
                  </a:lnTo>
                  <a:lnTo>
                    <a:pt x="375666" y="147828"/>
                  </a:lnTo>
                  <a:lnTo>
                    <a:pt x="367093" y="127825"/>
                  </a:lnTo>
                  <a:lnTo>
                    <a:pt x="356195" y="112775"/>
                  </a:lnTo>
                  <a:close/>
                </a:path>
                <a:path w="736600" h="315594">
                  <a:moveTo>
                    <a:pt x="458724" y="86868"/>
                  </a:moveTo>
                  <a:lnTo>
                    <a:pt x="420624" y="86868"/>
                  </a:lnTo>
                  <a:lnTo>
                    <a:pt x="420624" y="307848"/>
                  </a:lnTo>
                  <a:lnTo>
                    <a:pt x="458724" y="307848"/>
                  </a:lnTo>
                  <a:lnTo>
                    <a:pt x="458724" y="150875"/>
                  </a:lnTo>
                  <a:lnTo>
                    <a:pt x="465581" y="144565"/>
                  </a:lnTo>
                  <a:lnTo>
                    <a:pt x="501396" y="126301"/>
                  </a:lnTo>
                  <a:lnTo>
                    <a:pt x="516636" y="124968"/>
                  </a:lnTo>
                  <a:lnTo>
                    <a:pt x="537972" y="124968"/>
                  </a:lnTo>
                  <a:lnTo>
                    <a:pt x="537972" y="118872"/>
                  </a:lnTo>
                  <a:lnTo>
                    <a:pt x="458724" y="118872"/>
                  </a:lnTo>
                  <a:lnTo>
                    <a:pt x="458724" y="86868"/>
                  </a:lnTo>
                  <a:close/>
                </a:path>
                <a:path w="736600" h="315594">
                  <a:moveTo>
                    <a:pt x="537972" y="124968"/>
                  </a:moveTo>
                  <a:lnTo>
                    <a:pt x="530352" y="124968"/>
                  </a:lnTo>
                  <a:lnTo>
                    <a:pt x="533400" y="126492"/>
                  </a:lnTo>
                  <a:lnTo>
                    <a:pt x="537972" y="126492"/>
                  </a:lnTo>
                  <a:lnTo>
                    <a:pt x="537972" y="124968"/>
                  </a:lnTo>
                  <a:close/>
                </a:path>
                <a:path w="736600" h="315594">
                  <a:moveTo>
                    <a:pt x="536448" y="86868"/>
                  </a:moveTo>
                  <a:lnTo>
                    <a:pt x="522732" y="86868"/>
                  </a:lnTo>
                  <a:lnTo>
                    <a:pt x="515850" y="87201"/>
                  </a:lnTo>
                  <a:lnTo>
                    <a:pt x="477393" y="104394"/>
                  </a:lnTo>
                  <a:lnTo>
                    <a:pt x="458724" y="118872"/>
                  </a:lnTo>
                  <a:lnTo>
                    <a:pt x="537972" y="118872"/>
                  </a:lnTo>
                  <a:lnTo>
                    <a:pt x="537972" y="88392"/>
                  </a:lnTo>
                  <a:lnTo>
                    <a:pt x="536448" y="86868"/>
                  </a:lnTo>
                  <a:close/>
                </a:path>
                <a:path w="736600" h="315594">
                  <a:moveTo>
                    <a:pt x="176784" y="12192"/>
                  </a:moveTo>
                  <a:lnTo>
                    <a:pt x="0" y="12192"/>
                  </a:lnTo>
                  <a:lnTo>
                    <a:pt x="0" y="307848"/>
                  </a:lnTo>
                  <a:lnTo>
                    <a:pt x="39624" y="307848"/>
                  </a:lnTo>
                  <a:lnTo>
                    <a:pt x="39624" y="166116"/>
                  </a:lnTo>
                  <a:lnTo>
                    <a:pt x="172212" y="166116"/>
                  </a:lnTo>
                  <a:lnTo>
                    <a:pt x="172212" y="131064"/>
                  </a:lnTo>
                  <a:lnTo>
                    <a:pt x="39624" y="131064"/>
                  </a:lnTo>
                  <a:lnTo>
                    <a:pt x="39624" y="47244"/>
                  </a:lnTo>
                  <a:lnTo>
                    <a:pt x="176784" y="47244"/>
                  </a:lnTo>
                  <a:lnTo>
                    <a:pt x="176784" y="121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5" y="886962"/>
              <a:ext cx="129539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1459" y="894582"/>
              <a:ext cx="121920" cy="169545"/>
            </a:xfrm>
            <a:custGeom>
              <a:avLst/>
              <a:gdLst/>
              <a:ahLst/>
              <a:cxnLst/>
              <a:rect l="l" t="t" r="r" b="b"/>
              <a:pathLst>
                <a:path w="121920" h="169544">
                  <a:moveTo>
                    <a:pt x="60959" y="0"/>
                  </a:moveTo>
                  <a:lnTo>
                    <a:pt x="24741" y="12215"/>
                  </a:lnTo>
                  <a:lnTo>
                    <a:pt x="4381" y="47624"/>
                  </a:lnTo>
                  <a:lnTo>
                    <a:pt x="0" y="85343"/>
                  </a:lnTo>
                  <a:lnTo>
                    <a:pt x="1119" y="104751"/>
                  </a:lnTo>
                  <a:lnTo>
                    <a:pt x="16763" y="147827"/>
                  </a:lnTo>
                  <a:lnTo>
                    <a:pt x="60959" y="169163"/>
                  </a:lnTo>
                  <a:lnTo>
                    <a:pt x="74723" y="167997"/>
                  </a:lnTo>
                  <a:lnTo>
                    <a:pt x="112275" y="136778"/>
                  </a:lnTo>
                  <a:lnTo>
                    <a:pt x="121919" y="85343"/>
                  </a:lnTo>
                  <a:lnTo>
                    <a:pt x="120800" y="65055"/>
                  </a:lnTo>
                  <a:lnTo>
                    <a:pt x="105155" y="21335"/>
                  </a:lnTo>
                  <a:lnTo>
                    <a:pt x="60959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435" y="859530"/>
              <a:ext cx="135635" cy="2392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38955" y="781806"/>
              <a:ext cx="736600" cy="315595"/>
            </a:xfrm>
            <a:custGeom>
              <a:avLst/>
              <a:gdLst/>
              <a:ahLst/>
              <a:cxnLst/>
              <a:rect l="l" t="t" r="r" b="b"/>
              <a:pathLst>
                <a:path w="736600" h="315594">
                  <a:moveTo>
                    <a:pt x="283463" y="80771"/>
                  </a:moveTo>
                  <a:lnTo>
                    <a:pt x="323849" y="88582"/>
                  </a:lnTo>
                  <a:lnTo>
                    <a:pt x="355091" y="111251"/>
                  </a:lnTo>
                  <a:lnTo>
                    <a:pt x="375665" y="147827"/>
                  </a:lnTo>
                  <a:lnTo>
                    <a:pt x="382523" y="198119"/>
                  </a:lnTo>
                  <a:lnTo>
                    <a:pt x="380809" y="224099"/>
                  </a:lnTo>
                  <a:lnTo>
                    <a:pt x="367093" y="266914"/>
                  </a:lnTo>
                  <a:lnTo>
                    <a:pt x="340471" y="297465"/>
                  </a:lnTo>
                  <a:lnTo>
                    <a:pt x="304942" y="313467"/>
                  </a:lnTo>
                  <a:lnTo>
                    <a:pt x="283463" y="315467"/>
                  </a:lnTo>
                  <a:lnTo>
                    <a:pt x="261746" y="313467"/>
                  </a:lnTo>
                  <a:lnTo>
                    <a:pt x="225170" y="297465"/>
                  </a:lnTo>
                  <a:lnTo>
                    <a:pt x="199191" y="266057"/>
                  </a:lnTo>
                  <a:lnTo>
                    <a:pt x="186094" y="223242"/>
                  </a:lnTo>
                  <a:lnTo>
                    <a:pt x="184403" y="198119"/>
                  </a:lnTo>
                  <a:lnTo>
                    <a:pt x="186118" y="171259"/>
                  </a:lnTo>
                  <a:lnTo>
                    <a:pt x="199834" y="127825"/>
                  </a:lnTo>
                  <a:lnTo>
                    <a:pt x="226671" y="98131"/>
                  </a:lnTo>
                  <a:lnTo>
                    <a:pt x="262628" y="82748"/>
                  </a:lnTo>
                  <a:lnTo>
                    <a:pt x="283463" y="80771"/>
                  </a:lnTo>
                  <a:close/>
                </a:path>
                <a:path w="736600" h="315594">
                  <a:moveTo>
                    <a:pt x="0" y="12191"/>
                  </a:moveTo>
                  <a:lnTo>
                    <a:pt x="176783" y="12191"/>
                  </a:lnTo>
                  <a:lnTo>
                    <a:pt x="176783" y="47243"/>
                  </a:lnTo>
                  <a:lnTo>
                    <a:pt x="39623" y="47243"/>
                  </a:lnTo>
                  <a:lnTo>
                    <a:pt x="39623" y="131063"/>
                  </a:lnTo>
                  <a:lnTo>
                    <a:pt x="172211" y="131063"/>
                  </a:lnTo>
                  <a:lnTo>
                    <a:pt x="172211" y="166115"/>
                  </a:lnTo>
                  <a:lnTo>
                    <a:pt x="39623" y="166115"/>
                  </a:lnTo>
                  <a:lnTo>
                    <a:pt x="39623" y="307847"/>
                  </a:lnTo>
                  <a:lnTo>
                    <a:pt x="0" y="307847"/>
                  </a:lnTo>
                  <a:lnTo>
                    <a:pt x="0" y="12191"/>
                  </a:lnTo>
                  <a:close/>
                </a:path>
                <a:path w="736600" h="315594">
                  <a:moveTo>
                    <a:pt x="699515" y="0"/>
                  </a:moveTo>
                  <a:lnTo>
                    <a:pt x="736091" y="0"/>
                  </a:lnTo>
                  <a:lnTo>
                    <a:pt x="736091" y="307847"/>
                  </a:lnTo>
                  <a:lnTo>
                    <a:pt x="699515" y="307847"/>
                  </a:lnTo>
                  <a:lnTo>
                    <a:pt x="699515" y="286511"/>
                  </a:lnTo>
                  <a:lnTo>
                    <a:pt x="693419" y="291083"/>
                  </a:lnTo>
                  <a:lnTo>
                    <a:pt x="688847" y="294131"/>
                  </a:lnTo>
                  <a:lnTo>
                    <a:pt x="684275" y="298703"/>
                  </a:lnTo>
                  <a:lnTo>
                    <a:pt x="679703" y="301751"/>
                  </a:lnTo>
                  <a:lnTo>
                    <a:pt x="675131" y="304799"/>
                  </a:lnTo>
                  <a:lnTo>
                    <a:pt x="669035" y="306323"/>
                  </a:lnTo>
                  <a:lnTo>
                    <a:pt x="664463" y="309371"/>
                  </a:lnTo>
                  <a:lnTo>
                    <a:pt x="658367" y="310895"/>
                  </a:lnTo>
                  <a:lnTo>
                    <a:pt x="652271" y="312419"/>
                  </a:lnTo>
                  <a:lnTo>
                    <a:pt x="647699" y="313943"/>
                  </a:lnTo>
                  <a:lnTo>
                    <a:pt x="640079" y="315467"/>
                  </a:lnTo>
                  <a:lnTo>
                    <a:pt x="632459" y="315467"/>
                  </a:lnTo>
                  <a:lnTo>
                    <a:pt x="592097" y="302990"/>
                  </a:lnTo>
                  <a:lnTo>
                    <a:pt x="563498" y="268985"/>
                  </a:lnTo>
                  <a:lnTo>
                    <a:pt x="551497" y="225742"/>
                  </a:lnTo>
                  <a:lnTo>
                    <a:pt x="550163" y="199643"/>
                  </a:lnTo>
                  <a:lnTo>
                    <a:pt x="550711" y="185356"/>
                  </a:lnTo>
                  <a:lnTo>
                    <a:pt x="561760" y="138469"/>
                  </a:lnTo>
                  <a:lnTo>
                    <a:pt x="585358" y="104679"/>
                  </a:lnTo>
                  <a:lnTo>
                    <a:pt x="625792" y="82867"/>
                  </a:lnTo>
                  <a:lnTo>
                    <a:pt x="644651" y="80771"/>
                  </a:lnTo>
                  <a:lnTo>
                    <a:pt x="652391" y="81033"/>
                  </a:lnTo>
                  <a:lnTo>
                    <a:pt x="692681" y="91963"/>
                  </a:lnTo>
                  <a:lnTo>
                    <a:pt x="699515" y="96011"/>
                  </a:lnTo>
                  <a:lnTo>
                    <a:pt x="69951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10022" y="1461765"/>
            <a:ext cx="7682230" cy="25107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54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95" dirty="0">
                <a:latin typeface="Microsoft Sans Serif"/>
                <a:cs typeface="Microsoft Sans Serif"/>
              </a:rPr>
              <a:t>Dựa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vào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bảng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trên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thể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suy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ra:</a:t>
            </a:r>
            <a:endParaRPr sz="2600">
              <a:latin typeface="Microsoft Sans Serif"/>
              <a:cs typeface="Microsoft Sans Serif"/>
            </a:endParaRPr>
          </a:p>
          <a:p>
            <a:pPr marL="561340" lvl="1" indent="-229235">
              <a:lnSpc>
                <a:spcPct val="100000"/>
              </a:lnSpc>
              <a:spcBef>
                <a:spcPts val="40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Microsoft Sans Serif"/>
                <a:cs typeface="Microsoft Sans Serif"/>
              </a:rPr>
              <a:t>từ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hay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2: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không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có;</a:t>
            </a:r>
            <a:endParaRPr sz="2400">
              <a:latin typeface="Microsoft Sans Serif"/>
              <a:cs typeface="Microsoft Sans Serif"/>
            </a:endParaRPr>
          </a:p>
          <a:p>
            <a:pPr marL="561340" marR="1452880" lvl="1" indent="-229235">
              <a:lnSpc>
                <a:spcPct val="100400"/>
              </a:lnSpc>
              <a:spcBef>
                <a:spcPts val="38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4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(độ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dài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2):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</a:t>
            </a:r>
            <a:r>
              <a:rPr sz="2400" spc="-5" dirty="0">
                <a:latin typeface="Symbol"/>
                <a:cs typeface="Symbol"/>
              </a:rPr>
              <a:t>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6</a:t>
            </a:r>
            <a:r>
              <a:rPr sz="2400" spc="-5" dirty="0">
                <a:latin typeface="Symbol"/>
                <a:cs typeface="Symbol"/>
              </a:rPr>
              <a:t>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5</a:t>
            </a:r>
            <a:r>
              <a:rPr sz="2400" spc="-5" dirty="0">
                <a:latin typeface="Symbol"/>
                <a:cs typeface="Symbol"/>
              </a:rPr>
              <a:t>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3;</a:t>
            </a:r>
            <a:endParaRPr sz="2400">
              <a:latin typeface="Microsoft Sans Serif"/>
              <a:cs typeface="Microsoft Sans Serif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5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(độ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dài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-1):5</a:t>
            </a:r>
            <a:r>
              <a:rPr sz="2400" spc="-5" dirty="0">
                <a:latin typeface="Symbol"/>
                <a:cs typeface="Symbol"/>
              </a:rPr>
              <a:t>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3;</a:t>
            </a:r>
            <a:endParaRPr sz="2400">
              <a:latin typeface="Microsoft Sans Serif"/>
              <a:cs typeface="Microsoft Sans Serif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spc="95" dirty="0">
                <a:latin typeface="Microsoft Sans Serif"/>
                <a:cs typeface="Microsoft Sans Serif"/>
              </a:rPr>
              <a:t>Đường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ngắn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nhất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đến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6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(độ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dài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1):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6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5</a:t>
            </a:r>
            <a:r>
              <a:rPr sz="2400" spc="-5" dirty="0">
                <a:latin typeface="Symbol"/>
                <a:cs typeface="Symbol"/>
              </a:rPr>
              <a:t>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3.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909572" y="4078218"/>
          <a:ext cx="6322056" cy="2590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81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29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k=0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29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k=1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1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k=2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1(5)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9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k=3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2(6)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1(5)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91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k=4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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Symbol"/>
                          <a:cs typeface="Symbol"/>
                        </a:rPr>
                        <a:t>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2(6)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-1(3)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1(5)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32052" y="3345812"/>
            <a:ext cx="7826375" cy="120586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200" b="1" spc="-5" dirty="0">
                <a:latin typeface="Tahoma"/>
                <a:cs typeface="Tahoma"/>
              </a:rPr>
              <a:t>BÀI</a:t>
            </a:r>
            <a:r>
              <a:rPr sz="3200" b="1" spc="-1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TOÁN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ĐƯỜNG</a:t>
            </a:r>
            <a:r>
              <a:rPr sz="3200" b="1" spc="-3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ĐI</a:t>
            </a:r>
            <a:r>
              <a:rPr sz="3200" b="1" spc="-5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NGẮN</a:t>
            </a:r>
            <a:r>
              <a:rPr sz="3200" b="1" spc="-30" dirty="0">
                <a:latin typeface="Tahoma"/>
                <a:cs typeface="Tahoma"/>
              </a:rPr>
              <a:t> </a:t>
            </a:r>
            <a:r>
              <a:rPr sz="3200" b="1" dirty="0">
                <a:latin typeface="Tahoma"/>
                <a:cs typeface="Tahoma"/>
              </a:rPr>
              <a:t>NHẤT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3600" b="1" spc="-5" dirty="0">
                <a:solidFill>
                  <a:srgbClr val="0070C0"/>
                </a:solidFill>
                <a:latin typeface="Tahoma"/>
                <a:cs typeface="Tahoma"/>
              </a:rPr>
              <a:t>THUẬT</a:t>
            </a:r>
            <a:r>
              <a:rPr sz="3600" b="1" spc="-40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Tahoma"/>
                <a:cs typeface="Tahoma"/>
              </a:rPr>
              <a:t>TOÁN</a:t>
            </a:r>
            <a:r>
              <a:rPr sz="3600" b="1" spc="-1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Tahoma"/>
                <a:cs typeface="Tahoma"/>
              </a:rPr>
              <a:t>FLOYD</a:t>
            </a:r>
            <a:r>
              <a:rPr sz="3600" b="1" spc="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3600" b="1" dirty="0">
                <a:solidFill>
                  <a:srgbClr val="0070C0"/>
                </a:solidFill>
                <a:latin typeface="Tahoma"/>
                <a:cs typeface="Tahoma"/>
              </a:rPr>
              <a:t>–</a:t>
            </a:r>
            <a:r>
              <a:rPr sz="3600" b="1" spc="-20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3600" b="1" spc="-10" dirty="0">
                <a:solidFill>
                  <a:srgbClr val="0070C0"/>
                </a:solidFill>
                <a:latin typeface="Tahoma"/>
                <a:cs typeface="Tahoma"/>
              </a:rPr>
              <a:t>WARSHALL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72539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29245" cy="2952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48514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Thuật toán </a:t>
            </a:r>
            <a:r>
              <a:rPr sz="2600" spc="135" dirty="0">
                <a:latin typeface="Microsoft Sans Serif"/>
                <a:cs typeface="Microsoft Sans Serif"/>
              </a:rPr>
              <a:t>được </a:t>
            </a:r>
            <a:r>
              <a:rPr sz="2600" dirty="0">
                <a:latin typeface="Microsoft Sans Serif"/>
                <a:cs typeface="Microsoft Sans Serif"/>
              </a:rPr>
              <a:t>nhà toán </a:t>
            </a:r>
            <a:r>
              <a:rPr sz="2600" spc="-5" dirty="0">
                <a:latin typeface="Microsoft Sans Serif"/>
                <a:cs typeface="Microsoft Sans Serif"/>
              </a:rPr>
              <a:t>học </a:t>
            </a:r>
            <a:r>
              <a:rPr sz="2600" spc="105" dirty="0">
                <a:latin typeface="Microsoft Sans Serif"/>
                <a:cs typeface="Microsoft Sans Serif"/>
              </a:rPr>
              <a:t>người </a:t>
            </a:r>
            <a:r>
              <a:rPr sz="2600" dirty="0">
                <a:latin typeface="Microsoft Sans Serif"/>
                <a:cs typeface="Microsoft Sans Serif"/>
              </a:rPr>
              <a:t>Mỹ, Robert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Floyd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(1936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2001)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đưa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ra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vào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năm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1962.</a:t>
            </a:r>
            <a:endParaRPr sz="2600">
              <a:latin typeface="Microsoft Sans Serif"/>
              <a:cs typeface="Microsoft Sans Serif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Bernard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Roy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(1934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-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)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cũng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đưa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ra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tương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tự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vào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năm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1959.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Do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vậy,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còn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tên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gọi 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Roy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Floyd.</a:t>
            </a:r>
            <a:endParaRPr sz="2600">
              <a:latin typeface="Microsoft Sans Serif"/>
              <a:cs typeface="Microsoft Sans Serif"/>
            </a:endParaRPr>
          </a:p>
          <a:p>
            <a:pPr marL="286385" marR="16002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Stephen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Warshall</a:t>
            </a:r>
            <a:r>
              <a:rPr sz="2600" dirty="0">
                <a:latin typeface="Microsoft Sans Serif"/>
                <a:cs typeface="Microsoft Sans Serif"/>
              </a:rPr>
              <a:t> (1935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685" dirty="0">
                <a:latin typeface="Microsoft Sans Serif"/>
                <a:cs typeface="Microsoft Sans Serif"/>
              </a:rPr>
              <a:t>–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2006)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cũng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công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bố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tương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tự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vào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năm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1962.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72867" y="4541514"/>
            <a:ext cx="1214628" cy="18288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58867" y="4541514"/>
            <a:ext cx="1386839" cy="18288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21068" y="4541514"/>
            <a:ext cx="1313687" cy="18288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346451" y="6471965"/>
            <a:ext cx="1350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Robert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Floyd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4730064" y="6471965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Bernard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Roy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60032" y="6471965"/>
            <a:ext cx="181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Stephen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Warshall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032759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16545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Thuật toán </a:t>
            </a:r>
            <a:r>
              <a:rPr sz="2600" spc="-5" dirty="0">
                <a:latin typeface="Microsoft Sans Serif"/>
                <a:cs typeface="Microsoft Sans Serif"/>
              </a:rPr>
              <a:t>Floyd </a:t>
            </a:r>
            <a:r>
              <a:rPr sz="2600" spc="135" dirty="0">
                <a:latin typeface="Microsoft Sans Serif"/>
                <a:cs typeface="Microsoft Sans Serif"/>
              </a:rPr>
              <a:t>được </a:t>
            </a:r>
            <a:r>
              <a:rPr sz="2600" dirty="0">
                <a:latin typeface="Microsoft Sans Serif"/>
                <a:cs typeface="Microsoft Sans Serif"/>
              </a:rPr>
              <a:t>dùng </a:t>
            </a:r>
            <a:r>
              <a:rPr sz="2600" spc="-5" dirty="0">
                <a:latin typeface="Microsoft Sans Serif"/>
                <a:cs typeface="Microsoft Sans Serif"/>
              </a:rPr>
              <a:t>để </a:t>
            </a:r>
            <a:r>
              <a:rPr sz="2600" spc="40" dirty="0">
                <a:latin typeface="Microsoft Sans Serif"/>
                <a:cs typeface="Microsoft Sans Serif"/>
              </a:rPr>
              <a:t>tìm </a:t>
            </a:r>
            <a:r>
              <a:rPr sz="2600" dirty="0">
                <a:latin typeface="Microsoft Sans Serif"/>
                <a:cs typeface="Microsoft Sans Serif"/>
              </a:rPr>
              <a:t>ra </a:t>
            </a:r>
            <a:r>
              <a:rPr sz="2600" spc="105" dirty="0">
                <a:solidFill>
                  <a:srgbClr val="C00000"/>
                </a:solidFill>
                <a:latin typeface="Microsoft Sans Serif"/>
                <a:cs typeface="Microsoft Sans Serif"/>
              </a:rPr>
              <a:t>đường </a:t>
            </a:r>
            <a:r>
              <a:rPr sz="26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đi </a:t>
            </a:r>
            <a:r>
              <a:rPr sz="26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ngắn</a:t>
            </a:r>
            <a:r>
              <a:rPr sz="2600" spc="3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nhất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65" dirty="0">
                <a:solidFill>
                  <a:srgbClr val="C00000"/>
                </a:solidFill>
                <a:latin typeface="Microsoft Sans Serif"/>
                <a:cs typeface="Microsoft Sans Serif"/>
              </a:rPr>
              <a:t>giữa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tất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5" dirty="0">
                <a:solidFill>
                  <a:srgbClr val="C00000"/>
                </a:solidFill>
                <a:latin typeface="Microsoft Sans Serif"/>
                <a:cs typeface="Microsoft Sans Serif"/>
              </a:rPr>
              <a:t>cả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C00000"/>
                </a:solidFill>
                <a:latin typeface="Microsoft Sans Serif"/>
                <a:cs typeface="Microsoft Sans Serif"/>
              </a:rPr>
              <a:t>cặp</a:t>
            </a:r>
            <a:r>
              <a:rPr sz="26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kỳ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của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thị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cạnh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trọng</a:t>
            </a:r>
            <a:r>
              <a:rPr sz="2600" spc="3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100" dirty="0">
                <a:solidFill>
                  <a:srgbClr val="C00000"/>
                </a:solidFill>
                <a:latin typeface="Microsoft Sans Serif"/>
                <a:cs typeface="Microsoft Sans Serif"/>
              </a:rPr>
              <a:t>lượng</a:t>
            </a:r>
            <a:r>
              <a:rPr sz="2600" spc="4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600" spc="90" dirty="0">
                <a:solidFill>
                  <a:srgbClr val="C00000"/>
                </a:solidFill>
                <a:latin typeface="Microsoft Sans Serif"/>
                <a:cs typeface="Microsoft Sans Serif"/>
              </a:rPr>
              <a:t>dương</a:t>
            </a:r>
            <a:r>
              <a:rPr sz="2600" spc="90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286385" marR="15748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145" dirty="0">
                <a:latin typeface="Microsoft Sans Serif"/>
                <a:cs typeface="Microsoft Sans Serif"/>
              </a:rPr>
              <a:t>Dữ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liệu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nhập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trận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lượng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032759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622" y="1441766"/>
            <a:ext cx="8050530" cy="35007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11785" indent="-274320">
              <a:lnSpc>
                <a:spcPct val="100000"/>
              </a:lnSpc>
              <a:spcBef>
                <a:spcPts val="7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60" dirty="0">
                <a:latin typeface="Microsoft Sans Serif"/>
                <a:cs typeface="Microsoft Sans Serif"/>
              </a:rPr>
              <a:t>Khởi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đầu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trận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D.</a:t>
            </a:r>
            <a:endParaRPr sz="2600">
              <a:latin typeface="Microsoft Sans Serif"/>
              <a:cs typeface="Microsoft Sans Serif"/>
            </a:endParaRPr>
          </a:p>
          <a:p>
            <a:pPr marL="311785" marR="3048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spc="75" dirty="0">
                <a:latin typeface="Microsoft Sans Serif"/>
                <a:cs typeface="Microsoft Sans Serif"/>
              </a:rPr>
              <a:t>Thực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hiện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lần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lặp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trên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D.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bước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lặp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thứ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k,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D[i,j]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chứa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độ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dài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ngắn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từ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đến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đỉnh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5" dirty="0">
                <a:latin typeface="Microsoft Sans Serif"/>
                <a:cs typeface="Microsoft Sans Serif"/>
              </a:rPr>
              <a:t>j 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mà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chỉ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đi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chỉ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vượt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quá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k.</a:t>
            </a:r>
            <a:endParaRPr sz="2600">
              <a:latin typeface="Microsoft Sans Serif"/>
              <a:cs typeface="Microsoft Sans Serif"/>
            </a:endParaRPr>
          </a:p>
          <a:p>
            <a:pPr marL="311785" marR="66929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312420" algn="l"/>
              </a:tabLst>
            </a:pPr>
            <a:r>
              <a:rPr sz="2600" dirty="0">
                <a:latin typeface="Microsoft Sans Serif"/>
                <a:cs typeface="Microsoft Sans Serif"/>
              </a:rPr>
              <a:t>Vậy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trong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bước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lặp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thứ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thực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hiện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theo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công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thức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đây:</a:t>
            </a:r>
            <a:endParaRPr sz="2600">
              <a:latin typeface="Microsoft Sans Serif"/>
              <a:cs typeface="Microsoft Sans Serif"/>
            </a:endParaRPr>
          </a:p>
          <a:p>
            <a:pPr marL="90678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Microsoft Sans Serif"/>
                <a:cs typeface="Microsoft Sans Serif"/>
              </a:rPr>
              <a:t>D</a:t>
            </a:r>
            <a:r>
              <a:rPr sz="2550" spc="-7" baseline="26143" dirty="0">
                <a:latin typeface="Microsoft Sans Serif"/>
                <a:cs typeface="Microsoft Sans Serif"/>
              </a:rPr>
              <a:t>(k)</a:t>
            </a:r>
            <a:r>
              <a:rPr sz="2600" spc="-5" dirty="0">
                <a:latin typeface="Microsoft Sans Serif"/>
                <a:cs typeface="Microsoft Sans Serif"/>
              </a:rPr>
              <a:t>[i,j]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min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(D</a:t>
            </a:r>
            <a:r>
              <a:rPr sz="2550" baseline="26143" dirty="0">
                <a:latin typeface="Microsoft Sans Serif"/>
                <a:cs typeface="Microsoft Sans Serif"/>
              </a:rPr>
              <a:t>(k-1)</a:t>
            </a:r>
            <a:r>
              <a:rPr sz="2600" dirty="0">
                <a:latin typeface="Microsoft Sans Serif"/>
                <a:cs typeface="Microsoft Sans Serif"/>
              </a:rPr>
              <a:t>[i,j]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,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</a:t>
            </a:r>
            <a:r>
              <a:rPr sz="2550" baseline="26143" dirty="0">
                <a:latin typeface="Microsoft Sans Serif"/>
                <a:cs typeface="Microsoft Sans Serif"/>
              </a:rPr>
              <a:t>(k-1)</a:t>
            </a:r>
            <a:r>
              <a:rPr sz="2600" dirty="0">
                <a:latin typeface="Microsoft Sans Serif"/>
                <a:cs typeface="Microsoft Sans Serif"/>
              </a:rPr>
              <a:t>[i,k]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</a:t>
            </a:r>
            <a:r>
              <a:rPr sz="2550" baseline="26143" dirty="0">
                <a:latin typeface="Microsoft Sans Serif"/>
                <a:cs typeface="Microsoft Sans Serif"/>
              </a:rPr>
              <a:t>(k-1)</a:t>
            </a:r>
            <a:r>
              <a:rPr sz="2600" dirty="0">
                <a:latin typeface="Microsoft Sans Serif"/>
                <a:cs typeface="Microsoft Sans Serif"/>
              </a:rPr>
              <a:t>[k,j])</a:t>
            </a:r>
            <a:endParaRPr sz="2600">
              <a:latin typeface="Microsoft Sans Serif"/>
              <a:cs typeface="Microsoft Sans Serif"/>
            </a:endParaRPr>
          </a:p>
          <a:p>
            <a:pPr marL="2870835">
              <a:lnSpc>
                <a:spcPct val="100000"/>
              </a:lnSpc>
            </a:pP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1,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2,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...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,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n.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79" y="748278"/>
            <a:ext cx="4305299" cy="4328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25296" y="1488942"/>
            <a:ext cx="8691880" cy="4993005"/>
            <a:chOff x="1225296" y="1488942"/>
            <a:chExt cx="8691880" cy="49930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5296" y="1488942"/>
              <a:ext cx="8238744" cy="49926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25296" y="1488942"/>
              <a:ext cx="8691880" cy="4993005"/>
            </a:xfrm>
            <a:custGeom>
              <a:avLst/>
              <a:gdLst/>
              <a:ahLst/>
              <a:cxnLst/>
              <a:rect l="l" t="t" r="r" b="b"/>
              <a:pathLst>
                <a:path w="8691880" h="4993005">
                  <a:moveTo>
                    <a:pt x="8237220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4991100"/>
                  </a:lnTo>
                  <a:lnTo>
                    <a:pt x="3047" y="4992624"/>
                  </a:lnTo>
                  <a:lnTo>
                    <a:pt x="8237220" y="4992624"/>
                  </a:lnTo>
                  <a:lnTo>
                    <a:pt x="8240268" y="4991100"/>
                  </a:lnTo>
                  <a:lnTo>
                    <a:pt x="8240268" y="3048"/>
                  </a:lnTo>
                  <a:lnTo>
                    <a:pt x="8237220" y="0"/>
                  </a:lnTo>
                  <a:close/>
                </a:path>
                <a:path w="8691880" h="4993005">
                  <a:moveTo>
                    <a:pt x="8691372" y="4572"/>
                  </a:moveTo>
                  <a:lnTo>
                    <a:pt x="8240268" y="4572"/>
                  </a:lnTo>
                  <a:lnTo>
                    <a:pt x="8240268" y="4988052"/>
                  </a:lnTo>
                  <a:lnTo>
                    <a:pt x="8691372" y="4988052"/>
                  </a:lnTo>
                  <a:lnTo>
                    <a:pt x="8691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5296" y="1488942"/>
              <a:ext cx="8238744" cy="49926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25296" y="1488942"/>
              <a:ext cx="8240395" cy="4993005"/>
            </a:xfrm>
            <a:custGeom>
              <a:avLst/>
              <a:gdLst/>
              <a:ahLst/>
              <a:cxnLst/>
              <a:rect l="l" t="t" r="r" b="b"/>
              <a:pathLst>
                <a:path w="8240395" h="4993005">
                  <a:moveTo>
                    <a:pt x="8237220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4991100"/>
                  </a:lnTo>
                  <a:lnTo>
                    <a:pt x="3047" y="4992624"/>
                  </a:lnTo>
                  <a:lnTo>
                    <a:pt x="8237220" y="4992624"/>
                  </a:lnTo>
                  <a:lnTo>
                    <a:pt x="8240268" y="4991100"/>
                  </a:lnTo>
                  <a:lnTo>
                    <a:pt x="8240268" y="4988052"/>
                  </a:lnTo>
                  <a:lnTo>
                    <a:pt x="10667" y="4988052"/>
                  </a:lnTo>
                  <a:lnTo>
                    <a:pt x="4571" y="4983480"/>
                  </a:lnTo>
                  <a:lnTo>
                    <a:pt x="10667" y="4983480"/>
                  </a:lnTo>
                  <a:lnTo>
                    <a:pt x="10667" y="10667"/>
                  </a:lnTo>
                  <a:lnTo>
                    <a:pt x="4571" y="10667"/>
                  </a:lnTo>
                  <a:lnTo>
                    <a:pt x="10667" y="4572"/>
                  </a:lnTo>
                  <a:lnTo>
                    <a:pt x="8240268" y="4572"/>
                  </a:lnTo>
                  <a:lnTo>
                    <a:pt x="8240268" y="3048"/>
                  </a:lnTo>
                  <a:lnTo>
                    <a:pt x="8237220" y="0"/>
                  </a:lnTo>
                  <a:close/>
                </a:path>
                <a:path w="8240395" h="4993005">
                  <a:moveTo>
                    <a:pt x="10667" y="4983480"/>
                  </a:moveTo>
                  <a:lnTo>
                    <a:pt x="4571" y="4983480"/>
                  </a:lnTo>
                  <a:lnTo>
                    <a:pt x="10667" y="4988052"/>
                  </a:lnTo>
                  <a:lnTo>
                    <a:pt x="10667" y="4983480"/>
                  </a:lnTo>
                  <a:close/>
                </a:path>
                <a:path w="8240395" h="4993005">
                  <a:moveTo>
                    <a:pt x="8229600" y="4983480"/>
                  </a:moveTo>
                  <a:lnTo>
                    <a:pt x="10667" y="4983480"/>
                  </a:lnTo>
                  <a:lnTo>
                    <a:pt x="10667" y="4988052"/>
                  </a:lnTo>
                  <a:lnTo>
                    <a:pt x="8229600" y="4988052"/>
                  </a:lnTo>
                  <a:lnTo>
                    <a:pt x="8229600" y="4983480"/>
                  </a:lnTo>
                  <a:close/>
                </a:path>
                <a:path w="8240395" h="4993005">
                  <a:moveTo>
                    <a:pt x="8229600" y="4572"/>
                  </a:moveTo>
                  <a:lnTo>
                    <a:pt x="8229600" y="4988052"/>
                  </a:lnTo>
                  <a:lnTo>
                    <a:pt x="8234172" y="4983480"/>
                  </a:lnTo>
                  <a:lnTo>
                    <a:pt x="8240268" y="4983480"/>
                  </a:lnTo>
                  <a:lnTo>
                    <a:pt x="8240268" y="10667"/>
                  </a:lnTo>
                  <a:lnTo>
                    <a:pt x="8234172" y="10667"/>
                  </a:lnTo>
                  <a:lnTo>
                    <a:pt x="8229600" y="4572"/>
                  </a:lnTo>
                  <a:close/>
                </a:path>
                <a:path w="8240395" h="4993005">
                  <a:moveTo>
                    <a:pt x="8240268" y="4983480"/>
                  </a:moveTo>
                  <a:lnTo>
                    <a:pt x="8234172" y="4983480"/>
                  </a:lnTo>
                  <a:lnTo>
                    <a:pt x="8229600" y="4988052"/>
                  </a:lnTo>
                  <a:lnTo>
                    <a:pt x="8240268" y="4988052"/>
                  </a:lnTo>
                  <a:lnTo>
                    <a:pt x="8240268" y="4983480"/>
                  </a:lnTo>
                  <a:close/>
                </a:path>
                <a:path w="8240395" h="4993005">
                  <a:moveTo>
                    <a:pt x="10667" y="4572"/>
                  </a:moveTo>
                  <a:lnTo>
                    <a:pt x="4571" y="10667"/>
                  </a:lnTo>
                  <a:lnTo>
                    <a:pt x="10667" y="10667"/>
                  </a:lnTo>
                  <a:lnTo>
                    <a:pt x="10667" y="4572"/>
                  </a:lnTo>
                  <a:close/>
                </a:path>
                <a:path w="8240395" h="4993005">
                  <a:moveTo>
                    <a:pt x="8229600" y="4572"/>
                  </a:moveTo>
                  <a:lnTo>
                    <a:pt x="10667" y="4572"/>
                  </a:lnTo>
                  <a:lnTo>
                    <a:pt x="10667" y="10667"/>
                  </a:lnTo>
                  <a:lnTo>
                    <a:pt x="8229600" y="10667"/>
                  </a:lnTo>
                  <a:lnTo>
                    <a:pt x="8229600" y="4572"/>
                  </a:lnTo>
                  <a:close/>
                </a:path>
                <a:path w="8240395" h="4993005">
                  <a:moveTo>
                    <a:pt x="8240268" y="4572"/>
                  </a:moveTo>
                  <a:lnTo>
                    <a:pt x="8229600" y="4572"/>
                  </a:lnTo>
                  <a:lnTo>
                    <a:pt x="8234172" y="10667"/>
                  </a:lnTo>
                  <a:lnTo>
                    <a:pt x="8240268" y="10667"/>
                  </a:lnTo>
                  <a:lnTo>
                    <a:pt x="8240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10232" y="1450306"/>
            <a:ext cx="7950834" cy="4773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ourier New"/>
                <a:cs typeface="Courier New"/>
              </a:rPr>
              <a:t>void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Floyd()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Courier New"/>
                <a:cs typeface="Courier New"/>
              </a:rPr>
              <a:t>for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(i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0;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&lt;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L="1840864" marR="3205480" indent="-915035">
              <a:lnSpc>
                <a:spcPct val="105000"/>
              </a:lnSpc>
            </a:pPr>
            <a:r>
              <a:rPr sz="2000" spc="-5" dirty="0">
                <a:latin typeface="Courier New"/>
                <a:cs typeface="Courier New"/>
              </a:rPr>
              <a:t>for (j </a:t>
            </a:r>
            <a:r>
              <a:rPr sz="2000" dirty="0">
                <a:latin typeface="Courier New"/>
                <a:cs typeface="Courier New"/>
              </a:rPr>
              <a:t>= </a:t>
            </a:r>
            <a:r>
              <a:rPr sz="2000" spc="-5" dirty="0">
                <a:latin typeface="Courier New"/>
                <a:cs typeface="Courier New"/>
              </a:rPr>
              <a:t>0; </a:t>
            </a:r>
            <a:r>
              <a:rPr sz="2000" dirty="0">
                <a:latin typeface="Courier New"/>
                <a:cs typeface="Courier New"/>
              </a:rPr>
              <a:t>j &lt; </a:t>
            </a:r>
            <a:r>
              <a:rPr sz="2000" spc="-5" dirty="0">
                <a:latin typeface="Courier New"/>
                <a:cs typeface="Courier New"/>
              </a:rPr>
              <a:t>n; j++) </a:t>
            </a:r>
            <a:r>
              <a:rPr sz="2000" dirty="0">
                <a:latin typeface="Courier New"/>
                <a:cs typeface="Courier New"/>
              </a:rPr>
              <a:t>{ </a:t>
            </a:r>
            <a:r>
              <a:rPr sz="2000" spc="-11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d[i][j] </a:t>
            </a:r>
            <a:r>
              <a:rPr sz="2000" dirty="0">
                <a:latin typeface="Courier New"/>
                <a:cs typeface="Courier New"/>
              </a:rPr>
              <a:t>= </a:t>
            </a:r>
            <a:r>
              <a:rPr sz="2000" spc="-5" dirty="0">
                <a:latin typeface="Courier New"/>
                <a:cs typeface="Courier New"/>
              </a:rPr>
              <a:t>a[i][j];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p[i][j]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i;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Courier New"/>
                <a:cs typeface="Courier New"/>
              </a:rPr>
              <a:t>for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(k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0;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k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&lt;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n;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k++)</a:t>
            </a:r>
            <a:endParaRPr sz="2000">
              <a:latin typeface="Courier New"/>
              <a:cs typeface="Courier New"/>
            </a:endParaRPr>
          </a:p>
          <a:p>
            <a:pPr marL="1840864" marR="2900045" indent="-915035">
              <a:lnSpc>
                <a:spcPct val="105000"/>
              </a:lnSpc>
            </a:pPr>
            <a:r>
              <a:rPr sz="2000" spc="-5" dirty="0">
                <a:latin typeface="Courier New"/>
                <a:cs typeface="Courier New"/>
              </a:rPr>
              <a:t>for</a:t>
            </a:r>
            <a:r>
              <a:rPr sz="2000" spc="18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(i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0;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</a:t>
            </a:r>
            <a:r>
              <a:rPr sz="2000" spc="19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&lt;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n;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i++)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for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(j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0;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j&lt;n;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j++)</a:t>
            </a:r>
            <a:endParaRPr sz="2000">
              <a:latin typeface="Courier New"/>
              <a:cs typeface="Courier New"/>
            </a:endParaRPr>
          </a:p>
          <a:p>
            <a:pPr marL="2755265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Courier New"/>
                <a:cs typeface="Courier New"/>
              </a:rPr>
              <a:t>if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(d[i][j]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d[i][k]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d[k][j])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69665" marR="5080">
              <a:lnSpc>
                <a:spcPct val="105000"/>
              </a:lnSpc>
            </a:pPr>
            <a:r>
              <a:rPr sz="2000" spc="-5" dirty="0">
                <a:latin typeface="Courier New"/>
                <a:cs typeface="Courier New"/>
              </a:rPr>
              <a:t>d[i][j] </a:t>
            </a:r>
            <a:r>
              <a:rPr sz="2000" dirty="0">
                <a:latin typeface="Courier New"/>
                <a:cs typeface="Courier New"/>
              </a:rPr>
              <a:t>= </a:t>
            </a:r>
            <a:r>
              <a:rPr sz="2000" spc="-5" dirty="0">
                <a:latin typeface="Courier New"/>
                <a:cs typeface="Courier New"/>
              </a:rPr>
              <a:t>d[i][k] </a:t>
            </a:r>
            <a:r>
              <a:rPr sz="2000" dirty="0">
                <a:latin typeface="Courier New"/>
                <a:cs typeface="Courier New"/>
              </a:rPr>
              <a:t>+ </a:t>
            </a:r>
            <a:r>
              <a:rPr sz="2000" spc="-5" dirty="0">
                <a:latin typeface="Courier New"/>
                <a:cs typeface="Courier New"/>
              </a:rPr>
              <a:t>d[k][j];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p[i][j]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p[k][j];</a:t>
            </a:r>
            <a:endParaRPr sz="2000">
              <a:latin typeface="Courier New"/>
              <a:cs typeface="Courier New"/>
            </a:endParaRPr>
          </a:p>
          <a:p>
            <a:pPr marL="2755265">
              <a:lnSpc>
                <a:spcPts val="2225"/>
              </a:lnSpc>
            </a:pPr>
            <a:r>
              <a:rPr sz="1900" spc="-5" dirty="0"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5" y="673602"/>
              <a:ext cx="4806695" cy="5105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31784" cy="2952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486409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Giả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sử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80" dirty="0">
                <a:latin typeface="Microsoft Sans Serif"/>
                <a:cs typeface="Microsoft Sans Serif"/>
              </a:rPr>
              <a:t>(V,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E)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có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trọng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số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không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âm.</a:t>
            </a:r>
            <a:endParaRPr sz="2600">
              <a:latin typeface="Microsoft Sans Serif"/>
              <a:cs typeface="Microsoft Sans Serif"/>
            </a:endParaRPr>
          </a:p>
          <a:p>
            <a:pPr marL="286385" marR="7239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Ký </a:t>
            </a:r>
            <a:r>
              <a:rPr sz="2600" spc="-5" dirty="0">
                <a:latin typeface="Microsoft Sans Serif"/>
                <a:cs typeface="Microsoft Sans Serif"/>
              </a:rPr>
              <a:t>hiệu: </a:t>
            </a:r>
            <a:r>
              <a:rPr sz="2600" i="1" dirty="0">
                <a:latin typeface="Arial"/>
                <a:cs typeface="Arial"/>
              </a:rPr>
              <a:t>d(x,y) </a:t>
            </a:r>
            <a:r>
              <a:rPr sz="2600" i="1" spc="-5" dirty="0">
                <a:latin typeface="Arial"/>
                <a:cs typeface="Arial"/>
              </a:rPr>
              <a:t>là </a:t>
            </a:r>
            <a:r>
              <a:rPr sz="2600" i="1" dirty="0">
                <a:latin typeface="Arial"/>
                <a:cs typeface="Arial"/>
              </a:rPr>
              <a:t>khoảng cách giữa đỉnh x và đỉnh y </a:t>
            </a:r>
            <a:r>
              <a:rPr sz="2600" i="1" spc="-710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trong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đồ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thị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G.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Khoảng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cách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giữa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x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và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y </a:t>
            </a:r>
            <a:r>
              <a:rPr sz="2600" i="1" spc="-5" dirty="0">
                <a:latin typeface="Arial"/>
                <a:cs typeface="Arial"/>
              </a:rPr>
              <a:t>là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độ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dài </a:t>
            </a:r>
            <a:r>
              <a:rPr sz="2600" i="1" dirty="0">
                <a:latin typeface="Arial"/>
                <a:cs typeface="Arial"/>
              </a:rPr>
              <a:t> đường </a:t>
            </a:r>
            <a:r>
              <a:rPr sz="2600" i="1" spc="-5" dirty="0">
                <a:latin typeface="Arial"/>
                <a:cs typeface="Arial"/>
              </a:rPr>
              <a:t>đi</a:t>
            </a:r>
            <a:r>
              <a:rPr sz="2600" i="1" dirty="0">
                <a:latin typeface="Arial"/>
                <a:cs typeface="Arial"/>
              </a:rPr>
              <a:t> ngắn nhất</a:t>
            </a:r>
            <a:r>
              <a:rPr sz="2600" i="1" spc="-5" dirty="0">
                <a:latin typeface="Arial"/>
                <a:cs typeface="Arial"/>
              </a:rPr>
              <a:t> giữa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x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và </a:t>
            </a:r>
            <a:r>
              <a:rPr sz="2600" i="1" spc="-95" dirty="0">
                <a:latin typeface="Arial"/>
                <a:cs typeface="Arial"/>
              </a:rPr>
              <a:t>y.</a:t>
            </a:r>
            <a:endParaRPr sz="2600">
              <a:latin typeface="Arial"/>
              <a:cs typeface="Arial"/>
            </a:endParaRPr>
          </a:p>
          <a:p>
            <a:pPr marL="286385" marR="5080" indent="-274320">
              <a:lnSpc>
                <a:spcPts val="3120"/>
              </a:lnSpc>
              <a:spcBef>
                <a:spcPts val="69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Đại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lượng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i="1" spc="-5" dirty="0">
                <a:latin typeface="Arial"/>
                <a:cs typeface="Arial"/>
              </a:rPr>
              <a:t>d(a)</a:t>
            </a:r>
            <a:r>
              <a:rPr sz="2600" i="1" dirty="0">
                <a:latin typeface="Arial"/>
                <a:cs typeface="Arial"/>
              </a:rPr>
              <a:t> =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max</a:t>
            </a:r>
            <a:r>
              <a:rPr sz="2600" i="1" spc="1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{d(x,</a:t>
            </a:r>
            <a:r>
              <a:rPr sz="2600" i="1" spc="-5" dirty="0">
                <a:latin typeface="Arial"/>
                <a:cs typeface="Arial"/>
              </a:rPr>
              <a:t> a) </a:t>
            </a:r>
            <a:r>
              <a:rPr sz="2600" i="1" dirty="0">
                <a:latin typeface="Arial"/>
                <a:cs typeface="Arial"/>
              </a:rPr>
              <a:t>| x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750" spc="-95" dirty="0">
                <a:latin typeface="Cambria Math"/>
                <a:cs typeface="Cambria Math"/>
              </a:rPr>
              <a:t>∈</a:t>
            </a:r>
            <a:r>
              <a:rPr sz="2750" spc="120" dirty="0">
                <a:latin typeface="Cambria Math"/>
                <a:cs typeface="Cambria Math"/>
              </a:rPr>
              <a:t> </a:t>
            </a:r>
            <a:r>
              <a:rPr sz="2600" i="1" dirty="0">
                <a:latin typeface="Arial"/>
                <a:cs typeface="Arial"/>
              </a:rPr>
              <a:t>V}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được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gọi </a:t>
            </a:r>
            <a:r>
              <a:rPr sz="2600" i="1" spc="-5" dirty="0">
                <a:latin typeface="Arial"/>
                <a:cs typeface="Arial"/>
              </a:rPr>
              <a:t>là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độ </a:t>
            </a:r>
            <a:r>
              <a:rPr sz="2600" i="1" spc="-7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lệch</a:t>
            </a:r>
            <a:r>
              <a:rPr sz="2600" i="1" spc="-20" dirty="0">
                <a:latin typeface="Arial"/>
                <a:cs typeface="Arial"/>
              </a:rPr>
              <a:t> </a:t>
            </a:r>
            <a:r>
              <a:rPr sz="2600" i="1" spc="5" dirty="0">
                <a:latin typeface="Arial"/>
                <a:cs typeface="Arial"/>
              </a:rPr>
              <a:t>của</a:t>
            </a:r>
            <a:r>
              <a:rPr sz="2600" i="1" dirty="0">
                <a:latin typeface="Arial"/>
                <a:cs typeface="Arial"/>
              </a:rPr>
              <a:t> đỉnh a </a:t>
            </a:r>
            <a:r>
              <a:rPr sz="2600" i="1" spc="-5" dirty="0">
                <a:latin typeface="Arial"/>
                <a:cs typeface="Arial"/>
              </a:rPr>
              <a:t>trong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5" y="673602"/>
              <a:ext cx="4806695" cy="5105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77878"/>
            <a:ext cx="8029575" cy="47263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32384" indent="-274320" algn="just">
              <a:lnSpc>
                <a:spcPts val="2810"/>
              </a:lnSpc>
              <a:spcBef>
                <a:spcPts val="45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Các </a:t>
            </a:r>
            <a:r>
              <a:rPr sz="2600" spc="-5" dirty="0">
                <a:latin typeface="Microsoft Sans Serif"/>
                <a:cs typeface="Microsoft Sans Serif"/>
              </a:rPr>
              <a:t>khái niệm </a:t>
            </a:r>
            <a:r>
              <a:rPr sz="2600" dirty="0">
                <a:latin typeface="Microsoft Sans Serif"/>
                <a:cs typeface="Microsoft Sans Serif"/>
              </a:rPr>
              <a:t>bán </a:t>
            </a:r>
            <a:r>
              <a:rPr sz="2600" spc="25" dirty="0">
                <a:latin typeface="Microsoft Sans Serif"/>
                <a:cs typeface="Microsoft Sans Serif"/>
              </a:rPr>
              <a:t>kính, </a:t>
            </a:r>
            <a:r>
              <a:rPr sz="2600" dirty="0">
                <a:latin typeface="Microsoft Sans Serif"/>
                <a:cs typeface="Microsoft Sans Serif"/>
              </a:rPr>
              <a:t>tâm và </a:t>
            </a:r>
            <a:r>
              <a:rPr sz="2600" spc="105" dirty="0">
                <a:latin typeface="Microsoft Sans Serif"/>
                <a:cs typeface="Microsoft Sans Serif"/>
              </a:rPr>
              <a:t>đường </a:t>
            </a:r>
            <a:r>
              <a:rPr sz="2600" spc="35" dirty="0">
                <a:latin typeface="Microsoft Sans Serif"/>
                <a:cs typeface="Microsoft Sans Serif"/>
              </a:rPr>
              <a:t>kính </a:t>
            </a:r>
            <a:r>
              <a:rPr sz="2600" dirty="0">
                <a:latin typeface="Microsoft Sans Serif"/>
                <a:cs typeface="Microsoft Sans Serif"/>
              </a:rPr>
              <a:t>của một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thị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được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định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nghĩa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như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sau:</a:t>
            </a:r>
            <a:endParaRPr sz="2600">
              <a:latin typeface="Microsoft Sans Serif"/>
              <a:cs typeface="Microsoft Sans Serif"/>
            </a:endParaRPr>
          </a:p>
          <a:p>
            <a:pPr marL="527685" marR="5080" indent="-515620">
              <a:lnSpc>
                <a:spcPts val="2810"/>
              </a:lnSpc>
              <a:spcBef>
                <a:spcPts val="595"/>
              </a:spcBef>
              <a:buClr>
                <a:srgbClr val="4F81BD"/>
              </a:buClr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i="1" dirty="0">
                <a:latin typeface="Arial"/>
                <a:cs typeface="Arial"/>
              </a:rPr>
              <a:t>Bán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kính R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spc="5" dirty="0">
                <a:latin typeface="Arial"/>
                <a:cs typeface="Arial"/>
              </a:rPr>
              <a:t>của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đồ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thị</a:t>
            </a:r>
            <a:r>
              <a:rPr sz="2600" i="1" dirty="0">
                <a:latin typeface="Arial"/>
                <a:cs typeface="Arial"/>
              </a:rPr>
              <a:t> G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là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độ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lệch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bé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nhất trên các </a:t>
            </a:r>
            <a:r>
              <a:rPr sz="2600" i="1" spc="-710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đỉnh: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i="1" spc="-10" dirty="0">
                <a:latin typeface="Arial"/>
                <a:cs typeface="Arial"/>
              </a:rPr>
              <a:t>min</a:t>
            </a:r>
            <a:r>
              <a:rPr sz="2600" i="1" spc="2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{d(a)</a:t>
            </a:r>
            <a:r>
              <a:rPr sz="2600" i="1" spc="-2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|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a </a:t>
            </a:r>
            <a:r>
              <a:rPr sz="2750" spc="-95" dirty="0">
                <a:latin typeface="Cambria Math"/>
                <a:cs typeface="Cambria Math"/>
              </a:rPr>
              <a:t>∈</a:t>
            </a:r>
            <a:r>
              <a:rPr sz="2750" spc="120" dirty="0">
                <a:latin typeface="Cambria Math"/>
                <a:cs typeface="Cambria Math"/>
              </a:rPr>
              <a:t> </a:t>
            </a:r>
            <a:r>
              <a:rPr sz="2600" i="1" dirty="0">
                <a:latin typeface="Arial"/>
                <a:cs typeface="Arial"/>
              </a:rPr>
              <a:t>V}.</a:t>
            </a:r>
            <a:endParaRPr sz="2600">
              <a:latin typeface="Arial"/>
              <a:cs typeface="Arial"/>
            </a:endParaRPr>
          </a:p>
          <a:p>
            <a:pPr marL="527685" indent="-515620">
              <a:lnSpc>
                <a:spcPts val="2890"/>
              </a:lnSpc>
              <a:spcBef>
                <a:spcPts val="245"/>
              </a:spcBef>
              <a:buClr>
                <a:srgbClr val="4F81BD"/>
              </a:buClr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i="1" dirty="0">
                <a:latin typeface="Arial"/>
                <a:cs typeface="Arial"/>
              </a:rPr>
              <a:t>Tâm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spc="5" dirty="0">
                <a:latin typeface="Arial"/>
                <a:cs typeface="Arial"/>
              </a:rPr>
              <a:t>của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đồ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thị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G </a:t>
            </a:r>
            <a:r>
              <a:rPr sz="2600" i="1" spc="-5" dirty="0">
                <a:latin typeface="Arial"/>
                <a:cs typeface="Arial"/>
              </a:rPr>
              <a:t>là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đỉnh</a:t>
            </a:r>
            <a:r>
              <a:rPr sz="2600" i="1" dirty="0">
                <a:latin typeface="Arial"/>
                <a:cs typeface="Arial"/>
              </a:rPr>
              <a:t> a có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độ </a:t>
            </a:r>
            <a:r>
              <a:rPr sz="2600" i="1" dirty="0">
                <a:latin typeface="Arial"/>
                <a:cs typeface="Arial"/>
              </a:rPr>
              <a:t>lệch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bé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nhất:</a:t>
            </a:r>
            <a:endParaRPr sz="2600">
              <a:latin typeface="Arial"/>
              <a:cs typeface="Arial"/>
            </a:endParaRPr>
          </a:p>
          <a:p>
            <a:pPr marL="527685">
              <a:lnSpc>
                <a:spcPts val="3070"/>
              </a:lnSpc>
            </a:pPr>
            <a:r>
              <a:rPr sz="2600" spc="-5" dirty="0">
                <a:latin typeface="Cambria Math"/>
                <a:cs typeface="Cambria Math"/>
              </a:rPr>
              <a:t>∀</a:t>
            </a:r>
            <a:r>
              <a:rPr sz="2600" i="1" spc="-5" dirty="0">
                <a:latin typeface="Arial"/>
                <a:cs typeface="Arial"/>
              </a:rPr>
              <a:t>x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750" spc="-95" dirty="0">
                <a:latin typeface="Cambria Math"/>
                <a:cs typeface="Cambria Math"/>
              </a:rPr>
              <a:t>∈</a:t>
            </a:r>
            <a:r>
              <a:rPr sz="2750" spc="110" dirty="0">
                <a:latin typeface="Cambria Math"/>
                <a:cs typeface="Cambria Math"/>
              </a:rPr>
              <a:t> </a:t>
            </a:r>
            <a:r>
              <a:rPr sz="2600" i="1" spc="-95" dirty="0">
                <a:latin typeface="Arial"/>
                <a:cs typeface="Arial"/>
              </a:rPr>
              <a:t>V,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d(a)</a:t>
            </a:r>
            <a:r>
              <a:rPr sz="2600" i="1" spc="-3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≤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d(x).</a:t>
            </a:r>
            <a:endParaRPr sz="2600">
              <a:latin typeface="Arial"/>
              <a:cs typeface="Arial"/>
            </a:endParaRPr>
          </a:p>
          <a:p>
            <a:pPr marL="527685" marR="644525" indent="-515620">
              <a:lnSpc>
                <a:spcPts val="2810"/>
              </a:lnSpc>
              <a:spcBef>
                <a:spcPts val="610"/>
              </a:spcBef>
              <a:buClr>
                <a:srgbClr val="4F81BD"/>
              </a:buClr>
              <a:buSzPct val="84615"/>
              <a:buAutoNum type="arabicPeriod" startAt="3"/>
              <a:tabLst>
                <a:tab pos="527685" algn="l"/>
                <a:tab pos="528320" algn="l"/>
              </a:tabLst>
            </a:pPr>
            <a:r>
              <a:rPr sz="2600" i="1" dirty="0">
                <a:latin typeface="Arial"/>
                <a:cs typeface="Arial"/>
              </a:rPr>
              <a:t>Đường kính của </a:t>
            </a:r>
            <a:r>
              <a:rPr sz="2600" i="1" spc="-5" dirty="0">
                <a:latin typeface="Arial"/>
                <a:cs typeface="Arial"/>
              </a:rPr>
              <a:t>đồ thị là </a:t>
            </a:r>
            <a:r>
              <a:rPr sz="2600" i="1" dirty="0">
                <a:latin typeface="Arial"/>
                <a:cs typeface="Arial"/>
              </a:rPr>
              <a:t>khoảng </a:t>
            </a:r>
            <a:r>
              <a:rPr sz="2600" i="1" spc="5" dirty="0">
                <a:latin typeface="Arial"/>
                <a:cs typeface="Arial"/>
              </a:rPr>
              <a:t>cách </a:t>
            </a:r>
            <a:r>
              <a:rPr sz="2600" i="1" dirty="0">
                <a:latin typeface="Arial"/>
                <a:cs typeface="Arial"/>
              </a:rPr>
              <a:t>dài nhất </a:t>
            </a:r>
            <a:r>
              <a:rPr sz="2600" i="1" spc="-7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giữa</a:t>
            </a:r>
            <a:r>
              <a:rPr sz="2600" i="1" spc="-20" dirty="0">
                <a:latin typeface="Arial"/>
                <a:cs typeface="Arial"/>
              </a:rPr>
              <a:t> </a:t>
            </a:r>
            <a:r>
              <a:rPr sz="2600" i="1" spc="5" dirty="0">
                <a:latin typeface="Arial"/>
                <a:cs typeface="Arial"/>
              </a:rPr>
              <a:t>các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spc="5" dirty="0">
                <a:latin typeface="Arial"/>
                <a:cs typeface="Arial"/>
              </a:rPr>
              <a:t>cặp</a:t>
            </a:r>
            <a:r>
              <a:rPr sz="2600" i="1" dirty="0">
                <a:latin typeface="Arial"/>
                <a:cs typeface="Arial"/>
              </a:rPr>
              <a:t> đỉnh</a:t>
            </a:r>
            <a:r>
              <a:rPr sz="2600" i="1" spc="-5" dirty="0">
                <a:latin typeface="Arial"/>
                <a:cs typeface="Arial"/>
              </a:rPr>
              <a:t> trong</a:t>
            </a:r>
            <a:r>
              <a:rPr sz="2600" i="1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đồ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thị:</a:t>
            </a:r>
            <a:endParaRPr sz="2600">
              <a:latin typeface="Microsoft Sans Serif"/>
              <a:cs typeface="Microsoft Sans Serif"/>
            </a:endParaRPr>
          </a:p>
          <a:p>
            <a:pPr marL="2131060">
              <a:lnSpc>
                <a:spcPct val="100000"/>
              </a:lnSpc>
              <a:spcBef>
                <a:spcPts val="95"/>
              </a:spcBef>
            </a:pPr>
            <a:r>
              <a:rPr sz="2600" i="1" dirty="0">
                <a:latin typeface="Arial"/>
                <a:cs typeface="Arial"/>
              </a:rPr>
              <a:t>d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=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max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{d(x,y)</a:t>
            </a:r>
            <a:r>
              <a:rPr sz="2600" i="1" spc="-2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| x,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y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750" spc="-95" dirty="0">
                <a:latin typeface="Cambria Math"/>
                <a:cs typeface="Cambria Math"/>
              </a:rPr>
              <a:t>∈</a:t>
            </a:r>
            <a:r>
              <a:rPr sz="2750" spc="114" dirty="0">
                <a:latin typeface="Cambria Math"/>
                <a:cs typeface="Cambria Math"/>
              </a:rPr>
              <a:t> </a:t>
            </a:r>
            <a:r>
              <a:rPr sz="2600" i="1" dirty="0">
                <a:latin typeface="Arial"/>
                <a:cs typeface="Arial"/>
              </a:rPr>
              <a:t>V}.</a:t>
            </a:r>
            <a:endParaRPr sz="2600">
              <a:latin typeface="Arial"/>
              <a:cs typeface="Arial"/>
            </a:endParaRPr>
          </a:p>
          <a:p>
            <a:pPr marL="286385" marR="24130" indent="-274320" algn="just">
              <a:lnSpc>
                <a:spcPct val="90000"/>
              </a:lnSpc>
              <a:spcBef>
                <a:spcPts val="57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Ý </a:t>
            </a:r>
            <a:r>
              <a:rPr sz="2600" spc="20" dirty="0">
                <a:latin typeface="Microsoft Sans Serif"/>
                <a:cs typeface="Microsoft Sans Serif"/>
              </a:rPr>
              <a:t>nghĩa </a:t>
            </a:r>
            <a:r>
              <a:rPr sz="2600" spc="5" dirty="0">
                <a:latin typeface="Microsoft Sans Serif"/>
                <a:cs typeface="Microsoft Sans Serif"/>
              </a:rPr>
              <a:t>của </a:t>
            </a:r>
            <a:r>
              <a:rPr sz="2600" dirty="0">
                <a:latin typeface="Microsoft Sans Serif"/>
                <a:cs typeface="Microsoft Sans Serif"/>
              </a:rPr>
              <a:t>tâm </a:t>
            </a:r>
            <a:r>
              <a:rPr sz="2600" spc="-5" dirty="0">
                <a:latin typeface="Microsoft Sans Serif"/>
                <a:cs typeface="Microsoft Sans Serif"/>
              </a:rPr>
              <a:t>đồ </a:t>
            </a:r>
            <a:r>
              <a:rPr sz="2600" spc="-10" dirty="0">
                <a:latin typeface="Microsoft Sans Serif"/>
                <a:cs typeface="Microsoft Sans Serif"/>
              </a:rPr>
              <a:t>thị: </a:t>
            </a:r>
            <a:r>
              <a:rPr sz="2600" dirty="0">
                <a:latin typeface="Microsoft Sans Serif"/>
                <a:cs typeface="Microsoft Sans Serif"/>
              </a:rPr>
              <a:t>Dùng </a:t>
            </a:r>
            <a:r>
              <a:rPr sz="2600" spc="-5" dirty="0">
                <a:latin typeface="Microsoft Sans Serif"/>
                <a:cs typeface="Microsoft Sans Serif"/>
              </a:rPr>
              <a:t>để </a:t>
            </a:r>
            <a:r>
              <a:rPr sz="2600" dirty="0">
                <a:latin typeface="Microsoft Sans Serif"/>
                <a:cs typeface="Microsoft Sans Serif"/>
              </a:rPr>
              <a:t>xác </a:t>
            </a:r>
            <a:r>
              <a:rPr sz="2600" spc="-5" dirty="0">
                <a:latin typeface="Microsoft Sans Serif"/>
                <a:cs typeface="Microsoft Sans Serif"/>
              </a:rPr>
              <a:t>định </a:t>
            </a:r>
            <a:r>
              <a:rPr sz="2600" dirty="0">
                <a:latin typeface="Microsoft Sans Serif"/>
                <a:cs typeface="Microsoft Sans Serif"/>
              </a:rPr>
              <a:t>thủ </a:t>
            </a:r>
            <a:r>
              <a:rPr sz="2600" spc="-5" dirty="0">
                <a:latin typeface="Microsoft Sans Serif"/>
                <a:cs typeface="Microsoft Sans Serif"/>
              </a:rPr>
              <a:t>đô </a:t>
            </a:r>
            <a:r>
              <a:rPr sz="2600" dirty="0">
                <a:latin typeface="Microsoft Sans Serif"/>
                <a:cs typeface="Microsoft Sans Serif"/>
              </a:rPr>
              <a:t>của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 </a:t>
            </a:r>
            <a:r>
              <a:rPr sz="2600" spc="105" dirty="0">
                <a:latin typeface="Microsoft Sans Serif"/>
                <a:cs typeface="Microsoft Sans Serif"/>
              </a:rPr>
              <a:t>nước, </a:t>
            </a:r>
            <a:r>
              <a:rPr sz="2600" dirty="0">
                <a:latin typeface="Microsoft Sans Serif"/>
                <a:cs typeface="Microsoft Sans Serif"/>
              </a:rPr>
              <a:t>nút </a:t>
            </a:r>
            <a:r>
              <a:rPr sz="2600" spc="-5" dirty="0">
                <a:latin typeface="Microsoft Sans Serif"/>
                <a:cs typeface="Microsoft Sans Serif"/>
              </a:rPr>
              <a:t>giao </a:t>
            </a:r>
            <a:r>
              <a:rPr sz="2600" dirty="0">
                <a:latin typeface="Microsoft Sans Serif"/>
                <a:cs typeface="Microsoft Sans Serif"/>
              </a:rPr>
              <a:t>thôngquan </a:t>
            </a:r>
            <a:r>
              <a:rPr sz="2600" spc="-5" dirty="0">
                <a:latin typeface="Microsoft Sans Serif"/>
                <a:cs typeface="Microsoft Sans Serif"/>
              </a:rPr>
              <a:t>trọng trong </a:t>
            </a:r>
            <a:r>
              <a:rPr sz="2600" dirty="0">
                <a:latin typeface="Microsoft Sans Serif"/>
                <a:cs typeface="Microsoft Sans Serif"/>
              </a:rPr>
              <a:t>một thành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phố,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vị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trí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đặt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máy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chủ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trong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một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mạng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máy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30" dirty="0">
                <a:latin typeface="Microsoft Sans Serif"/>
                <a:cs typeface="Microsoft Sans Serif"/>
              </a:rPr>
              <a:t>tính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...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5" y="673602"/>
              <a:ext cx="4806695" cy="5105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20050" cy="2555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4925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Dùng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thuật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toán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Floyd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để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30" dirty="0">
                <a:latin typeface="Microsoft Sans Serif"/>
                <a:cs typeface="Microsoft Sans Serif"/>
              </a:rPr>
              <a:t>tính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trận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khoảng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cách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của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các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cặp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đỉnh.</a:t>
            </a:r>
            <a:endParaRPr sz="2600">
              <a:latin typeface="Microsoft Sans Serif"/>
              <a:cs typeface="Microsoft Sans Serif"/>
            </a:endParaRPr>
          </a:p>
          <a:p>
            <a:pPr marL="286385" marR="26416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giá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trị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lớn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trên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mỗi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cột,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độ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lệch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tương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ứng.</a:t>
            </a:r>
            <a:endParaRPr sz="2600">
              <a:latin typeface="Microsoft Sans Serif"/>
              <a:cs typeface="Microsoft Sans Serif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spc="45" dirty="0">
                <a:latin typeface="Microsoft Sans Serif"/>
                <a:cs typeface="Microsoft Sans Serif"/>
              </a:rPr>
              <a:t>Tìm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đỉnh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với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độ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lệch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bé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nhất,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đó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chính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là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tâm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của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đồ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thị.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sp>
          <p:nvSpPr>
            <p:cNvPr id="3" name="object 3"/>
            <p:cNvSpPr/>
            <p:nvPr/>
          </p:nvSpPr>
          <p:spPr>
            <a:xfrm>
              <a:off x="862584" y="757422"/>
              <a:ext cx="891540" cy="408940"/>
            </a:xfrm>
            <a:custGeom>
              <a:avLst/>
              <a:gdLst/>
              <a:ahLst/>
              <a:cxnLst/>
              <a:rect l="l" t="t" r="r" b="b"/>
              <a:pathLst>
                <a:path w="891539" h="408940">
                  <a:moveTo>
                    <a:pt x="824484" y="370331"/>
                  </a:moveTo>
                  <a:lnTo>
                    <a:pt x="781811" y="370331"/>
                  </a:lnTo>
                  <a:lnTo>
                    <a:pt x="781811" y="408431"/>
                  </a:lnTo>
                  <a:lnTo>
                    <a:pt x="824484" y="408431"/>
                  </a:lnTo>
                  <a:lnTo>
                    <a:pt x="824484" y="370331"/>
                  </a:lnTo>
                  <a:close/>
                </a:path>
                <a:path w="891539" h="408940">
                  <a:moveTo>
                    <a:pt x="571500" y="105155"/>
                  </a:moveTo>
                  <a:lnTo>
                    <a:pt x="526970" y="117633"/>
                  </a:lnTo>
                  <a:lnTo>
                    <a:pt x="493585" y="152971"/>
                  </a:lnTo>
                  <a:lnTo>
                    <a:pt x="479107" y="196596"/>
                  </a:lnTo>
                  <a:lnTo>
                    <a:pt x="477012" y="224027"/>
                  </a:lnTo>
                  <a:lnTo>
                    <a:pt x="477321" y="237434"/>
                  </a:lnTo>
                  <a:lnTo>
                    <a:pt x="486584" y="283654"/>
                  </a:lnTo>
                  <a:lnTo>
                    <a:pt x="512254" y="321944"/>
                  </a:lnTo>
                  <a:lnTo>
                    <a:pt x="550425" y="339304"/>
                  </a:lnTo>
                  <a:lnTo>
                    <a:pt x="559307" y="339851"/>
                  </a:lnTo>
                  <a:lnTo>
                    <a:pt x="566928" y="339851"/>
                  </a:lnTo>
                  <a:lnTo>
                    <a:pt x="574547" y="338327"/>
                  </a:lnTo>
                  <a:lnTo>
                    <a:pt x="579119" y="336803"/>
                  </a:lnTo>
                  <a:lnTo>
                    <a:pt x="591312" y="333755"/>
                  </a:lnTo>
                  <a:lnTo>
                    <a:pt x="595884" y="330707"/>
                  </a:lnTo>
                  <a:lnTo>
                    <a:pt x="601979" y="329183"/>
                  </a:lnTo>
                  <a:lnTo>
                    <a:pt x="611124" y="323087"/>
                  </a:lnTo>
                  <a:lnTo>
                    <a:pt x="615696" y="318515"/>
                  </a:lnTo>
                  <a:lnTo>
                    <a:pt x="620268" y="315467"/>
                  </a:lnTo>
                  <a:lnTo>
                    <a:pt x="626363" y="310895"/>
                  </a:lnTo>
                  <a:lnTo>
                    <a:pt x="662940" y="310895"/>
                  </a:lnTo>
                  <a:lnTo>
                    <a:pt x="662940" y="303275"/>
                  </a:lnTo>
                  <a:lnTo>
                    <a:pt x="568452" y="303275"/>
                  </a:lnTo>
                  <a:lnTo>
                    <a:pt x="555617" y="302109"/>
                  </a:lnTo>
                  <a:lnTo>
                    <a:pt x="522827" y="271152"/>
                  </a:lnTo>
                  <a:lnTo>
                    <a:pt x="515112" y="222503"/>
                  </a:lnTo>
                  <a:lnTo>
                    <a:pt x="516231" y="203311"/>
                  </a:lnTo>
                  <a:lnTo>
                    <a:pt x="531876" y="160020"/>
                  </a:lnTo>
                  <a:lnTo>
                    <a:pt x="577596" y="138683"/>
                  </a:lnTo>
                  <a:lnTo>
                    <a:pt x="662940" y="138683"/>
                  </a:lnTo>
                  <a:lnTo>
                    <a:pt x="662940" y="120396"/>
                  </a:lnTo>
                  <a:lnTo>
                    <a:pt x="626363" y="120396"/>
                  </a:lnTo>
                  <a:lnTo>
                    <a:pt x="619529" y="116347"/>
                  </a:lnTo>
                  <a:lnTo>
                    <a:pt x="612838" y="113156"/>
                  </a:lnTo>
                  <a:lnTo>
                    <a:pt x="579239" y="105417"/>
                  </a:lnTo>
                  <a:lnTo>
                    <a:pt x="571500" y="105155"/>
                  </a:lnTo>
                  <a:close/>
                </a:path>
                <a:path w="891539" h="408940">
                  <a:moveTo>
                    <a:pt x="662940" y="310895"/>
                  </a:moveTo>
                  <a:lnTo>
                    <a:pt x="626363" y="310895"/>
                  </a:lnTo>
                  <a:lnTo>
                    <a:pt x="626363" y="332231"/>
                  </a:lnTo>
                  <a:lnTo>
                    <a:pt x="662940" y="332231"/>
                  </a:lnTo>
                  <a:lnTo>
                    <a:pt x="662940" y="310895"/>
                  </a:lnTo>
                  <a:close/>
                </a:path>
                <a:path w="891539" h="408940">
                  <a:moveTo>
                    <a:pt x="662940" y="138683"/>
                  </a:moveTo>
                  <a:lnTo>
                    <a:pt x="585216" y="138683"/>
                  </a:lnTo>
                  <a:lnTo>
                    <a:pt x="594360" y="140207"/>
                  </a:lnTo>
                  <a:lnTo>
                    <a:pt x="600456" y="141731"/>
                  </a:lnTo>
                  <a:lnTo>
                    <a:pt x="606432" y="143160"/>
                  </a:lnTo>
                  <a:lnTo>
                    <a:pt x="612838" y="145160"/>
                  </a:lnTo>
                  <a:lnTo>
                    <a:pt x="619529" y="147732"/>
                  </a:lnTo>
                  <a:lnTo>
                    <a:pt x="626363" y="150875"/>
                  </a:lnTo>
                  <a:lnTo>
                    <a:pt x="626363" y="278891"/>
                  </a:lnTo>
                  <a:lnTo>
                    <a:pt x="590311" y="300061"/>
                  </a:lnTo>
                  <a:lnTo>
                    <a:pt x="568452" y="303275"/>
                  </a:lnTo>
                  <a:lnTo>
                    <a:pt x="662940" y="303275"/>
                  </a:lnTo>
                  <a:lnTo>
                    <a:pt x="662940" y="138683"/>
                  </a:lnTo>
                  <a:close/>
                </a:path>
                <a:path w="891539" h="408940">
                  <a:moveTo>
                    <a:pt x="662940" y="24383"/>
                  </a:moveTo>
                  <a:lnTo>
                    <a:pt x="626363" y="24383"/>
                  </a:lnTo>
                  <a:lnTo>
                    <a:pt x="626363" y="120396"/>
                  </a:lnTo>
                  <a:lnTo>
                    <a:pt x="662940" y="120396"/>
                  </a:lnTo>
                  <a:lnTo>
                    <a:pt x="662940" y="24383"/>
                  </a:lnTo>
                  <a:close/>
                </a:path>
                <a:path w="891539" h="408940">
                  <a:moveTo>
                    <a:pt x="754379" y="111251"/>
                  </a:moveTo>
                  <a:lnTo>
                    <a:pt x="716279" y="111251"/>
                  </a:lnTo>
                  <a:lnTo>
                    <a:pt x="716279" y="254507"/>
                  </a:lnTo>
                  <a:lnTo>
                    <a:pt x="716589" y="265604"/>
                  </a:lnTo>
                  <a:lnTo>
                    <a:pt x="717613" y="275844"/>
                  </a:lnTo>
                  <a:lnTo>
                    <a:pt x="719494" y="284940"/>
                  </a:lnTo>
                  <a:lnTo>
                    <a:pt x="722376" y="292607"/>
                  </a:lnTo>
                  <a:lnTo>
                    <a:pt x="724947" y="300299"/>
                  </a:lnTo>
                  <a:lnTo>
                    <a:pt x="752379" y="331160"/>
                  </a:lnTo>
                  <a:lnTo>
                    <a:pt x="786384" y="339851"/>
                  </a:lnTo>
                  <a:lnTo>
                    <a:pt x="795504" y="339280"/>
                  </a:lnTo>
                  <a:lnTo>
                    <a:pt x="836866" y="321563"/>
                  </a:lnTo>
                  <a:lnTo>
                    <a:pt x="853440" y="307847"/>
                  </a:lnTo>
                  <a:lnTo>
                    <a:pt x="891540" y="307847"/>
                  </a:lnTo>
                  <a:lnTo>
                    <a:pt x="891540" y="303275"/>
                  </a:lnTo>
                  <a:lnTo>
                    <a:pt x="786384" y="303275"/>
                  </a:lnTo>
                  <a:lnTo>
                    <a:pt x="778764" y="301751"/>
                  </a:lnTo>
                  <a:lnTo>
                    <a:pt x="774191" y="300227"/>
                  </a:lnTo>
                  <a:lnTo>
                    <a:pt x="768096" y="297179"/>
                  </a:lnTo>
                  <a:lnTo>
                    <a:pt x="763523" y="292607"/>
                  </a:lnTo>
                  <a:lnTo>
                    <a:pt x="760476" y="286511"/>
                  </a:lnTo>
                  <a:lnTo>
                    <a:pt x="757428" y="281939"/>
                  </a:lnTo>
                  <a:lnTo>
                    <a:pt x="755904" y="274320"/>
                  </a:lnTo>
                  <a:lnTo>
                    <a:pt x="755904" y="266700"/>
                  </a:lnTo>
                  <a:lnTo>
                    <a:pt x="755022" y="260461"/>
                  </a:lnTo>
                  <a:lnTo>
                    <a:pt x="754570" y="253364"/>
                  </a:lnTo>
                  <a:lnTo>
                    <a:pt x="754403" y="245697"/>
                  </a:lnTo>
                  <a:lnTo>
                    <a:pt x="754379" y="111251"/>
                  </a:lnTo>
                  <a:close/>
                </a:path>
                <a:path w="891539" h="408940">
                  <a:moveTo>
                    <a:pt x="891540" y="307847"/>
                  </a:moveTo>
                  <a:lnTo>
                    <a:pt x="853440" y="307847"/>
                  </a:lnTo>
                  <a:lnTo>
                    <a:pt x="853440" y="332231"/>
                  </a:lnTo>
                  <a:lnTo>
                    <a:pt x="891540" y="332231"/>
                  </a:lnTo>
                  <a:lnTo>
                    <a:pt x="891540" y="307847"/>
                  </a:lnTo>
                  <a:close/>
                </a:path>
                <a:path w="891539" h="408940">
                  <a:moveTo>
                    <a:pt x="891540" y="111251"/>
                  </a:moveTo>
                  <a:lnTo>
                    <a:pt x="853440" y="111251"/>
                  </a:lnTo>
                  <a:lnTo>
                    <a:pt x="853440" y="277367"/>
                  </a:lnTo>
                  <a:lnTo>
                    <a:pt x="846558" y="282797"/>
                  </a:lnTo>
                  <a:lnTo>
                    <a:pt x="810006" y="301180"/>
                  </a:lnTo>
                  <a:lnTo>
                    <a:pt x="795528" y="303275"/>
                  </a:lnTo>
                  <a:lnTo>
                    <a:pt x="891540" y="303275"/>
                  </a:lnTo>
                  <a:lnTo>
                    <a:pt x="891540" y="111251"/>
                  </a:lnTo>
                  <a:close/>
                </a:path>
                <a:path w="891539" h="408940">
                  <a:moveTo>
                    <a:pt x="309372" y="111251"/>
                  </a:moveTo>
                  <a:lnTo>
                    <a:pt x="272796" y="111251"/>
                  </a:lnTo>
                  <a:lnTo>
                    <a:pt x="272796" y="332231"/>
                  </a:lnTo>
                  <a:lnTo>
                    <a:pt x="309372" y="332231"/>
                  </a:lnTo>
                  <a:lnTo>
                    <a:pt x="309372" y="111251"/>
                  </a:lnTo>
                  <a:close/>
                </a:path>
                <a:path w="891539" h="408940">
                  <a:moveTo>
                    <a:pt x="42671" y="36575"/>
                  </a:moveTo>
                  <a:lnTo>
                    <a:pt x="0" y="36575"/>
                  </a:lnTo>
                  <a:lnTo>
                    <a:pt x="102107" y="332231"/>
                  </a:lnTo>
                  <a:lnTo>
                    <a:pt x="144779" y="332231"/>
                  </a:lnTo>
                  <a:lnTo>
                    <a:pt x="162148" y="281939"/>
                  </a:lnTo>
                  <a:lnTo>
                    <a:pt x="124968" y="281939"/>
                  </a:lnTo>
                  <a:lnTo>
                    <a:pt x="42671" y="36575"/>
                  </a:lnTo>
                  <a:close/>
                </a:path>
                <a:path w="891539" h="408940">
                  <a:moveTo>
                    <a:pt x="246887" y="36575"/>
                  </a:moveTo>
                  <a:lnTo>
                    <a:pt x="205740" y="36575"/>
                  </a:lnTo>
                  <a:lnTo>
                    <a:pt x="124968" y="281939"/>
                  </a:lnTo>
                  <a:lnTo>
                    <a:pt x="162148" y="281939"/>
                  </a:lnTo>
                  <a:lnTo>
                    <a:pt x="246887" y="36575"/>
                  </a:lnTo>
                  <a:close/>
                </a:path>
                <a:path w="891539" h="408940">
                  <a:moveTo>
                    <a:pt x="352044" y="0"/>
                  </a:moveTo>
                  <a:lnTo>
                    <a:pt x="303275" y="0"/>
                  </a:lnTo>
                  <a:lnTo>
                    <a:pt x="268224" y="74675"/>
                  </a:lnTo>
                  <a:lnTo>
                    <a:pt x="298703" y="7467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4395" y="1127754"/>
              <a:ext cx="43180" cy="38100"/>
            </a:xfrm>
            <a:custGeom>
              <a:avLst/>
              <a:gdLst/>
              <a:ahLst/>
              <a:cxnLst/>
              <a:rect l="l" t="t" r="r" b="b"/>
              <a:pathLst>
                <a:path w="43180" h="38100">
                  <a:moveTo>
                    <a:pt x="0" y="0"/>
                  </a:moveTo>
                  <a:lnTo>
                    <a:pt x="42671" y="0"/>
                  </a:lnTo>
                  <a:lnTo>
                    <a:pt x="42671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551" y="886962"/>
              <a:ext cx="129539" cy="1828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2583" y="757422"/>
              <a:ext cx="891540" cy="340360"/>
            </a:xfrm>
            <a:custGeom>
              <a:avLst/>
              <a:gdLst/>
              <a:ahLst/>
              <a:cxnLst/>
              <a:rect l="l" t="t" r="r" b="b"/>
              <a:pathLst>
                <a:path w="891539" h="340359">
                  <a:moveTo>
                    <a:pt x="716279" y="111251"/>
                  </a:moveTo>
                  <a:lnTo>
                    <a:pt x="754379" y="111251"/>
                  </a:lnTo>
                  <a:lnTo>
                    <a:pt x="754379" y="237743"/>
                  </a:lnTo>
                  <a:lnTo>
                    <a:pt x="754403" y="245697"/>
                  </a:lnTo>
                  <a:lnTo>
                    <a:pt x="754570" y="253364"/>
                  </a:lnTo>
                  <a:lnTo>
                    <a:pt x="755022" y="260461"/>
                  </a:lnTo>
                  <a:lnTo>
                    <a:pt x="755903" y="266699"/>
                  </a:lnTo>
                  <a:lnTo>
                    <a:pt x="755903" y="274319"/>
                  </a:lnTo>
                  <a:lnTo>
                    <a:pt x="757427" y="281939"/>
                  </a:lnTo>
                  <a:lnTo>
                    <a:pt x="760475" y="286511"/>
                  </a:lnTo>
                  <a:lnTo>
                    <a:pt x="763523" y="292607"/>
                  </a:lnTo>
                  <a:lnTo>
                    <a:pt x="768095" y="297179"/>
                  </a:lnTo>
                  <a:lnTo>
                    <a:pt x="774191" y="300227"/>
                  </a:lnTo>
                  <a:lnTo>
                    <a:pt x="778763" y="301751"/>
                  </a:lnTo>
                  <a:lnTo>
                    <a:pt x="786383" y="303275"/>
                  </a:lnTo>
                  <a:lnTo>
                    <a:pt x="795527" y="303275"/>
                  </a:lnTo>
                  <a:lnTo>
                    <a:pt x="832223" y="291941"/>
                  </a:lnTo>
                  <a:lnTo>
                    <a:pt x="853439" y="277367"/>
                  </a:lnTo>
                  <a:lnTo>
                    <a:pt x="853439" y="111251"/>
                  </a:lnTo>
                  <a:lnTo>
                    <a:pt x="891539" y="111251"/>
                  </a:lnTo>
                  <a:lnTo>
                    <a:pt x="891539" y="332231"/>
                  </a:lnTo>
                  <a:lnTo>
                    <a:pt x="853439" y="332231"/>
                  </a:lnTo>
                  <a:lnTo>
                    <a:pt x="853439" y="307847"/>
                  </a:lnTo>
                  <a:lnTo>
                    <a:pt x="845224" y="315277"/>
                  </a:lnTo>
                  <a:lnTo>
                    <a:pt x="804481" y="337565"/>
                  </a:lnTo>
                  <a:lnTo>
                    <a:pt x="786383" y="339851"/>
                  </a:lnTo>
                  <a:lnTo>
                    <a:pt x="779525" y="339328"/>
                  </a:lnTo>
                  <a:lnTo>
                    <a:pt x="740949" y="323683"/>
                  </a:lnTo>
                  <a:lnTo>
                    <a:pt x="722375" y="292607"/>
                  </a:lnTo>
                  <a:lnTo>
                    <a:pt x="719494" y="284940"/>
                  </a:lnTo>
                  <a:lnTo>
                    <a:pt x="717613" y="275843"/>
                  </a:lnTo>
                  <a:lnTo>
                    <a:pt x="716589" y="265604"/>
                  </a:lnTo>
                  <a:lnTo>
                    <a:pt x="716279" y="254507"/>
                  </a:lnTo>
                  <a:lnTo>
                    <a:pt x="716279" y="111251"/>
                  </a:lnTo>
                  <a:close/>
                </a:path>
                <a:path w="891539" h="340359">
                  <a:moveTo>
                    <a:pt x="272795" y="111251"/>
                  </a:moveTo>
                  <a:lnTo>
                    <a:pt x="309371" y="111251"/>
                  </a:lnTo>
                  <a:lnTo>
                    <a:pt x="309371" y="332231"/>
                  </a:lnTo>
                  <a:lnTo>
                    <a:pt x="272795" y="332231"/>
                  </a:lnTo>
                  <a:lnTo>
                    <a:pt x="272795" y="111251"/>
                  </a:lnTo>
                  <a:close/>
                </a:path>
                <a:path w="891539" h="340359">
                  <a:moveTo>
                    <a:pt x="0" y="36575"/>
                  </a:moveTo>
                  <a:lnTo>
                    <a:pt x="42671" y="36575"/>
                  </a:lnTo>
                  <a:lnTo>
                    <a:pt x="124967" y="281939"/>
                  </a:lnTo>
                  <a:lnTo>
                    <a:pt x="205739" y="36575"/>
                  </a:lnTo>
                  <a:lnTo>
                    <a:pt x="246887" y="36575"/>
                  </a:lnTo>
                  <a:lnTo>
                    <a:pt x="144779" y="332231"/>
                  </a:lnTo>
                  <a:lnTo>
                    <a:pt x="102107" y="332231"/>
                  </a:lnTo>
                  <a:lnTo>
                    <a:pt x="0" y="36575"/>
                  </a:lnTo>
                  <a:close/>
                </a:path>
                <a:path w="891539" h="340359">
                  <a:moveTo>
                    <a:pt x="626363" y="24383"/>
                  </a:moveTo>
                  <a:lnTo>
                    <a:pt x="662939" y="24383"/>
                  </a:lnTo>
                  <a:lnTo>
                    <a:pt x="662939" y="332231"/>
                  </a:lnTo>
                  <a:lnTo>
                    <a:pt x="626363" y="332231"/>
                  </a:lnTo>
                  <a:lnTo>
                    <a:pt x="626363" y="310895"/>
                  </a:lnTo>
                  <a:lnTo>
                    <a:pt x="620267" y="315467"/>
                  </a:lnTo>
                  <a:lnTo>
                    <a:pt x="615695" y="318515"/>
                  </a:lnTo>
                  <a:lnTo>
                    <a:pt x="611123" y="323087"/>
                  </a:lnTo>
                  <a:lnTo>
                    <a:pt x="606551" y="326135"/>
                  </a:lnTo>
                  <a:lnTo>
                    <a:pt x="601979" y="329183"/>
                  </a:lnTo>
                  <a:lnTo>
                    <a:pt x="595883" y="330707"/>
                  </a:lnTo>
                  <a:lnTo>
                    <a:pt x="591311" y="333755"/>
                  </a:lnTo>
                  <a:lnTo>
                    <a:pt x="585215" y="335279"/>
                  </a:lnTo>
                  <a:lnTo>
                    <a:pt x="579119" y="336803"/>
                  </a:lnTo>
                  <a:lnTo>
                    <a:pt x="574547" y="338327"/>
                  </a:lnTo>
                  <a:lnTo>
                    <a:pt x="566927" y="339851"/>
                  </a:lnTo>
                  <a:lnTo>
                    <a:pt x="559307" y="339851"/>
                  </a:lnTo>
                  <a:lnTo>
                    <a:pt x="518945" y="327374"/>
                  </a:lnTo>
                  <a:lnTo>
                    <a:pt x="490346" y="293369"/>
                  </a:lnTo>
                  <a:lnTo>
                    <a:pt x="478345" y="250126"/>
                  </a:lnTo>
                  <a:lnTo>
                    <a:pt x="477011" y="224027"/>
                  </a:lnTo>
                  <a:lnTo>
                    <a:pt x="477559" y="209740"/>
                  </a:lnTo>
                  <a:lnTo>
                    <a:pt x="488608" y="162853"/>
                  </a:lnTo>
                  <a:lnTo>
                    <a:pt x="512206" y="129063"/>
                  </a:lnTo>
                  <a:lnTo>
                    <a:pt x="552640" y="107251"/>
                  </a:lnTo>
                  <a:lnTo>
                    <a:pt x="571499" y="105155"/>
                  </a:lnTo>
                  <a:lnTo>
                    <a:pt x="579239" y="105417"/>
                  </a:lnTo>
                  <a:lnTo>
                    <a:pt x="619529" y="116347"/>
                  </a:lnTo>
                  <a:lnTo>
                    <a:pt x="626363" y="120395"/>
                  </a:lnTo>
                  <a:lnTo>
                    <a:pt x="626363" y="24383"/>
                  </a:lnTo>
                  <a:close/>
                </a:path>
                <a:path w="891539" h="340359">
                  <a:moveTo>
                    <a:pt x="303275" y="0"/>
                  </a:moveTo>
                  <a:lnTo>
                    <a:pt x="352043" y="0"/>
                  </a:lnTo>
                  <a:lnTo>
                    <a:pt x="298703" y="74675"/>
                  </a:lnTo>
                  <a:lnTo>
                    <a:pt x="268223" y="74675"/>
                  </a:lnTo>
                  <a:lnTo>
                    <a:pt x="30327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62956" y="1517417"/>
            <a:ext cx="3753485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655" algn="l"/>
              </a:tabLst>
            </a:pPr>
            <a:r>
              <a:rPr sz="2600" dirty="0">
                <a:latin typeface="Microsoft Sans Serif"/>
                <a:cs typeface="Microsoft Sans Serif"/>
              </a:rPr>
              <a:t>Độ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lệch: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a: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Symbol"/>
                <a:cs typeface="Symbol"/>
              </a:rPr>
              <a:t></a:t>
            </a:r>
            <a:r>
              <a:rPr sz="2600" dirty="0">
                <a:latin typeface="Microsoft Sans Serif"/>
                <a:cs typeface="Microsoft Sans Serif"/>
              </a:rPr>
              <a:t>;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b: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6;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c: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8;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d: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5;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e: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7</a:t>
            </a:r>
            <a:endParaRPr sz="2600">
              <a:latin typeface="Microsoft Sans Serif"/>
              <a:cs typeface="Microsoft Sans Serif"/>
            </a:endParaRPr>
          </a:p>
          <a:p>
            <a:pPr marL="287020" marR="1727835" indent="-274955">
              <a:lnSpc>
                <a:spcPct val="100000"/>
              </a:lnSpc>
              <a:spcBef>
                <a:spcPts val="600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655" algn="l"/>
              </a:tabLst>
            </a:pPr>
            <a:r>
              <a:rPr sz="2600" dirty="0">
                <a:latin typeface="Microsoft Sans Serif"/>
                <a:cs typeface="Microsoft Sans Serif"/>
              </a:rPr>
              <a:t>Tâm:</a:t>
            </a:r>
            <a:r>
              <a:rPr sz="2600" spc="69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d, </a:t>
            </a:r>
            <a:r>
              <a:rPr sz="2600" dirty="0">
                <a:latin typeface="Microsoft Sans Serif"/>
                <a:cs typeface="Microsoft Sans Serif"/>
              </a:rPr>
              <a:t> bán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kính:</a:t>
            </a:r>
            <a:r>
              <a:rPr sz="2600" spc="-5" dirty="0">
                <a:latin typeface="Microsoft Sans Serif"/>
                <a:cs typeface="Microsoft Sans Serif"/>
              </a:rPr>
              <a:t> 5,</a:t>
            </a:r>
            <a:endParaRPr sz="2600">
              <a:latin typeface="Microsoft Sans Serif"/>
              <a:cs typeface="Microsoft Sans Serif"/>
            </a:endParaRPr>
          </a:p>
          <a:p>
            <a:pPr marL="287020">
              <a:lnSpc>
                <a:spcPct val="100000"/>
              </a:lnSpc>
            </a:pPr>
            <a:r>
              <a:rPr sz="2600" spc="105" dirty="0">
                <a:latin typeface="Microsoft Sans Serif"/>
                <a:cs typeface="Microsoft Sans Serif"/>
              </a:rPr>
              <a:t>đường</a:t>
            </a:r>
            <a:r>
              <a:rPr sz="260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kính: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Symbol"/>
                <a:cs typeface="Symbol"/>
              </a:rPr>
              <a:t></a:t>
            </a:r>
            <a:r>
              <a:rPr sz="2600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2372" y="2478018"/>
            <a:ext cx="2833116" cy="374751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97479" y="25933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91536" y="36601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0651" y="4726833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32935" y="46507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0680" y="57937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97276" y="3119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3076" y="3957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91436" y="395736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29483" y="4262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31083" y="502401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914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962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16067" y="3627114"/>
            <a:ext cx="4087367" cy="3191255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239725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64500" cy="2800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86360" indent="-274320">
              <a:lnSpc>
                <a:spcPct val="100000"/>
              </a:lnSpc>
              <a:spcBef>
                <a:spcPts val="105"/>
              </a:spcBef>
              <a:buClr>
                <a:srgbClr val="4F81BD"/>
              </a:buClr>
              <a:buSzPct val="84615"/>
              <a:buFont typeface="PMingLiU-ExtB"/>
              <a:buChar char="⚫"/>
              <a:tabLst>
                <a:tab pos="287020" algn="l"/>
              </a:tabLst>
            </a:pPr>
            <a:r>
              <a:rPr sz="2600" dirty="0">
                <a:latin typeface="Microsoft Sans Serif"/>
                <a:cs typeface="Microsoft Sans Serif"/>
              </a:rPr>
              <a:t>Các ảnh </a:t>
            </a:r>
            <a:r>
              <a:rPr sz="2600" spc="145" dirty="0">
                <a:latin typeface="Microsoft Sans Serif"/>
                <a:cs typeface="Microsoft Sans Serif"/>
              </a:rPr>
              <a:t>tư </a:t>
            </a:r>
            <a:r>
              <a:rPr sz="2600" spc="-10" dirty="0">
                <a:latin typeface="Microsoft Sans Serif"/>
                <a:cs typeface="Microsoft Sans Serif"/>
              </a:rPr>
              <a:t>liệu </a:t>
            </a:r>
            <a:r>
              <a:rPr sz="2600" spc="-5" dirty="0">
                <a:latin typeface="Microsoft Sans Serif"/>
                <a:cs typeface="Microsoft Sans Serif"/>
              </a:rPr>
              <a:t>trong bài </a:t>
            </a:r>
            <a:r>
              <a:rPr sz="2600" spc="135" dirty="0">
                <a:latin typeface="Microsoft Sans Serif"/>
                <a:cs typeface="Microsoft Sans Serif"/>
              </a:rPr>
              <a:t>được </a:t>
            </a:r>
            <a:r>
              <a:rPr sz="2600" dirty="0">
                <a:latin typeface="Microsoft Sans Serif"/>
                <a:cs typeface="Microsoft Sans Serif"/>
              </a:rPr>
              <a:t>chúng </a:t>
            </a:r>
            <a:r>
              <a:rPr sz="2600" spc="-5" dirty="0">
                <a:latin typeface="Microsoft Sans Serif"/>
                <a:cs typeface="Microsoft Sans Serif"/>
              </a:rPr>
              <a:t>tôi </a:t>
            </a:r>
            <a:r>
              <a:rPr sz="2600" spc="20" dirty="0">
                <a:latin typeface="Microsoft Sans Serif"/>
                <a:cs typeface="Microsoft Sans Serif"/>
              </a:rPr>
              <a:t>trích </a:t>
            </a:r>
            <a:r>
              <a:rPr sz="2600" spc="145" dirty="0">
                <a:latin typeface="Microsoft Sans Serif"/>
                <a:cs typeface="Microsoft Sans Serif"/>
              </a:rPr>
              <a:t>từ </a:t>
            </a:r>
            <a:r>
              <a:rPr sz="2600" dirty="0">
                <a:latin typeface="Microsoft Sans Serif"/>
                <a:cs typeface="Microsoft Sans Serif"/>
              </a:rPr>
              <a:t>các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nguồn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sau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(tham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khảo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tháng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3/2010):</a:t>
            </a:r>
            <a:endParaRPr sz="2600">
              <a:latin typeface="Microsoft Sans Serif"/>
              <a:cs typeface="Microsoft Sans Serif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http://www.lamsade.dauphine.fr/~roy/</a:t>
            </a:r>
            <a:r>
              <a:rPr sz="2400" spc="45" dirty="0">
                <a:solidFill>
                  <a:srgbClr val="0000FF"/>
                </a:solidFill>
                <a:latin typeface="Microsoft Sans Serif"/>
                <a:cs typeface="Microsoft Sans Serif"/>
                <a:hlinkClick r:id="rId3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(ảnh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Roy)</a:t>
            </a:r>
            <a:endParaRPr sz="2400">
              <a:latin typeface="Microsoft Sans Serif"/>
              <a:cs typeface="Microsoft Sans Serif"/>
            </a:endParaRPr>
          </a:p>
          <a:p>
            <a:pPr marL="561340" marR="5080" lvl="1" indent="-229235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http://news.stanford.edu/news/2001/november7/floydob </a:t>
            </a:r>
            <a:r>
              <a:rPr sz="2400" spc="-6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it-117.html</a:t>
            </a:r>
            <a:r>
              <a:rPr sz="24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(ảnh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Floyd)</a:t>
            </a:r>
            <a:endParaRPr sz="2400">
              <a:latin typeface="Microsoft Sans Serif"/>
              <a:cs typeface="Microsoft Sans Serif"/>
            </a:endParaRPr>
          </a:p>
          <a:p>
            <a:pPr marL="561340" marR="57785" lvl="1" indent="-229235">
              <a:lnSpc>
                <a:spcPct val="100000"/>
              </a:lnSpc>
              <a:spcBef>
                <a:spcPts val="405"/>
              </a:spcBef>
              <a:buClr>
                <a:srgbClr val="C0504D"/>
              </a:buClr>
              <a:buSzPct val="85416"/>
              <a:buFont typeface="PMingLiU-ExtB"/>
              <a:buChar char="⚫"/>
              <a:tabLst>
                <a:tab pos="561975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5"/>
              </a:rPr>
              <a:t>http://www.math.spbu.ru/user/jvr/DA_html/_lec_2_01.ht </a:t>
            </a:r>
            <a:r>
              <a:rPr sz="2400" spc="-6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ml</a:t>
            </a:r>
            <a:r>
              <a:rPr sz="24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(ảnh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Warshall)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57</a:t>
            </a:fld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509015" cy="3581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3143" y="748278"/>
              <a:ext cx="576071" cy="4328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396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2688" y="1472178"/>
            <a:ext cx="8759952" cy="5285232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HCMUS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Bài </a:t>
            </a:r>
            <a:r>
              <a:rPr dirty="0"/>
              <a:t>giảng</a:t>
            </a:r>
            <a:r>
              <a:rPr spc="-15" dirty="0"/>
              <a:t> </a:t>
            </a:r>
            <a:r>
              <a:rPr dirty="0"/>
              <a:t>Lý</a:t>
            </a:r>
            <a:r>
              <a:rPr spc="10" dirty="0"/>
              <a:t> </a:t>
            </a:r>
            <a:r>
              <a:rPr spc="-5" dirty="0"/>
              <a:t>thuyết</a:t>
            </a:r>
            <a:r>
              <a:rPr spc="-30" dirty="0"/>
              <a:t> </a:t>
            </a:r>
            <a:r>
              <a:rPr spc="-5" dirty="0"/>
              <a:t>đồ</a:t>
            </a:r>
            <a:r>
              <a:rPr dirty="0"/>
              <a:t> </a:t>
            </a:r>
            <a:r>
              <a:rPr spc="-5" dirty="0"/>
              <a:t>thị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Đặng</a:t>
            </a:r>
            <a:r>
              <a:rPr spc="-10" dirty="0"/>
              <a:t> </a:t>
            </a:r>
            <a:r>
              <a:rPr spc="-5" dirty="0"/>
              <a:t>Nguyễn</a:t>
            </a:r>
            <a:r>
              <a:rPr spc="-25" dirty="0"/>
              <a:t> </a:t>
            </a:r>
            <a:r>
              <a:rPr spc="-5" dirty="0"/>
              <a:t>Đức</a:t>
            </a:r>
            <a:r>
              <a:rPr dirty="0"/>
              <a:t> 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58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5763</Words>
  <Application>Microsoft Office PowerPoint</Application>
  <PresentationFormat>Custom</PresentationFormat>
  <Paragraphs>1197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PMingLiU-ExtB</vt:lpstr>
      <vt:lpstr>Arial</vt:lpstr>
      <vt:lpstr>Calibri</vt:lpstr>
      <vt:lpstr>Cambria</vt:lpstr>
      <vt:lpstr>Cambria Math</vt:lpstr>
      <vt:lpstr>Courier New</vt:lpstr>
      <vt:lpstr>Georgia</vt:lpstr>
      <vt:lpstr>Microsoft Sans Serif</vt:lpstr>
      <vt:lpstr>Symbol</vt:lpstr>
      <vt:lpstr>Tahoma</vt:lpstr>
      <vt:lpstr>Times New Roman</vt:lpstr>
      <vt:lpstr>Office Theme</vt:lpstr>
      <vt:lpstr>PowerPoint Presentation</vt:lpstr>
      <vt:lpstr>PowerPoint Presentation</vt:lpstr>
      <vt:lpstr>BÀI TOÁN  ĐƯỜNG ĐI NGẮN NHẤT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THUẬT TOÁN DIJKSTRA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 ĐƯỜNG ĐI NGẮN NHẤT THUẬT TOÁN DIJKSTRA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TOÁN ĐƯỜNG ĐI NGẮN NHẤT THUẬT TOÁN BELLMAN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Tuan Thu</dc:creator>
  <cp:lastModifiedBy>Le Tuan Thu</cp:lastModifiedBy>
  <cp:revision>44</cp:revision>
  <dcterms:created xsi:type="dcterms:W3CDTF">2024-05-06T14:01:37Z</dcterms:created>
  <dcterms:modified xsi:type="dcterms:W3CDTF">2025-03-10T05:31:38Z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2015-03-31T00:00:00Z</vt:filetime>
  </property>
  <property fmtid="{D5CDD505-2E9C-101B-9397-08002B2CF9AE}" pid="3" name="LastSaved">
    <vt:filetime>2024-05-06T00:00:00Z</vt:filetime>
  </property>
</Properties>
</file>