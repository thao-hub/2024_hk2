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323" r:id="rId2"/>
    <p:sldId id="324" r:id="rId3"/>
    <p:sldId id="325" r:id="rId4"/>
    <p:sldId id="326" r:id="rId5"/>
    <p:sldId id="327" r:id="rId6"/>
    <p:sldId id="330" r:id="rId7"/>
    <p:sldId id="331" r:id="rId8"/>
    <p:sldId id="334" r:id="rId9"/>
    <p:sldId id="335" r:id="rId10"/>
    <p:sldId id="333" r:id="rId11"/>
    <p:sldId id="33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55" d="100"/>
          <a:sy n="55" d="100"/>
        </p:scale>
        <p:origin x="1060"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AE59E9-398E-4CDE-B8A8-9783769AE3B1}" type="datetimeFigureOut">
              <a:rPr lang="en-US" smtClean="0"/>
              <a:t>5/25/2025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AE73C4-1514-45ED-9211-6EAFD7C99467}" type="slidenum">
              <a:rPr lang="en-US" smtClean="0"/>
              <a:t>‹#›</a:t>
            </a:fld>
            <a:endParaRPr lang="en-US"/>
          </a:p>
        </p:txBody>
      </p:sp>
    </p:spTree>
    <p:extLst>
      <p:ext uri="{BB962C8B-B14F-4D97-AF65-F5344CB8AC3E}">
        <p14:creationId xmlns:p14="http://schemas.microsoft.com/office/powerpoint/2010/main" val="16663328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4D774-EE1B-2B11-22C1-6F594E1BCB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65BF6D9-B1AF-8033-687A-B967CDFDFF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2E7DF9A-4B8A-6C27-6C5D-BD22A01CDD79}"/>
              </a:ext>
            </a:extLst>
          </p:cNvPr>
          <p:cNvSpPr>
            <a:spLocks noGrp="1"/>
          </p:cNvSpPr>
          <p:nvPr>
            <p:ph type="dt" sz="half" idx="10"/>
          </p:nvPr>
        </p:nvSpPr>
        <p:spPr/>
        <p:txBody>
          <a:bodyPr/>
          <a:lstStyle/>
          <a:p>
            <a:fld id="{09875E94-CB89-4173-B66A-4A547A6B34DC}" type="datetimeFigureOut">
              <a:rPr lang="en-US" smtClean="0"/>
              <a:t>5/25/2025</a:t>
            </a:fld>
            <a:endParaRPr lang="en-US"/>
          </a:p>
        </p:txBody>
      </p:sp>
      <p:sp>
        <p:nvSpPr>
          <p:cNvPr id="5" name="Footer Placeholder 4">
            <a:extLst>
              <a:ext uri="{FF2B5EF4-FFF2-40B4-BE49-F238E27FC236}">
                <a16:creationId xmlns:a16="http://schemas.microsoft.com/office/drawing/2014/main" id="{AB9EA562-258F-D32D-9BAB-1EAF64E6D0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0C715D-2751-8742-3ADF-8EE71B4A4B33}"/>
              </a:ext>
            </a:extLst>
          </p:cNvPr>
          <p:cNvSpPr>
            <a:spLocks noGrp="1"/>
          </p:cNvSpPr>
          <p:nvPr>
            <p:ph type="sldNum" sz="quarter" idx="12"/>
          </p:nvPr>
        </p:nvSpPr>
        <p:spPr/>
        <p:txBody>
          <a:bodyPr/>
          <a:lstStyle/>
          <a:p>
            <a:fld id="{9A09FAC0-6F04-4589-8155-7480B01D8938}" type="slidenum">
              <a:rPr lang="en-US" smtClean="0"/>
              <a:t>‹#›</a:t>
            </a:fld>
            <a:endParaRPr lang="en-US"/>
          </a:p>
        </p:txBody>
      </p:sp>
    </p:spTree>
    <p:extLst>
      <p:ext uri="{BB962C8B-B14F-4D97-AF65-F5344CB8AC3E}">
        <p14:creationId xmlns:p14="http://schemas.microsoft.com/office/powerpoint/2010/main" val="34120740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FFBB9-4646-A697-A5C4-A355D081A5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33D36C-95A2-A52C-B4C9-75B5F0D695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624790-4794-805C-5F87-B3A9FA0F1652}"/>
              </a:ext>
            </a:extLst>
          </p:cNvPr>
          <p:cNvSpPr>
            <a:spLocks noGrp="1"/>
          </p:cNvSpPr>
          <p:nvPr>
            <p:ph type="dt" sz="half" idx="10"/>
          </p:nvPr>
        </p:nvSpPr>
        <p:spPr/>
        <p:txBody>
          <a:bodyPr/>
          <a:lstStyle/>
          <a:p>
            <a:fld id="{09875E94-CB89-4173-B66A-4A547A6B34DC}" type="datetimeFigureOut">
              <a:rPr lang="en-US" smtClean="0"/>
              <a:t>5/25/2025</a:t>
            </a:fld>
            <a:endParaRPr lang="en-US"/>
          </a:p>
        </p:txBody>
      </p:sp>
      <p:sp>
        <p:nvSpPr>
          <p:cNvPr id="5" name="Footer Placeholder 4">
            <a:extLst>
              <a:ext uri="{FF2B5EF4-FFF2-40B4-BE49-F238E27FC236}">
                <a16:creationId xmlns:a16="http://schemas.microsoft.com/office/drawing/2014/main" id="{4F25C3E4-32D6-BA68-67D9-F4FD48676D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E6BE7F-9FEC-ACDC-63C1-1D201626D32F}"/>
              </a:ext>
            </a:extLst>
          </p:cNvPr>
          <p:cNvSpPr>
            <a:spLocks noGrp="1"/>
          </p:cNvSpPr>
          <p:nvPr>
            <p:ph type="sldNum" sz="quarter" idx="12"/>
          </p:nvPr>
        </p:nvSpPr>
        <p:spPr/>
        <p:txBody>
          <a:bodyPr/>
          <a:lstStyle/>
          <a:p>
            <a:fld id="{9A09FAC0-6F04-4589-8155-7480B01D8938}" type="slidenum">
              <a:rPr lang="en-US" smtClean="0"/>
              <a:t>‹#›</a:t>
            </a:fld>
            <a:endParaRPr lang="en-US"/>
          </a:p>
        </p:txBody>
      </p:sp>
    </p:spTree>
    <p:extLst>
      <p:ext uri="{BB962C8B-B14F-4D97-AF65-F5344CB8AC3E}">
        <p14:creationId xmlns:p14="http://schemas.microsoft.com/office/powerpoint/2010/main" val="3127744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8FC70-2979-328F-D1D4-FA847F610D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2CD9CDB-BE36-772C-3D8E-D195849A96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6B8265-E3FB-A6D0-7EF3-12931F1C1978}"/>
              </a:ext>
            </a:extLst>
          </p:cNvPr>
          <p:cNvSpPr>
            <a:spLocks noGrp="1"/>
          </p:cNvSpPr>
          <p:nvPr>
            <p:ph type="dt" sz="half" idx="10"/>
          </p:nvPr>
        </p:nvSpPr>
        <p:spPr/>
        <p:txBody>
          <a:bodyPr/>
          <a:lstStyle/>
          <a:p>
            <a:fld id="{09875E94-CB89-4173-B66A-4A547A6B34DC}" type="datetimeFigureOut">
              <a:rPr lang="en-US" smtClean="0"/>
              <a:t>5/25/2025</a:t>
            </a:fld>
            <a:endParaRPr lang="en-US"/>
          </a:p>
        </p:txBody>
      </p:sp>
      <p:sp>
        <p:nvSpPr>
          <p:cNvPr id="5" name="Footer Placeholder 4">
            <a:extLst>
              <a:ext uri="{FF2B5EF4-FFF2-40B4-BE49-F238E27FC236}">
                <a16:creationId xmlns:a16="http://schemas.microsoft.com/office/drawing/2014/main" id="{6D405932-9CB9-E11D-A00E-C8A16DEAD8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544320-C29E-C8A1-E478-75AB3513A21E}"/>
              </a:ext>
            </a:extLst>
          </p:cNvPr>
          <p:cNvSpPr>
            <a:spLocks noGrp="1"/>
          </p:cNvSpPr>
          <p:nvPr>
            <p:ph type="sldNum" sz="quarter" idx="12"/>
          </p:nvPr>
        </p:nvSpPr>
        <p:spPr/>
        <p:txBody>
          <a:bodyPr/>
          <a:lstStyle/>
          <a:p>
            <a:fld id="{9A09FAC0-6F04-4589-8155-7480B01D8938}" type="slidenum">
              <a:rPr lang="en-US" smtClean="0"/>
              <a:t>‹#›</a:t>
            </a:fld>
            <a:endParaRPr lang="en-US"/>
          </a:p>
        </p:txBody>
      </p:sp>
    </p:spTree>
    <p:extLst>
      <p:ext uri="{BB962C8B-B14F-4D97-AF65-F5344CB8AC3E}">
        <p14:creationId xmlns:p14="http://schemas.microsoft.com/office/powerpoint/2010/main" val="15030874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08673-C533-92B8-5159-480F4C6326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D9C7B0-CB30-3F37-0027-98050A43EC9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E9E238-9774-8622-9833-1FFB0144B0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CBADAE5-39EF-EEC4-83C2-D1690D79857D}"/>
              </a:ext>
            </a:extLst>
          </p:cNvPr>
          <p:cNvSpPr>
            <a:spLocks noGrp="1"/>
          </p:cNvSpPr>
          <p:nvPr>
            <p:ph type="dt" sz="half" idx="10"/>
          </p:nvPr>
        </p:nvSpPr>
        <p:spPr/>
        <p:txBody>
          <a:bodyPr/>
          <a:lstStyle/>
          <a:p>
            <a:fld id="{09875E94-CB89-4173-B66A-4A547A6B34DC}" type="datetimeFigureOut">
              <a:rPr lang="en-US" smtClean="0"/>
              <a:t>5/25/2025</a:t>
            </a:fld>
            <a:endParaRPr lang="en-US"/>
          </a:p>
        </p:txBody>
      </p:sp>
      <p:sp>
        <p:nvSpPr>
          <p:cNvPr id="6" name="Footer Placeholder 5">
            <a:extLst>
              <a:ext uri="{FF2B5EF4-FFF2-40B4-BE49-F238E27FC236}">
                <a16:creationId xmlns:a16="http://schemas.microsoft.com/office/drawing/2014/main" id="{FC4FDA40-EA20-0EF1-9E55-E118BDECEB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83E78D-16AB-0B02-E0F9-85B5C8E1E616}"/>
              </a:ext>
            </a:extLst>
          </p:cNvPr>
          <p:cNvSpPr>
            <a:spLocks noGrp="1"/>
          </p:cNvSpPr>
          <p:nvPr>
            <p:ph type="sldNum" sz="quarter" idx="12"/>
          </p:nvPr>
        </p:nvSpPr>
        <p:spPr/>
        <p:txBody>
          <a:bodyPr/>
          <a:lstStyle/>
          <a:p>
            <a:fld id="{9A09FAC0-6F04-4589-8155-7480B01D8938}" type="slidenum">
              <a:rPr lang="en-US" smtClean="0"/>
              <a:t>‹#›</a:t>
            </a:fld>
            <a:endParaRPr lang="en-US"/>
          </a:p>
        </p:txBody>
      </p:sp>
    </p:spTree>
    <p:extLst>
      <p:ext uri="{BB962C8B-B14F-4D97-AF65-F5344CB8AC3E}">
        <p14:creationId xmlns:p14="http://schemas.microsoft.com/office/powerpoint/2010/main" val="11964229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98E7D-7329-D77D-BFFF-32FACF0E42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D94A029-C003-DF2E-B676-47BFA63718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A755257-2BD1-F15E-EED2-EE8480AC8D1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F7FCE09-E7D0-A9B3-7FD7-832DAF0174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436A70-DC5C-FD26-BBAE-699ED1BF046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AE4F872-59ED-8EE7-0BF4-3B7102CA7A4A}"/>
              </a:ext>
            </a:extLst>
          </p:cNvPr>
          <p:cNvSpPr>
            <a:spLocks noGrp="1"/>
          </p:cNvSpPr>
          <p:nvPr>
            <p:ph type="dt" sz="half" idx="10"/>
          </p:nvPr>
        </p:nvSpPr>
        <p:spPr/>
        <p:txBody>
          <a:bodyPr/>
          <a:lstStyle/>
          <a:p>
            <a:fld id="{09875E94-CB89-4173-B66A-4A547A6B34DC}" type="datetimeFigureOut">
              <a:rPr lang="en-US" smtClean="0"/>
              <a:t>5/25/2025</a:t>
            </a:fld>
            <a:endParaRPr lang="en-US"/>
          </a:p>
        </p:txBody>
      </p:sp>
      <p:sp>
        <p:nvSpPr>
          <p:cNvPr id="8" name="Footer Placeholder 7">
            <a:extLst>
              <a:ext uri="{FF2B5EF4-FFF2-40B4-BE49-F238E27FC236}">
                <a16:creationId xmlns:a16="http://schemas.microsoft.com/office/drawing/2014/main" id="{82B08AE5-E413-A5A7-CCBF-BCF51D03AD4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9A35D4A-19C9-FFA0-D320-54E1DF937694}"/>
              </a:ext>
            </a:extLst>
          </p:cNvPr>
          <p:cNvSpPr>
            <a:spLocks noGrp="1"/>
          </p:cNvSpPr>
          <p:nvPr>
            <p:ph type="sldNum" sz="quarter" idx="12"/>
          </p:nvPr>
        </p:nvSpPr>
        <p:spPr/>
        <p:txBody>
          <a:bodyPr/>
          <a:lstStyle/>
          <a:p>
            <a:fld id="{9A09FAC0-6F04-4589-8155-7480B01D8938}" type="slidenum">
              <a:rPr lang="en-US" smtClean="0"/>
              <a:t>‹#›</a:t>
            </a:fld>
            <a:endParaRPr lang="en-US"/>
          </a:p>
        </p:txBody>
      </p:sp>
    </p:spTree>
    <p:extLst>
      <p:ext uri="{BB962C8B-B14F-4D97-AF65-F5344CB8AC3E}">
        <p14:creationId xmlns:p14="http://schemas.microsoft.com/office/powerpoint/2010/main" val="16435878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339FD-F2BE-7E87-65CF-0DD8EFFE4C4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ED4AC8F-F839-D8DE-8E2E-41760CB29CF2}"/>
              </a:ext>
            </a:extLst>
          </p:cNvPr>
          <p:cNvSpPr>
            <a:spLocks noGrp="1"/>
          </p:cNvSpPr>
          <p:nvPr>
            <p:ph type="dt" sz="half" idx="10"/>
          </p:nvPr>
        </p:nvSpPr>
        <p:spPr/>
        <p:txBody>
          <a:bodyPr/>
          <a:lstStyle/>
          <a:p>
            <a:fld id="{09875E94-CB89-4173-B66A-4A547A6B34DC}" type="datetimeFigureOut">
              <a:rPr lang="en-US" smtClean="0"/>
              <a:t>5/25/2025</a:t>
            </a:fld>
            <a:endParaRPr lang="en-US"/>
          </a:p>
        </p:txBody>
      </p:sp>
      <p:sp>
        <p:nvSpPr>
          <p:cNvPr id="4" name="Footer Placeholder 3">
            <a:extLst>
              <a:ext uri="{FF2B5EF4-FFF2-40B4-BE49-F238E27FC236}">
                <a16:creationId xmlns:a16="http://schemas.microsoft.com/office/drawing/2014/main" id="{63D7464B-42CF-2E02-4971-5020050BE92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F1C7DF-4C77-235D-9F48-2C0A5DA140FD}"/>
              </a:ext>
            </a:extLst>
          </p:cNvPr>
          <p:cNvSpPr>
            <a:spLocks noGrp="1"/>
          </p:cNvSpPr>
          <p:nvPr>
            <p:ph type="sldNum" sz="quarter" idx="12"/>
          </p:nvPr>
        </p:nvSpPr>
        <p:spPr/>
        <p:txBody>
          <a:bodyPr/>
          <a:lstStyle/>
          <a:p>
            <a:fld id="{9A09FAC0-6F04-4589-8155-7480B01D8938}" type="slidenum">
              <a:rPr lang="en-US" smtClean="0"/>
              <a:t>‹#›</a:t>
            </a:fld>
            <a:endParaRPr lang="en-US"/>
          </a:p>
        </p:txBody>
      </p:sp>
    </p:spTree>
    <p:extLst>
      <p:ext uri="{BB962C8B-B14F-4D97-AF65-F5344CB8AC3E}">
        <p14:creationId xmlns:p14="http://schemas.microsoft.com/office/powerpoint/2010/main" val="1226127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4EB561-A15B-829A-FFE5-EE98E7C43CF2}"/>
              </a:ext>
            </a:extLst>
          </p:cNvPr>
          <p:cNvSpPr>
            <a:spLocks noGrp="1"/>
          </p:cNvSpPr>
          <p:nvPr>
            <p:ph type="dt" sz="half" idx="10"/>
          </p:nvPr>
        </p:nvSpPr>
        <p:spPr/>
        <p:txBody>
          <a:bodyPr/>
          <a:lstStyle/>
          <a:p>
            <a:fld id="{09875E94-CB89-4173-B66A-4A547A6B34DC}" type="datetimeFigureOut">
              <a:rPr lang="en-US" smtClean="0"/>
              <a:t>5/25/2025</a:t>
            </a:fld>
            <a:endParaRPr lang="en-US"/>
          </a:p>
        </p:txBody>
      </p:sp>
      <p:sp>
        <p:nvSpPr>
          <p:cNvPr id="3" name="Footer Placeholder 2">
            <a:extLst>
              <a:ext uri="{FF2B5EF4-FFF2-40B4-BE49-F238E27FC236}">
                <a16:creationId xmlns:a16="http://schemas.microsoft.com/office/drawing/2014/main" id="{F95118A1-0551-9123-856F-31EE8115B49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83C044E-A160-F18E-17BB-1818514101B7}"/>
              </a:ext>
            </a:extLst>
          </p:cNvPr>
          <p:cNvSpPr>
            <a:spLocks noGrp="1"/>
          </p:cNvSpPr>
          <p:nvPr>
            <p:ph type="sldNum" sz="quarter" idx="12"/>
          </p:nvPr>
        </p:nvSpPr>
        <p:spPr/>
        <p:txBody>
          <a:bodyPr/>
          <a:lstStyle/>
          <a:p>
            <a:fld id="{9A09FAC0-6F04-4589-8155-7480B01D8938}" type="slidenum">
              <a:rPr lang="en-US" smtClean="0"/>
              <a:t>‹#›</a:t>
            </a:fld>
            <a:endParaRPr lang="en-US"/>
          </a:p>
        </p:txBody>
      </p:sp>
    </p:spTree>
    <p:extLst>
      <p:ext uri="{BB962C8B-B14F-4D97-AF65-F5344CB8AC3E}">
        <p14:creationId xmlns:p14="http://schemas.microsoft.com/office/powerpoint/2010/main" val="42122932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72D0B-75EB-71F7-B80A-9C504658A1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23AF00F-D956-8B12-EB86-4693190C86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A26A545-C338-C9B8-9311-A85BE60C9C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99101B-526A-2609-14E1-E4B2C6B72F96}"/>
              </a:ext>
            </a:extLst>
          </p:cNvPr>
          <p:cNvSpPr>
            <a:spLocks noGrp="1"/>
          </p:cNvSpPr>
          <p:nvPr>
            <p:ph type="dt" sz="half" idx="10"/>
          </p:nvPr>
        </p:nvSpPr>
        <p:spPr/>
        <p:txBody>
          <a:bodyPr/>
          <a:lstStyle/>
          <a:p>
            <a:fld id="{09875E94-CB89-4173-B66A-4A547A6B34DC}" type="datetimeFigureOut">
              <a:rPr lang="en-US" smtClean="0"/>
              <a:t>5/25/2025</a:t>
            </a:fld>
            <a:endParaRPr lang="en-US"/>
          </a:p>
        </p:txBody>
      </p:sp>
      <p:sp>
        <p:nvSpPr>
          <p:cNvPr id="6" name="Footer Placeholder 5">
            <a:extLst>
              <a:ext uri="{FF2B5EF4-FFF2-40B4-BE49-F238E27FC236}">
                <a16:creationId xmlns:a16="http://schemas.microsoft.com/office/drawing/2014/main" id="{7CDC3438-B3A8-D6A2-DFFA-18DF1A7A16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F2D607-1A76-65B2-3216-67FBFAAAD31C}"/>
              </a:ext>
            </a:extLst>
          </p:cNvPr>
          <p:cNvSpPr>
            <a:spLocks noGrp="1"/>
          </p:cNvSpPr>
          <p:nvPr>
            <p:ph type="sldNum" sz="quarter" idx="12"/>
          </p:nvPr>
        </p:nvSpPr>
        <p:spPr/>
        <p:txBody>
          <a:bodyPr/>
          <a:lstStyle/>
          <a:p>
            <a:fld id="{9A09FAC0-6F04-4589-8155-7480B01D8938}" type="slidenum">
              <a:rPr lang="en-US" smtClean="0"/>
              <a:t>‹#›</a:t>
            </a:fld>
            <a:endParaRPr lang="en-US"/>
          </a:p>
        </p:txBody>
      </p:sp>
    </p:spTree>
    <p:extLst>
      <p:ext uri="{BB962C8B-B14F-4D97-AF65-F5344CB8AC3E}">
        <p14:creationId xmlns:p14="http://schemas.microsoft.com/office/powerpoint/2010/main" val="37610221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F8E7F-C3D1-86E5-1D6A-7E32766E1E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CBA471-B97F-6445-B117-D51B56ADC8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41D7723-5F8F-7447-3180-06319D56DF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EDDEB8-84FD-94B5-AF3D-81402F6278FA}"/>
              </a:ext>
            </a:extLst>
          </p:cNvPr>
          <p:cNvSpPr>
            <a:spLocks noGrp="1"/>
          </p:cNvSpPr>
          <p:nvPr>
            <p:ph type="dt" sz="half" idx="10"/>
          </p:nvPr>
        </p:nvSpPr>
        <p:spPr/>
        <p:txBody>
          <a:bodyPr/>
          <a:lstStyle/>
          <a:p>
            <a:fld id="{09875E94-CB89-4173-B66A-4A547A6B34DC}" type="datetimeFigureOut">
              <a:rPr lang="en-US" smtClean="0"/>
              <a:t>5/25/2025</a:t>
            </a:fld>
            <a:endParaRPr lang="en-US"/>
          </a:p>
        </p:txBody>
      </p:sp>
      <p:sp>
        <p:nvSpPr>
          <p:cNvPr id="6" name="Footer Placeholder 5">
            <a:extLst>
              <a:ext uri="{FF2B5EF4-FFF2-40B4-BE49-F238E27FC236}">
                <a16:creationId xmlns:a16="http://schemas.microsoft.com/office/drawing/2014/main" id="{6547D01F-0747-5F99-9FA1-1392CDC573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80CFB9-F96E-7880-A872-83EBB9D601E9}"/>
              </a:ext>
            </a:extLst>
          </p:cNvPr>
          <p:cNvSpPr>
            <a:spLocks noGrp="1"/>
          </p:cNvSpPr>
          <p:nvPr>
            <p:ph type="sldNum" sz="quarter" idx="12"/>
          </p:nvPr>
        </p:nvSpPr>
        <p:spPr/>
        <p:txBody>
          <a:bodyPr/>
          <a:lstStyle/>
          <a:p>
            <a:fld id="{9A09FAC0-6F04-4589-8155-7480B01D8938}" type="slidenum">
              <a:rPr lang="en-US" smtClean="0"/>
              <a:t>‹#›</a:t>
            </a:fld>
            <a:endParaRPr lang="en-US"/>
          </a:p>
        </p:txBody>
      </p:sp>
    </p:spTree>
    <p:extLst>
      <p:ext uri="{BB962C8B-B14F-4D97-AF65-F5344CB8AC3E}">
        <p14:creationId xmlns:p14="http://schemas.microsoft.com/office/powerpoint/2010/main" val="2993211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FBA1D-5730-45A9-3DEB-9868D5E73CF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78CD204-6861-6158-7238-42DB3999AD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0FD915-B7E1-0126-1ECB-9AC2571D034F}"/>
              </a:ext>
            </a:extLst>
          </p:cNvPr>
          <p:cNvSpPr>
            <a:spLocks noGrp="1"/>
          </p:cNvSpPr>
          <p:nvPr>
            <p:ph type="dt" sz="half" idx="10"/>
          </p:nvPr>
        </p:nvSpPr>
        <p:spPr/>
        <p:txBody>
          <a:bodyPr/>
          <a:lstStyle/>
          <a:p>
            <a:fld id="{09875E94-CB89-4173-B66A-4A547A6B34DC}" type="datetimeFigureOut">
              <a:rPr lang="en-US" smtClean="0"/>
              <a:t>5/25/2025</a:t>
            </a:fld>
            <a:endParaRPr lang="en-US"/>
          </a:p>
        </p:txBody>
      </p:sp>
      <p:sp>
        <p:nvSpPr>
          <p:cNvPr id="5" name="Footer Placeholder 4">
            <a:extLst>
              <a:ext uri="{FF2B5EF4-FFF2-40B4-BE49-F238E27FC236}">
                <a16:creationId xmlns:a16="http://schemas.microsoft.com/office/drawing/2014/main" id="{7C088074-217D-0866-6D21-94EC50A5F7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E0D1F2-F3E2-06FD-2D0B-96677CF327AF}"/>
              </a:ext>
            </a:extLst>
          </p:cNvPr>
          <p:cNvSpPr>
            <a:spLocks noGrp="1"/>
          </p:cNvSpPr>
          <p:nvPr>
            <p:ph type="sldNum" sz="quarter" idx="12"/>
          </p:nvPr>
        </p:nvSpPr>
        <p:spPr/>
        <p:txBody>
          <a:bodyPr/>
          <a:lstStyle/>
          <a:p>
            <a:fld id="{9A09FAC0-6F04-4589-8155-7480B01D8938}" type="slidenum">
              <a:rPr lang="en-US" smtClean="0"/>
              <a:t>‹#›</a:t>
            </a:fld>
            <a:endParaRPr lang="en-US"/>
          </a:p>
        </p:txBody>
      </p:sp>
    </p:spTree>
    <p:extLst>
      <p:ext uri="{BB962C8B-B14F-4D97-AF65-F5344CB8AC3E}">
        <p14:creationId xmlns:p14="http://schemas.microsoft.com/office/powerpoint/2010/main" val="4017708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292795E-3605-FF4E-9AD5-E4E22157D20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7220CB-2046-0BBE-1586-CABCA0239BE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57238D-8DE3-CBAB-3381-5EF859858887}"/>
              </a:ext>
            </a:extLst>
          </p:cNvPr>
          <p:cNvSpPr>
            <a:spLocks noGrp="1"/>
          </p:cNvSpPr>
          <p:nvPr>
            <p:ph type="dt" sz="half" idx="10"/>
          </p:nvPr>
        </p:nvSpPr>
        <p:spPr/>
        <p:txBody>
          <a:bodyPr/>
          <a:lstStyle/>
          <a:p>
            <a:fld id="{09875E94-CB89-4173-B66A-4A547A6B34DC}" type="datetimeFigureOut">
              <a:rPr lang="en-US" smtClean="0"/>
              <a:t>5/25/2025</a:t>
            </a:fld>
            <a:endParaRPr lang="en-US"/>
          </a:p>
        </p:txBody>
      </p:sp>
      <p:sp>
        <p:nvSpPr>
          <p:cNvPr id="5" name="Footer Placeholder 4">
            <a:extLst>
              <a:ext uri="{FF2B5EF4-FFF2-40B4-BE49-F238E27FC236}">
                <a16:creationId xmlns:a16="http://schemas.microsoft.com/office/drawing/2014/main" id="{44BA5B1D-F0D2-CAFF-20FB-5EE05D781F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929B2C-CC02-96AE-9DE2-4D9C4E542F51}"/>
              </a:ext>
            </a:extLst>
          </p:cNvPr>
          <p:cNvSpPr>
            <a:spLocks noGrp="1"/>
          </p:cNvSpPr>
          <p:nvPr>
            <p:ph type="sldNum" sz="quarter" idx="12"/>
          </p:nvPr>
        </p:nvSpPr>
        <p:spPr/>
        <p:txBody>
          <a:bodyPr/>
          <a:lstStyle/>
          <a:p>
            <a:fld id="{9A09FAC0-6F04-4589-8155-7480B01D8938}" type="slidenum">
              <a:rPr lang="en-US" smtClean="0"/>
              <a:t>‹#›</a:t>
            </a:fld>
            <a:endParaRPr lang="en-US"/>
          </a:p>
        </p:txBody>
      </p:sp>
    </p:spTree>
    <p:extLst>
      <p:ext uri="{BB962C8B-B14F-4D97-AF65-F5344CB8AC3E}">
        <p14:creationId xmlns:p14="http://schemas.microsoft.com/office/powerpoint/2010/main" val="9353056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C350F9-9368-54FE-209A-2B465FC26B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58B19F1-D5AB-4AEB-6862-AED4C02B8E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98D765-FC1A-1ADF-0619-14F9B21B72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875E94-CB89-4173-B66A-4A547A6B34DC}" type="datetimeFigureOut">
              <a:rPr lang="en-US" smtClean="0"/>
              <a:t>5/25/2025</a:t>
            </a:fld>
            <a:endParaRPr lang="en-US"/>
          </a:p>
        </p:txBody>
      </p:sp>
      <p:sp>
        <p:nvSpPr>
          <p:cNvPr id="5" name="Footer Placeholder 4">
            <a:extLst>
              <a:ext uri="{FF2B5EF4-FFF2-40B4-BE49-F238E27FC236}">
                <a16:creationId xmlns:a16="http://schemas.microsoft.com/office/drawing/2014/main" id="{CAC68842-042E-40DA-EDFD-1744BF424C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1A208E3-BBC5-0E2E-4BEF-7CE8889A19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09FAC0-6F04-4589-8155-7480B01D8938}" type="slidenum">
              <a:rPr lang="en-US" smtClean="0"/>
              <a:t>‹#›</a:t>
            </a:fld>
            <a:endParaRPr lang="en-US"/>
          </a:p>
        </p:txBody>
      </p:sp>
    </p:spTree>
    <p:extLst>
      <p:ext uri="{BB962C8B-B14F-4D97-AF65-F5344CB8AC3E}">
        <p14:creationId xmlns:p14="http://schemas.microsoft.com/office/powerpoint/2010/main" val="6908919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s://www.geeksforgeeks.org/continue-statement-cpp/" TargetMode="External"/><Relationship Id="rId2" Type="http://schemas.openxmlformats.org/officeDocument/2006/relationships/hyperlink" Target="https://www.geeksforgeeks.org/break-statement-cc/" TargetMode="Externa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hyperlink" Target="https://www.geeksforgeeks.org/range-based-loop-c/"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geeksforgeeks.org/edge-coloring-of-a-graph/" TargetMode="Externa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F3538-08AE-CC06-5557-41F1F88FA543}"/>
              </a:ext>
            </a:extLst>
          </p:cNvPr>
          <p:cNvSpPr>
            <a:spLocks noGrp="1"/>
          </p:cNvSpPr>
          <p:nvPr>
            <p:ph type="title"/>
          </p:nvPr>
        </p:nvSpPr>
        <p:spPr/>
        <p:txBody>
          <a:bodyPr>
            <a:normAutofit/>
          </a:bodyPr>
          <a:lstStyle/>
          <a:p>
            <a:r>
              <a:rPr lang="en-US" sz="3200" b="1">
                <a:solidFill>
                  <a:srgbClr val="C00000"/>
                </a:solidFill>
              </a:rPr>
              <a:t>TÔ MÀU ĐỈNH </a:t>
            </a:r>
          </a:p>
        </p:txBody>
      </p:sp>
      <p:sp>
        <p:nvSpPr>
          <p:cNvPr id="3" name="Content Placeholder 2">
            <a:extLst>
              <a:ext uri="{FF2B5EF4-FFF2-40B4-BE49-F238E27FC236}">
                <a16:creationId xmlns:a16="http://schemas.microsoft.com/office/drawing/2014/main" id="{D80286AE-A2F5-0E97-A58C-B0E5027FAD7F}"/>
              </a:ext>
            </a:extLst>
          </p:cNvPr>
          <p:cNvSpPr>
            <a:spLocks noGrp="1"/>
          </p:cNvSpPr>
          <p:nvPr>
            <p:ph sz="half" idx="1"/>
          </p:nvPr>
        </p:nvSpPr>
        <p:spPr>
          <a:ln>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p:spPr>
        <p:txBody>
          <a:bodyPr>
            <a:normAutofit/>
          </a:bodyPr>
          <a:lstStyle/>
          <a:p>
            <a:r>
              <a:rPr lang="en-US" sz="2400"/>
              <a:t>Cho đồ thị G = {V, E}</a:t>
            </a:r>
          </a:p>
          <a:p>
            <a:r>
              <a:rPr lang="en-US" sz="2500"/>
              <a:t>Tô màu đỉnh của đồ thị G là phép ánh xạ c: V(G) -&gt; S </a:t>
            </a:r>
          </a:p>
          <a:p>
            <a:r>
              <a:rPr lang="en-US" sz="2500"/>
              <a:t>Các phần tử S được gọi là màu </a:t>
            </a:r>
          </a:p>
          <a:p>
            <a:r>
              <a:rPr lang="en-US" sz="2500"/>
              <a:t>Các đỉnh có 1 màu tạo thành một lớp màu.</a:t>
            </a:r>
          </a:p>
          <a:p>
            <a:r>
              <a:rPr lang="en-US" sz="2500"/>
              <a:t>S = {1, .., k};  |S| = k; ta nói rằng c là phép tô màu k.</a:t>
            </a:r>
          </a:p>
          <a:p>
            <a:r>
              <a:rPr lang="en-US" sz="2500"/>
              <a:t>Tô màu đỉnh của đồ thị sao cho có hai đỉnh kề nhau nào có cùng màu.</a:t>
            </a:r>
          </a:p>
        </p:txBody>
      </p:sp>
      <p:pic>
        <p:nvPicPr>
          <p:cNvPr id="10" name="Content Placeholder 9">
            <a:extLst>
              <a:ext uri="{FF2B5EF4-FFF2-40B4-BE49-F238E27FC236}">
                <a16:creationId xmlns:a16="http://schemas.microsoft.com/office/drawing/2014/main" id="{B3CF00CE-1610-676C-8A7D-B2A58BDEE029}"/>
              </a:ext>
            </a:extLst>
          </p:cNvPr>
          <p:cNvPicPr>
            <a:picLocks noGrp="1" noChangeAspect="1"/>
          </p:cNvPicPr>
          <p:nvPr>
            <p:ph sz="half" idx="2"/>
          </p:nvPr>
        </p:nvPicPr>
        <p:blipFill rotWithShape="1">
          <a:blip r:embed="rId2">
            <a:extLst>
              <a:ext uri="{28A0092B-C50C-407E-A947-70E740481C1C}">
                <a14:useLocalDpi xmlns:a14="http://schemas.microsoft.com/office/drawing/2010/main" val="0"/>
              </a:ext>
            </a:extLst>
          </a:blip>
          <a:srcRect l="46518"/>
          <a:stretch/>
        </p:blipFill>
        <p:spPr>
          <a:xfrm>
            <a:off x="6429835" y="1773813"/>
            <a:ext cx="3695857" cy="3033216"/>
          </a:xfrm>
          <a:ln>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p:spPr>
      </p:pic>
      <p:sp>
        <p:nvSpPr>
          <p:cNvPr id="12" name="TextBox 11">
            <a:extLst>
              <a:ext uri="{FF2B5EF4-FFF2-40B4-BE49-F238E27FC236}">
                <a16:creationId xmlns:a16="http://schemas.microsoft.com/office/drawing/2014/main" id="{FBDB21D3-A3EA-AE01-145E-E39A11A9B055}"/>
              </a:ext>
            </a:extLst>
          </p:cNvPr>
          <p:cNvSpPr txBox="1"/>
          <p:nvPr/>
        </p:nvSpPr>
        <p:spPr>
          <a:xfrm>
            <a:off x="6096000" y="1306285"/>
            <a:ext cx="5613070" cy="4870677"/>
          </a:xfrm>
          <a:prstGeom prst="rect">
            <a:avLst/>
          </a:prstGeom>
          <a:noFill/>
          <a:ln>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p:spPr>
        <p:txBody>
          <a:bodyPr wrap="square" rtlCol="0">
            <a:noAutofit/>
          </a:bodyPr>
          <a:lstStyle/>
          <a:p>
            <a:r>
              <a:rPr lang="en-US" sz="2400"/>
              <a:t>Example:</a:t>
            </a:r>
          </a:p>
          <a:p>
            <a:endParaRPr lang="en-US" sz="2400"/>
          </a:p>
          <a:p>
            <a:endParaRPr lang="en-US" sz="2400"/>
          </a:p>
          <a:p>
            <a:endParaRPr lang="en-US" sz="2400"/>
          </a:p>
          <a:p>
            <a:endParaRPr lang="en-US" sz="2400"/>
          </a:p>
          <a:p>
            <a:endParaRPr lang="en-US" sz="2400"/>
          </a:p>
          <a:p>
            <a:endParaRPr lang="en-US" sz="2400"/>
          </a:p>
          <a:p>
            <a:endParaRPr lang="en-US" sz="2400"/>
          </a:p>
          <a:p>
            <a:endParaRPr lang="en-US" sz="2400"/>
          </a:p>
          <a:p>
            <a:endParaRPr lang="en-US" sz="2400"/>
          </a:p>
          <a:p>
            <a:r>
              <a:rPr lang="en-US" sz="2400"/>
              <a:t> </a:t>
            </a:r>
          </a:p>
        </p:txBody>
      </p:sp>
    </p:spTree>
    <p:extLst>
      <p:ext uri="{BB962C8B-B14F-4D97-AF65-F5344CB8AC3E}">
        <p14:creationId xmlns:p14="http://schemas.microsoft.com/office/powerpoint/2010/main" val="3967249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F3538-08AE-CC06-5557-41F1F88FA543}"/>
              </a:ext>
            </a:extLst>
          </p:cNvPr>
          <p:cNvSpPr>
            <a:spLocks noGrp="1"/>
          </p:cNvSpPr>
          <p:nvPr>
            <p:ph type="title"/>
          </p:nvPr>
        </p:nvSpPr>
        <p:spPr/>
        <p:txBody>
          <a:bodyPr>
            <a:normAutofit/>
          </a:bodyPr>
          <a:lstStyle/>
          <a:p>
            <a:r>
              <a:rPr lang="en-US" sz="3200" b="1">
                <a:solidFill>
                  <a:srgbClr val="C00000"/>
                </a:solidFill>
              </a:rPr>
              <a:t>SỐ MÀU TỐI THIỂU </a:t>
            </a:r>
          </a:p>
        </p:txBody>
      </p:sp>
      <p:sp>
        <p:nvSpPr>
          <p:cNvPr id="3" name="Content Placeholder 2">
            <a:extLst>
              <a:ext uri="{FF2B5EF4-FFF2-40B4-BE49-F238E27FC236}">
                <a16:creationId xmlns:a16="http://schemas.microsoft.com/office/drawing/2014/main" id="{D80286AE-A2F5-0E97-A58C-B0E5027FAD7F}"/>
              </a:ext>
            </a:extLst>
          </p:cNvPr>
          <p:cNvSpPr>
            <a:spLocks noGrp="1"/>
          </p:cNvSpPr>
          <p:nvPr>
            <p:ph sz="half" idx="1"/>
          </p:nvPr>
        </p:nvSpPr>
        <p:spPr>
          <a:xfrm>
            <a:off x="838200" y="1825625"/>
            <a:ext cx="3283131" cy="4351338"/>
          </a:xfrm>
          <a:ln>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p:spPr>
        <p:txBody>
          <a:bodyPr>
            <a:normAutofit/>
          </a:bodyPr>
          <a:lstStyle/>
          <a:p>
            <a:r>
              <a:rPr lang="en-US" sz="2400"/>
              <a:t>Cho đồ thị G = {V, E}</a:t>
            </a:r>
          </a:p>
          <a:p>
            <a:r>
              <a:rPr lang="en-US" sz="2400"/>
              <a:t>Số lượng màu tối thiểu cần thiết để tô màu cho một đồ thị được gọi là số màu của nó.</a:t>
            </a:r>
          </a:p>
          <a:p>
            <a:r>
              <a:rPr lang="en-US" sz="2400"/>
              <a:t>Ví dụ: Có thể tô màu tối thiểu 2 màu cho đồ thị - Hình 2</a:t>
            </a:r>
          </a:p>
          <a:p>
            <a:endParaRPr lang="en-US" sz="2400"/>
          </a:p>
        </p:txBody>
      </p:sp>
      <p:sp>
        <p:nvSpPr>
          <p:cNvPr id="5" name="Content Placeholder 4">
            <a:extLst>
              <a:ext uri="{FF2B5EF4-FFF2-40B4-BE49-F238E27FC236}">
                <a16:creationId xmlns:a16="http://schemas.microsoft.com/office/drawing/2014/main" id="{D69A27A5-9103-015D-9C4E-F7B4326B6034}"/>
              </a:ext>
            </a:extLst>
          </p:cNvPr>
          <p:cNvSpPr>
            <a:spLocks noGrp="1"/>
          </p:cNvSpPr>
          <p:nvPr>
            <p:ph sz="half" idx="2"/>
          </p:nvPr>
        </p:nvSpPr>
        <p:spPr>
          <a:xfrm>
            <a:off x="4206241" y="1825625"/>
            <a:ext cx="7147560" cy="4351338"/>
          </a:xfrm>
          <a:ln>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p:spPr>
        <p:txBody>
          <a:bodyPr/>
          <a:lstStyle/>
          <a:p>
            <a:r>
              <a:rPr lang="en-US"/>
              <a:t>EXAMPLE </a:t>
            </a:r>
          </a:p>
          <a:p>
            <a:endParaRPr lang="en-US"/>
          </a:p>
        </p:txBody>
      </p:sp>
      <p:pic>
        <p:nvPicPr>
          <p:cNvPr id="7" name="Picture 6">
            <a:extLst>
              <a:ext uri="{FF2B5EF4-FFF2-40B4-BE49-F238E27FC236}">
                <a16:creationId xmlns:a16="http://schemas.microsoft.com/office/drawing/2014/main" id="{9106A120-A9F1-AD75-C00F-CA370CADA0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0357" y="2394236"/>
            <a:ext cx="6621780" cy="2853830"/>
          </a:xfrm>
          <a:prstGeom prst="rect">
            <a:avLst/>
          </a:prstGeom>
        </p:spPr>
      </p:pic>
      <p:sp>
        <p:nvSpPr>
          <p:cNvPr id="8" name="TextBox 7">
            <a:extLst>
              <a:ext uri="{FF2B5EF4-FFF2-40B4-BE49-F238E27FC236}">
                <a16:creationId xmlns:a16="http://schemas.microsoft.com/office/drawing/2014/main" id="{4E619464-2A28-FF62-C3EE-BC7E43D838F4}"/>
              </a:ext>
            </a:extLst>
          </p:cNvPr>
          <p:cNvSpPr txBox="1"/>
          <p:nvPr/>
        </p:nvSpPr>
        <p:spPr>
          <a:xfrm>
            <a:off x="6479172" y="5313331"/>
            <a:ext cx="2690949" cy="353943"/>
          </a:xfrm>
          <a:prstGeom prst="rect">
            <a:avLst/>
          </a:prstGeom>
          <a:noFill/>
        </p:spPr>
        <p:txBody>
          <a:bodyPr wrap="square" rtlCol="0">
            <a:spAutoFit/>
          </a:bodyPr>
          <a:lstStyle/>
          <a:p>
            <a:pPr algn="ctr"/>
            <a:r>
              <a:rPr lang="en-US" sz="1700"/>
              <a:t>Hình 2</a:t>
            </a:r>
          </a:p>
        </p:txBody>
      </p:sp>
    </p:spTree>
    <p:extLst>
      <p:ext uri="{BB962C8B-B14F-4D97-AF65-F5344CB8AC3E}">
        <p14:creationId xmlns:p14="http://schemas.microsoft.com/office/powerpoint/2010/main" val="1267933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F3538-08AE-CC06-5557-41F1F88FA543}"/>
              </a:ext>
            </a:extLst>
          </p:cNvPr>
          <p:cNvSpPr>
            <a:spLocks noGrp="1"/>
          </p:cNvSpPr>
          <p:nvPr>
            <p:ph type="title"/>
          </p:nvPr>
        </p:nvSpPr>
        <p:spPr/>
        <p:txBody>
          <a:bodyPr>
            <a:normAutofit/>
          </a:bodyPr>
          <a:lstStyle/>
          <a:p>
            <a:r>
              <a:rPr lang="en-US" sz="3200" b="1">
                <a:solidFill>
                  <a:srgbClr val="C00000"/>
                </a:solidFill>
              </a:rPr>
              <a:t>ĐỊNH LÝ 4 MÀU </a:t>
            </a:r>
          </a:p>
        </p:txBody>
      </p:sp>
      <p:sp>
        <p:nvSpPr>
          <p:cNvPr id="3" name="Content Placeholder 2">
            <a:extLst>
              <a:ext uri="{FF2B5EF4-FFF2-40B4-BE49-F238E27FC236}">
                <a16:creationId xmlns:a16="http://schemas.microsoft.com/office/drawing/2014/main" id="{D80286AE-A2F5-0E97-A58C-B0E5027FAD7F}"/>
              </a:ext>
            </a:extLst>
          </p:cNvPr>
          <p:cNvSpPr>
            <a:spLocks noGrp="1"/>
          </p:cNvSpPr>
          <p:nvPr>
            <p:ph sz="half" idx="1"/>
          </p:nvPr>
        </p:nvSpPr>
        <p:spPr>
          <a:xfrm>
            <a:off x="838200" y="1825625"/>
            <a:ext cx="3780295" cy="4351338"/>
          </a:xfrm>
          <a:ln>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p:spPr>
        <p:txBody>
          <a:bodyPr>
            <a:normAutofit/>
          </a:bodyPr>
          <a:lstStyle/>
          <a:p>
            <a:r>
              <a:rPr lang="en-US" sz="2400"/>
              <a:t>Cho đồ thị G = {V, E}</a:t>
            </a:r>
          </a:p>
          <a:p>
            <a:r>
              <a:rPr lang="en-US" sz="2400"/>
              <a:t>Với bất kỳ sự phân tách nào của một mặt phẳng thành các vùng liền kề, tạo ra một hình gọi là bản đồ, không cần quá 4 màu để tô màu các vùng của bản đồ sao cho không có hai vùng liền kề nào có cùng màu.\</a:t>
            </a:r>
          </a:p>
          <a:p>
            <a:pPr marL="0" indent="0">
              <a:buNone/>
            </a:pPr>
            <a:endParaRPr lang="en-US" sz="2400"/>
          </a:p>
        </p:txBody>
      </p:sp>
      <p:sp>
        <p:nvSpPr>
          <p:cNvPr id="5" name="Content Placeholder 4">
            <a:extLst>
              <a:ext uri="{FF2B5EF4-FFF2-40B4-BE49-F238E27FC236}">
                <a16:creationId xmlns:a16="http://schemas.microsoft.com/office/drawing/2014/main" id="{2C5179F5-636D-3413-65B6-4148BD2E339C}"/>
              </a:ext>
            </a:extLst>
          </p:cNvPr>
          <p:cNvSpPr>
            <a:spLocks noGrp="1"/>
          </p:cNvSpPr>
          <p:nvPr>
            <p:ph sz="half" idx="2"/>
          </p:nvPr>
        </p:nvSpPr>
        <p:spPr>
          <a:xfrm>
            <a:off x="4788976" y="1825625"/>
            <a:ext cx="6564824" cy="4351338"/>
          </a:xfrm>
          <a:ln>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p:spPr>
        <p:txBody>
          <a:bodyPr/>
          <a:lstStyle/>
          <a:p>
            <a:r>
              <a:rPr lang="en-US"/>
              <a:t>Ví dụ</a:t>
            </a:r>
          </a:p>
          <a:p>
            <a:endParaRPr lang="en-US"/>
          </a:p>
        </p:txBody>
      </p:sp>
      <p:pic>
        <p:nvPicPr>
          <p:cNvPr id="7" name="Picture 6">
            <a:extLst>
              <a:ext uri="{FF2B5EF4-FFF2-40B4-BE49-F238E27FC236}">
                <a16:creationId xmlns:a16="http://schemas.microsoft.com/office/drawing/2014/main" id="{7A817C7F-6038-10E3-D791-B143E960D5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63443" y="2313146"/>
            <a:ext cx="6261906" cy="2606542"/>
          </a:xfrm>
          <a:prstGeom prst="rect">
            <a:avLst/>
          </a:prstGeom>
        </p:spPr>
      </p:pic>
    </p:spTree>
    <p:extLst>
      <p:ext uri="{BB962C8B-B14F-4D97-AF65-F5344CB8AC3E}">
        <p14:creationId xmlns:p14="http://schemas.microsoft.com/office/powerpoint/2010/main" val="4133993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F3538-08AE-CC06-5557-41F1F88FA543}"/>
              </a:ext>
            </a:extLst>
          </p:cNvPr>
          <p:cNvSpPr>
            <a:spLocks noGrp="1"/>
          </p:cNvSpPr>
          <p:nvPr>
            <p:ph type="title"/>
          </p:nvPr>
        </p:nvSpPr>
        <p:spPr/>
        <p:txBody>
          <a:bodyPr>
            <a:normAutofit/>
          </a:bodyPr>
          <a:lstStyle/>
          <a:p>
            <a:r>
              <a:rPr lang="en-US" sz="3200" b="1">
                <a:solidFill>
                  <a:srgbClr val="C00000"/>
                </a:solidFill>
              </a:rPr>
              <a:t>TÔ MÀU BẢN ĐỒ </a:t>
            </a:r>
          </a:p>
        </p:txBody>
      </p:sp>
      <p:sp>
        <p:nvSpPr>
          <p:cNvPr id="3" name="Content Placeholder 2">
            <a:extLst>
              <a:ext uri="{FF2B5EF4-FFF2-40B4-BE49-F238E27FC236}">
                <a16:creationId xmlns:a16="http://schemas.microsoft.com/office/drawing/2014/main" id="{D80286AE-A2F5-0E97-A58C-B0E5027FAD7F}"/>
              </a:ext>
            </a:extLst>
          </p:cNvPr>
          <p:cNvSpPr>
            <a:spLocks noGrp="1"/>
          </p:cNvSpPr>
          <p:nvPr>
            <p:ph sz="half" idx="1"/>
          </p:nvPr>
        </p:nvSpPr>
        <p:spPr>
          <a:xfrm>
            <a:off x="838200" y="1825625"/>
            <a:ext cx="3780295" cy="4351338"/>
          </a:xfrm>
          <a:ln>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p:spPr>
        <p:txBody>
          <a:bodyPr>
            <a:normAutofit/>
          </a:bodyPr>
          <a:lstStyle/>
          <a:p>
            <a:r>
              <a:rPr lang="en-US" sz="2400"/>
              <a:t>Cho đồ thị G = {V, E}</a:t>
            </a:r>
          </a:p>
          <a:p>
            <a:r>
              <a:rPr lang="en-US" sz="2400"/>
              <a:t>Tô màu một bản đồ với: điều kiện:</a:t>
            </a:r>
          </a:p>
          <a:p>
            <a:pPr lvl="1">
              <a:buFont typeface="Wingdings" panose="05000000000000000000" pitchFamily="2" charset="2"/>
              <a:buChar char="§"/>
            </a:pPr>
            <a:r>
              <a:rPr lang="en-US" sz="2200"/>
              <a:t>   Hai miền chung biên giới được tô hai màu khác nhau.</a:t>
            </a:r>
          </a:p>
          <a:p>
            <a:pPr lvl="1">
              <a:buFont typeface="Wingdings" panose="05000000000000000000" pitchFamily="2" charset="2"/>
              <a:buChar char="§"/>
            </a:pPr>
            <a:r>
              <a:rPr lang="en-US" sz="2200"/>
              <a:t>Số màu cần dung là tối thiểu</a:t>
            </a:r>
          </a:p>
          <a:p>
            <a:r>
              <a:rPr lang="en-US" sz="2600"/>
              <a:t>Hãy xác định số màu tối thiểu cho mọi bản đồ.</a:t>
            </a:r>
          </a:p>
          <a:p>
            <a:pPr marL="0" indent="0">
              <a:buNone/>
            </a:pPr>
            <a:endParaRPr lang="en-US" sz="2400"/>
          </a:p>
        </p:txBody>
      </p:sp>
      <p:sp>
        <p:nvSpPr>
          <p:cNvPr id="5" name="Content Placeholder 4">
            <a:extLst>
              <a:ext uri="{FF2B5EF4-FFF2-40B4-BE49-F238E27FC236}">
                <a16:creationId xmlns:a16="http://schemas.microsoft.com/office/drawing/2014/main" id="{2C5179F5-636D-3413-65B6-4148BD2E339C}"/>
              </a:ext>
            </a:extLst>
          </p:cNvPr>
          <p:cNvSpPr>
            <a:spLocks noGrp="1"/>
          </p:cNvSpPr>
          <p:nvPr>
            <p:ph sz="half" idx="2"/>
          </p:nvPr>
        </p:nvSpPr>
        <p:spPr>
          <a:xfrm>
            <a:off x="4788976" y="1825625"/>
            <a:ext cx="6564824" cy="4351338"/>
          </a:xfrm>
          <a:ln>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p:spPr>
        <p:txBody>
          <a:bodyPr/>
          <a:lstStyle/>
          <a:p>
            <a:r>
              <a:rPr lang="en-US" sz="2400"/>
              <a:t>Ví dụ</a:t>
            </a:r>
          </a:p>
          <a:p>
            <a:endParaRPr lang="en-US" sz="2400"/>
          </a:p>
        </p:txBody>
      </p:sp>
      <p:pic>
        <p:nvPicPr>
          <p:cNvPr id="6" name="Picture 5">
            <a:extLst>
              <a:ext uri="{FF2B5EF4-FFF2-40B4-BE49-F238E27FC236}">
                <a16:creationId xmlns:a16="http://schemas.microsoft.com/office/drawing/2014/main" id="{1E5F65A2-E860-0125-A59F-0675C17289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56657" y="2422118"/>
            <a:ext cx="6081606" cy="2189708"/>
          </a:xfrm>
          <a:prstGeom prst="rect">
            <a:avLst/>
          </a:prstGeom>
          <a:ln>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p:spPr>
      </p:pic>
    </p:spTree>
    <p:extLst>
      <p:ext uri="{BB962C8B-B14F-4D97-AF65-F5344CB8AC3E}">
        <p14:creationId xmlns:p14="http://schemas.microsoft.com/office/powerpoint/2010/main" val="1053069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F3538-08AE-CC06-5557-41F1F88FA543}"/>
              </a:ext>
            </a:extLst>
          </p:cNvPr>
          <p:cNvSpPr>
            <a:spLocks noGrp="1"/>
          </p:cNvSpPr>
          <p:nvPr>
            <p:ph type="title"/>
          </p:nvPr>
        </p:nvSpPr>
        <p:spPr/>
        <p:txBody>
          <a:bodyPr>
            <a:normAutofit/>
          </a:bodyPr>
          <a:lstStyle/>
          <a:p>
            <a:r>
              <a:rPr lang="en-US" sz="3200" b="1">
                <a:solidFill>
                  <a:srgbClr val="C00000"/>
                </a:solidFill>
              </a:rPr>
              <a:t>TÔ MÀU BẢN ĐỒ </a:t>
            </a:r>
          </a:p>
        </p:txBody>
      </p:sp>
      <p:sp>
        <p:nvSpPr>
          <p:cNvPr id="3" name="Content Placeholder 2">
            <a:extLst>
              <a:ext uri="{FF2B5EF4-FFF2-40B4-BE49-F238E27FC236}">
                <a16:creationId xmlns:a16="http://schemas.microsoft.com/office/drawing/2014/main" id="{D80286AE-A2F5-0E97-A58C-B0E5027FAD7F}"/>
              </a:ext>
            </a:extLst>
          </p:cNvPr>
          <p:cNvSpPr>
            <a:spLocks noGrp="1"/>
          </p:cNvSpPr>
          <p:nvPr>
            <p:ph sz="half" idx="1"/>
          </p:nvPr>
        </p:nvSpPr>
        <p:spPr>
          <a:xfrm>
            <a:off x="838200" y="1825625"/>
            <a:ext cx="5163312" cy="4351338"/>
          </a:xfrm>
          <a:ln>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p:spPr>
        <p:txBody>
          <a:bodyPr>
            <a:normAutofit/>
          </a:bodyPr>
          <a:lstStyle/>
          <a:p>
            <a:r>
              <a:rPr lang="en-US" sz="2400">
                <a:solidFill>
                  <a:srgbClr val="0070C0"/>
                </a:solidFill>
              </a:rPr>
              <a:t>Cho đồ thị G = {V, E}</a:t>
            </a:r>
          </a:p>
          <a:p>
            <a:r>
              <a:rPr lang="en-US" sz="2400"/>
              <a:t>Màu Bản đồ có thể biểu diễn thành đồ thị:</a:t>
            </a:r>
          </a:p>
          <a:p>
            <a:pPr lvl="1">
              <a:buFont typeface="Courier New" panose="02070309020205020404" pitchFamily="49" charset="0"/>
              <a:buChar char="o"/>
            </a:pPr>
            <a:r>
              <a:rPr lang="en-US" sz="2200"/>
              <a:t>Mỗi miền của bản đồ được biểu diễn bởi 1 đỉnh của đồ thị.</a:t>
            </a:r>
          </a:p>
          <a:p>
            <a:pPr lvl="1">
              <a:buFont typeface="Courier New" panose="02070309020205020404" pitchFamily="49" charset="0"/>
              <a:buChar char="o"/>
            </a:pPr>
            <a:r>
              <a:rPr lang="en-US" sz="2200"/>
              <a:t>Các cạnh nối 2 đỉnh nếu các miền được biểu diễn bởi các đỉnh có chung biên giới.</a:t>
            </a:r>
          </a:p>
          <a:p>
            <a:r>
              <a:rPr lang="en-US" sz="2400">
                <a:solidFill>
                  <a:srgbClr val="C00000"/>
                </a:solidFill>
              </a:rPr>
              <a:t>YÊU CẦU:</a:t>
            </a:r>
          </a:p>
          <a:p>
            <a:r>
              <a:rPr lang="en-US" sz="2400"/>
              <a:t>Biểu diễn Bản đồ này thành Đồ thị tương ứng và tô màu đỉnh của đồ thị</a:t>
            </a:r>
          </a:p>
          <a:p>
            <a:pPr marL="0" indent="0">
              <a:buNone/>
            </a:pPr>
            <a:endParaRPr lang="en-US" sz="2400"/>
          </a:p>
        </p:txBody>
      </p:sp>
      <p:sp>
        <p:nvSpPr>
          <p:cNvPr id="5" name="Content Placeholder 4">
            <a:extLst>
              <a:ext uri="{FF2B5EF4-FFF2-40B4-BE49-F238E27FC236}">
                <a16:creationId xmlns:a16="http://schemas.microsoft.com/office/drawing/2014/main" id="{2C5179F5-636D-3413-65B6-4148BD2E339C}"/>
              </a:ext>
            </a:extLst>
          </p:cNvPr>
          <p:cNvSpPr>
            <a:spLocks noGrp="1"/>
          </p:cNvSpPr>
          <p:nvPr>
            <p:ph sz="half" idx="2"/>
          </p:nvPr>
        </p:nvSpPr>
        <p:spPr>
          <a:xfrm>
            <a:off x="6190488" y="1825625"/>
            <a:ext cx="5163312" cy="4351338"/>
          </a:xfrm>
          <a:ln>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p:spPr>
        <p:txBody>
          <a:bodyPr>
            <a:normAutofit/>
          </a:bodyPr>
          <a:lstStyle/>
          <a:p>
            <a:r>
              <a:rPr lang="en-US" sz="2400"/>
              <a:t>Ví dụ</a:t>
            </a:r>
          </a:p>
          <a:p>
            <a:endParaRPr lang="en-US" sz="2400"/>
          </a:p>
        </p:txBody>
      </p:sp>
      <p:pic>
        <p:nvPicPr>
          <p:cNvPr id="7" name="Picture 6">
            <a:extLst>
              <a:ext uri="{FF2B5EF4-FFF2-40B4-BE49-F238E27FC236}">
                <a16:creationId xmlns:a16="http://schemas.microsoft.com/office/drawing/2014/main" id="{D9A5BA6A-1CFA-6DE6-1316-A5655AEE0852}"/>
              </a:ext>
            </a:extLst>
          </p:cNvPr>
          <p:cNvPicPr>
            <a:picLocks noChangeAspect="1"/>
          </p:cNvPicPr>
          <p:nvPr/>
        </p:nvPicPr>
        <p:blipFill rotWithShape="1">
          <a:blip r:embed="rId2">
            <a:extLst>
              <a:ext uri="{28A0092B-C50C-407E-A947-70E740481C1C}">
                <a14:useLocalDpi xmlns:a14="http://schemas.microsoft.com/office/drawing/2010/main" val="0"/>
              </a:ext>
            </a:extLst>
          </a:blip>
          <a:srcRect b="3674"/>
          <a:stretch/>
        </p:blipFill>
        <p:spPr>
          <a:xfrm>
            <a:off x="6567071" y="2282754"/>
            <a:ext cx="3866233" cy="3758920"/>
          </a:xfrm>
          <a:prstGeom prst="rect">
            <a:avLst/>
          </a:prstGeom>
        </p:spPr>
      </p:pic>
    </p:spTree>
    <p:extLst>
      <p:ext uri="{BB962C8B-B14F-4D97-AF65-F5344CB8AC3E}">
        <p14:creationId xmlns:p14="http://schemas.microsoft.com/office/powerpoint/2010/main" val="10515423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F3538-08AE-CC06-5557-41F1F88FA543}"/>
              </a:ext>
            </a:extLst>
          </p:cNvPr>
          <p:cNvSpPr>
            <a:spLocks noGrp="1"/>
          </p:cNvSpPr>
          <p:nvPr>
            <p:ph type="title"/>
          </p:nvPr>
        </p:nvSpPr>
        <p:spPr/>
        <p:txBody>
          <a:bodyPr>
            <a:normAutofit/>
          </a:bodyPr>
          <a:lstStyle/>
          <a:p>
            <a:r>
              <a:rPr lang="en-US" sz="3200" b="1">
                <a:solidFill>
                  <a:srgbClr val="C00000"/>
                </a:solidFill>
              </a:rPr>
              <a:t>SẮP XẾP LỊCH THI </a:t>
            </a:r>
          </a:p>
        </p:txBody>
      </p:sp>
      <p:sp>
        <p:nvSpPr>
          <p:cNvPr id="3" name="Content Placeholder 2">
            <a:extLst>
              <a:ext uri="{FF2B5EF4-FFF2-40B4-BE49-F238E27FC236}">
                <a16:creationId xmlns:a16="http://schemas.microsoft.com/office/drawing/2014/main" id="{D80286AE-A2F5-0E97-A58C-B0E5027FAD7F}"/>
              </a:ext>
            </a:extLst>
          </p:cNvPr>
          <p:cNvSpPr>
            <a:spLocks noGrp="1"/>
          </p:cNvSpPr>
          <p:nvPr>
            <p:ph sz="half" idx="1"/>
          </p:nvPr>
        </p:nvSpPr>
        <p:spPr>
          <a:xfrm>
            <a:off x="838200" y="1825625"/>
            <a:ext cx="7118268" cy="4351338"/>
          </a:xfrm>
          <a:ln>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p:spPr>
        <p:txBody>
          <a:bodyPr>
            <a:normAutofit/>
          </a:bodyPr>
          <a:lstStyle/>
          <a:p>
            <a:r>
              <a:rPr lang="en-US" sz="2400" b="1"/>
              <a:t>BÀI TOÁN SẮP XẾP LỊCH THI</a:t>
            </a:r>
          </a:p>
          <a:p>
            <a:r>
              <a:rPr lang="en-US" sz="2400" b="1">
                <a:solidFill>
                  <a:srgbClr val="7030A0"/>
                </a:solidFill>
              </a:rPr>
              <a:t>Định nghĩa bài toán</a:t>
            </a:r>
            <a:r>
              <a:rPr lang="en-US" sz="2400"/>
              <a:t>: </a:t>
            </a:r>
          </a:p>
          <a:p>
            <a:pPr>
              <a:lnSpc>
                <a:spcPct val="121000"/>
              </a:lnSpc>
            </a:pPr>
            <a:r>
              <a:rPr lang="en-US" sz="2400" kern="100">
                <a:effectLst/>
                <a:latin typeface="Calibri" panose="020F0502020204030204" pitchFamily="34" charset="0"/>
                <a:ea typeface="Calibri" panose="020F0502020204030204" pitchFamily="34" charset="0"/>
                <a:cs typeface="Times New Roman" panose="02020603050405020304" pitchFamily="18" charset="0"/>
              </a:rPr>
              <a:t>Cho đồ thị gồm N nút, trong đó mỗi nút biểu diễn một kỳ thi và một mảng 2 chiều Edges[][2] sao cho mỗi cặp kỳ thi (Edges[i][0], Edges[i][1]) biểu thị cạnh giữa chúng, nhiệm vụ là tìm số ngày tối thiểu để lên lịch cho tất cả các kỳ thi sao cho không có hai kỳ thi nào được kết nối qua một cạnh được lên lịch vào cùng một ngày.</a:t>
            </a:r>
          </a:p>
          <a:p>
            <a:endParaRPr lang="en-US" sz="2400"/>
          </a:p>
        </p:txBody>
      </p:sp>
      <p:sp>
        <p:nvSpPr>
          <p:cNvPr id="5" name="Content Placeholder 4">
            <a:extLst>
              <a:ext uri="{FF2B5EF4-FFF2-40B4-BE49-F238E27FC236}">
                <a16:creationId xmlns:a16="http://schemas.microsoft.com/office/drawing/2014/main" id="{8B1AC84D-C990-2752-0D0C-39BD862C482D}"/>
              </a:ext>
            </a:extLst>
          </p:cNvPr>
          <p:cNvSpPr>
            <a:spLocks noGrp="1"/>
          </p:cNvSpPr>
          <p:nvPr>
            <p:ph sz="half" idx="2"/>
          </p:nvPr>
        </p:nvSpPr>
        <p:spPr>
          <a:xfrm>
            <a:off x="8063345" y="1825625"/>
            <a:ext cx="3290455" cy="4351338"/>
          </a:xfrm>
          <a:ln>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p:spPr>
        <p:txBody>
          <a:bodyPr>
            <a:normAutofit/>
          </a:bodyPr>
          <a:lstStyle/>
          <a:p>
            <a:r>
              <a:rPr lang="en-US" sz="2400"/>
              <a:t>Testing:</a:t>
            </a:r>
          </a:p>
          <a:p>
            <a:r>
              <a:rPr lang="en-US" sz="1800" kern="100">
                <a:effectLst/>
                <a:latin typeface="Calibri" panose="020F0502020204030204" pitchFamily="34" charset="0"/>
                <a:ea typeface="Calibri" panose="020F0502020204030204" pitchFamily="34" charset="0"/>
                <a:cs typeface="Times New Roman" panose="02020603050405020304" pitchFamily="18" charset="0"/>
              </a:rPr>
              <a:t>INPUT: N = 5, E = 10, Edges[][] = {{0,1}, {0,2}, {0,3}, {0,4}, {1,2}, {1,3}, {1,4}, {2,3}, {2,4}, {3,4}}</a:t>
            </a:r>
          </a:p>
          <a:p>
            <a:r>
              <a:rPr lang="en-US" sz="1800"/>
              <a:t>OUTPUT: 5</a:t>
            </a:r>
          </a:p>
          <a:p>
            <a:endParaRPr lang="en-US" sz="2400"/>
          </a:p>
        </p:txBody>
      </p:sp>
      <p:pic>
        <p:nvPicPr>
          <p:cNvPr id="13" name="Picture 12">
            <a:extLst>
              <a:ext uri="{FF2B5EF4-FFF2-40B4-BE49-F238E27FC236}">
                <a16:creationId xmlns:a16="http://schemas.microsoft.com/office/drawing/2014/main" id="{3C7FE250-FC34-071C-8EE9-AEEC2335A4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61882" y="3891446"/>
            <a:ext cx="2551541" cy="2185497"/>
          </a:xfrm>
          <a:prstGeom prst="rect">
            <a:avLst/>
          </a:prstGeom>
        </p:spPr>
      </p:pic>
    </p:spTree>
    <p:extLst>
      <p:ext uri="{BB962C8B-B14F-4D97-AF65-F5344CB8AC3E}">
        <p14:creationId xmlns:p14="http://schemas.microsoft.com/office/powerpoint/2010/main" val="4863945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F3538-08AE-CC06-5557-41F1F88FA543}"/>
              </a:ext>
            </a:extLst>
          </p:cNvPr>
          <p:cNvSpPr>
            <a:spLocks noGrp="1"/>
          </p:cNvSpPr>
          <p:nvPr>
            <p:ph type="title"/>
          </p:nvPr>
        </p:nvSpPr>
        <p:spPr>
          <a:xfrm>
            <a:off x="838200" y="130630"/>
            <a:ext cx="10515600" cy="550408"/>
          </a:xfrm>
        </p:spPr>
        <p:txBody>
          <a:bodyPr>
            <a:normAutofit/>
          </a:bodyPr>
          <a:lstStyle/>
          <a:p>
            <a:r>
              <a:rPr lang="en-US" sz="2800" b="1">
                <a:solidFill>
                  <a:srgbClr val="C00000"/>
                </a:solidFill>
              </a:rPr>
              <a:t>SẮP XẾP LỊCH THI </a:t>
            </a:r>
          </a:p>
        </p:txBody>
      </p:sp>
      <p:sp>
        <p:nvSpPr>
          <p:cNvPr id="3" name="Content Placeholder 2">
            <a:extLst>
              <a:ext uri="{FF2B5EF4-FFF2-40B4-BE49-F238E27FC236}">
                <a16:creationId xmlns:a16="http://schemas.microsoft.com/office/drawing/2014/main" id="{D80286AE-A2F5-0E97-A58C-B0E5027FAD7F}"/>
              </a:ext>
            </a:extLst>
          </p:cNvPr>
          <p:cNvSpPr>
            <a:spLocks noGrp="1"/>
          </p:cNvSpPr>
          <p:nvPr>
            <p:ph sz="half" idx="1"/>
          </p:nvPr>
        </p:nvSpPr>
        <p:spPr>
          <a:xfrm>
            <a:off x="838199" y="681038"/>
            <a:ext cx="8840191" cy="5495925"/>
          </a:xfrm>
          <a:ln>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p:spPr>
        <p:txBody>
          <a:bodyPr>
            <a:normAutofit fontScale="77500" lnSpcReduction="20000"/>
          </a:bodyPr>
          <a:lstStyle/>
          <a:p>
            <a:r>
              <a:rPr lang="en-US" sz="2400" b="1"/>
              <a:t>THUẬT TOÁN SẮP XẾP LỊCH THI</a:t>
            </a:r>
          </a:p>
          <a:p>
            <a:pPr marL="342900" lvl="0" indent="-342900">
              <a:lnSpc>
                <a:spcPct val="115000"/>
              </a:lnSpc>
              <a:spcBef>
                <a:spcPts val="0"/>
              </a:spcBef>
              <a:spcAft>
                <a:spcPts val="500"/>
              </a:spcAft>
              <a:buFont typeface="Calibri" panose="020F0502020204030204" pitchFamily="34" charset="0"/>
              <a:buChar char="-"/>
            </a:pPr>
            <a:r>
              <a:rPr lang="en-US" sz="1800" kern="100">
                <a:effectLst/>
                <a:latin typeface="Calibri" panose="020F0502020204030204" pitchFamily="34" charset="0"/>
                <a:ea typeface="Calibri" panose="020F0502020204030204" pitchFamily="34" charset="0"/>
                <a:cs typeface="Times New Roman" panose="02020603050405020304" pitchFamily="18" charset="0"/>
              </a:rPr>
              <a:t>Tạo ma trận kề từ các cạnh Edges[][] đã cho của đồ thị.</a:t>
            </a:r>
          </a:p>
          <a:p>
            <a:pPr marL="342900" lvl="0" indent="-342900">
              <a:lnSpc>
                <a:spcPct val="115000"/>
              </a:lnSpc>
              <a:spcBef>
                <a:spcPts val="0"/>
              </a:spcBef>
              <a:spcAft>
                <a:spcPts val="500"/>
              </a:spcAft>
              <a:buFont typeface="Calibri" panose="020F0502020204030204" pitchFamily="34" charset="0"/>
              <a:buChar char="-"/>
            </a:pPr>
            <a:r>
              <a:rPr lang="en-US" sz="1800" kern="100">
                <a:effectLst/>
                <a:latin typeface="Calibri" panose="020F0502020204030204" pitchFamily="34" charset="0"/>
                <a:ea typeface="Calibri" panose="020F0502020204030204" pitchFamily="34" charset="0"/>
                <a:cs typeface="Times New Roman" panose="02020603050405020304" pitchFamily="18" charset="0"/>
              </a:rPr>
              <a:t>Khởi tạo một vector các cặp, giả sử vdegree[] lưu trữ bậc của mỗi nút có các nút.</a:t>
            </a:r>
          </a:p>
          <a:p>
            <a:pPr marL="342900" lvl="0" indent="-342900">
              <a:lnSpc>
                <a:spcPct val="115000"/>
              </a:lnSpc>
              <a:spcBef>
                <a:spcPts val="0"/>
              </a:spcBef>
              <a:spcAft>
                <a:spcPts val="500"/>
              </a:spcAft>
              <a:buFont typeface="Calibri" panose="020F0502020204030204" pitchFamily="34" charset="0"/>
              <a:buChar char="-"/>
            </a:pPr>
            <a:r>
              <a:rPr lang="en-US" sz="1800" kern="100">
                <a:effectLst/>
                <a:latin typeface="Calibri" panose="020F0502020204030204" pitchFamily="34" charset="0"/>
                <a:ea typeface="Calibri" panose="020F0502020204030204" pitchFamily="34" charset="0"/>
                <a:cs typeface="Times New Roman" panose="02020603050405020304" pitchFamily="18" charset="0"/>
              </a:rPr>
              <a:t>Tính toán bậc của mỗi đỉnh và lưu trữ nó trong mảng vdegree[]</a:t>
            </a:r>
          </a:p>
          <a:p>
            <a:pPr marL="342900" lvl="0" indent="-342900">
              <a:lnSpc>
                <a:spcPct val="115000"/>
              </a:lnSpc>
              <a:spcBef>
                <a:spcPts val="0"/>
              </a:spcBef>
              <a:spcAft>
                <a:spcPts val="500"/>
              </a:spcAft>
              <a:buFont typeface="Calibri" panose="020F0502020204030204" pitchFamily="34" charset="0"/>
              <a:buChar char="-"/>
            </a:pPr>
            <a:r>
              <a:rPr lang="en-US" sz="1800" kern="100">
                <a:effectLst/>
                <a:latin typeface="Calibri" panose="020F0502020204030204" pitchFamily="34" charset="0"/>
                <a:ea typeface="Calibri" panose="020F0502020204030204" pitchFamily="34" charset="0"/>
                <a:cs typeface="Times New Roman" panose="02020603050405020304" pitchFamily="18" charset="0"/>
              </a:rPr>
              <a:t>Sắp xếp tất cả các đỉnh trong vdegree[] theo thứ tự giảm dần của bậc.</a:t>
            </a:r>
          </a:p>
          <a:p>
            <a:pPr marL="342900" lvl="0" indent="-342900">
              <a:lnSpc>
                <a:spcPct val="115000"/>
              </a:lnSpc>
              <a:spcBef>
                <a:spcPts val="0"/>
              </a:spcBef>
              <a:spcAft>
                <a:spcPts val="500"/>
              </a:spcAft>
              <a:buFont typeface="Calibri" panose="020F0502020204030204" pitchFamily="34" charset="0"/>
              <a:buChar char="-"/>
            </a:pPr>
            <a:r>
              <a:rPr lang="en-US" sz="1800" kern="100">
                <a:effectLst/>
                <a:latin typeface="Calibri" panose="020F0502020204030204" pitchFamily="34" charset="0"/>
                <a:ea typeface="Calibri" panose="020F0502020204030204" pitchFamily="34" charset="0"/>
                <a:cs typeface="Times New Roman" panose="02020603050405020304" pitchFamily="18" charset="0"/>
              </a:rPr>
              <a:t>Khởi tạo 2 mảng, chẳng hạng như color[] và colored[] để lưu trữ màu được sử dụng để tô màu các đỉnh và thông tin về việc đỉnh đã được tô màu hay chưa.</a:t>
            </a:r>
          </a:p>
          <a:p>
            <a:pPr marL="342900" lvl="0" indent="-342900">
              <a:lnSpc>
                <a:spcPct val="115000"/>
              </a:lnSpc>
              <a:spcBef>
                <a:spcPts val="0"/>
              </a:spcBef>
              <a:spcAft>
                <a:spcPts val="500"/>
              </a:spcAft>
              <a:buFont typeface="Calibri" panose="020F0502020204030204" pitchFamily="34" charset="0"/>
              <a:buChar char="-"/>
            </a:pPr>
            <a:r>
              <a:rPr lang="en-US" sz="1800" kern="100">
                <a:effectLst/>
                <a:latin typeface="Calibri" panose="020F0502020204030204" pitchFamily="34" charset="0"/>
                <a:ea typeface="Calibri" panose="020F0502020204030204" pitchFamily="34" charset="0"/>
                <a:cs typeface="Times New Roman" panose="02020603050405020304" pitchFamily="18" charset="0"/>
              </a:rPr>
              <a:t>Khởi tạo 2 biến, giả sử numvc và K là 0 để theo dõi số lượng đỉnh được tô màu và số màu được gán cho mỗi nút.</a:t>
            </a:r>
          </a:p>
          <a:p>
            <a:pPr marL="342900" lvl="0" indent="-342900">
              <a:lnSpc>
                <a:spcPct val="115000"/>
              </a:lnSpc>
              <a:spcAft>
                <a:spcPts val="500"/>
              </a:spcAft>
              <a:buFont typeface="Calibri" panose="020F0502020204030204" pitchFamily="34" charset="0"/>
              <a:buChar char="-"/>
            </a:pPr>
            <a:r>
              <a:rPr lang="en-US" sz="1800" kern="100">
                <a:effectLst/>
                <a:latin typeface="Calibri" panose="020F0502020204030204" pitchFamily="34" charset="0"/>
                <a:ea typeface="Calibri" panose="020F0502020204030204" pitchFamily="34" charset="0"/>
                <a:cs typeface="Times New Roman" panose="02020603050405020304" pitchFamily="18" charset="0"/>
              </a:rPr>
              <a:t>Lặp lại trong phạm vi [0, V] bằng cách sử dụng biến I và thực hiện các bước sau:</a:t>
            </a:r>
          </a:p>
          <a:p>
            <a:pPr marL="800100" lvl="1" indent="-342900">
              <a:lnSpc>
                <a:spcPct val="115000"/>
              </a:lnSpc>
              <a:spcAft>
                <a:spcPts val="500"/>
              </a:spcAft>
              <a:buFont typeface="Courier New" panose="02070309020205020404" pitchFamily="49" charset="0"/>
              <a:buChar char="o"/>
            </a:pPr>
            <a:r>
              <a:rPr lang="en-US" sz="1400" kern="100">
                <a:effectLst/>
                <a:latin typeface="Calibri" panose="020F0502020204030204" pitchFamily="34" charset="0"/>
                <a:ea typeface="Calibri" panose="020F0502020204030204" pitchFamily="34" charset="0"/>
                <a:cs typeface="Times New Roman" panose="02020603050405020304" pitchFamily="18" charset="0"/>
              </a:rPr>
              <a:t>Nếu giá trị của </a:t>
            </a:r>
            <a:r>
              <a:rPr lang="en-US" sz="1400" b="1" kern="100">
                <a:effectLst/>
                <a:latin typeface="Calibri" panose="020F0502020204030204" pitchFamily="34" charset="0"/>
                <a:ea typeface="Calibri" panose="020F0502020204030204" pitchFamily="34" charset="0"/>
                <a:cs typeface="Times New Roman" panose="02020603050405020304" pitchFamily="18" charset="0"/>
              </a:rPr>
              <a:t>numvc</a:t>
            </a:r>
            <a:r>
              <a:rPr lang="en-US" sz="1400" kern="100">
                <a:effectLst/>
                <a:latin typeface="Calibri" panose="020F0502020204030204" pitchFamily="34" charset="0"/>
                <a:ea typeface="Calibri" panose="020F0502020204030204" pitchFamily="34" charset="0"/>
                <a:cs typeface="Times New Roman" panose="02020603050405020304" pitchFamily="18" charset="0"/>
              </a:rPr>
              <a:t> giống với </a:t>
            </a:r>
            <a:r>
              <a:rPr lang="en-US" sz="1400" b="1" kern="100">
                <a:effectLst/>
                <a:latin typeface="Calibri" panose="020F0502020204030204" pitchFamily="34" charset="0"/>
                <a:ea typeface="Calibri" panose="020F0502020204030204" pitchFamily="34" charset="0"/>
                <a:cs typeface="Times New Roman" panose="02020603050405020304" pitchFamily="18" charset="0"/>
              </a:rPr>
              <a:t>V</a:t>
            </a:r>
            <a:r>
              <a:rPr lang="en-US" sz="1400" kern="100">
                <a:effectLst/>
                <a:latin typeface="Calibri" panose="020F0502020204030204" pitchFamily="34" charset="0"/>
                <a:ea typeface="Calibri" panose="020F0502020204030204" pitchFamily="34" charset="0"/>
                <a:cs typeface="Times New Roman" panose="02020603050405020304" pitchFamily="18" charset="0"/>
              </a:rPr>
              <a:t> thì </a:t>
            </a:r>
            <a:r>
              <a:rPr lang="en-US" sz="1400" u="sng" kern="10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a:rPr>
              <a:t>thoát khỏi vòng lặp</a:t>
            </a:r>
            <a:r>
              <a:rPr lang="en-US" sz="1400" kern="100">
                <a:effectLst/>
                <a:latin typeface="Calibri" panose="020F0502020204030204" pitchFamily="34" charset="0"/>
                <a:ea typeface="Calibri" panose="020F0502020204030204" pitchFamily="34" charset="0"/>
                <a:cs typeface="Times New Roman" panose="02020603050405020304" pitchFamily="18" charset="0"/>
              </a:rPr>
              <a:t> vì tất cả các đỉnh đều được tô màu.</a:t>
            </a:r>
          </a:p>
          <a:p>
            <a:pPr marL="800100" lvl="1" indent="-342900">
              <a:lnSpc>
                <a:spcPct val="115000"/>
              </a:lnSpc>
              <a:spcAft>
                <a:spcPts val="500"/>
              </a:spcAft>
              <a:buFont typeface="Courier New" panose="02070309020205020404" pitchFamily="49" charset="0"/>
              <a:buChar char="o"/>
            </a:pPr>
            <a:r>
              <a:rPr lang="en-US" sz="1400" kern="100">
                <a:effectLst/>
                <a:latin typeface="Calibri" panose="020F0502020204030204" pitchFamily="34" charset="0"/>
                <a:ea typeface="Calibri" panose="020F0502020204030204" pitchFamily="34" charset="0"/>
                <a:cs typeface="Times New Roman" panose="02020603050405020304" pitchFamily="18" charset="0"/>
              </a:rPr>
              <a:t>Nếu đỉnh hiện tại được tô màu thì </a:t>
            </a:r>
            <a:r>
              <a:rPr lang="en-US" sz="1400" u="sng" kern="10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a:rPr>
              <a:t>tiếp tục lặp lại</a:t>
            </a:r>
            <a:r>
              <a:rPr lang="en-US" sz="1400" kern="100">
                <a:effectLst/>
                <a:latin typeface="Calibri" panose="020F0502020204030204" pitchFamily="34" charset="0"/>
                <a:ea typeface="Calibri" panose="020F0502020204030204" pitchFamily="34" charset="0"/>
                <a:cs typeface="Times New Roman" panose="02020603050405020304" pitchFamily="18" charset="0"/>
              </a:rPr>
              <a:t> .</a:t>
            </a:r>
          </a:p>
          <a:p>
            <a:pPr marL="800100" lvl="1" indent="-342900">
              <a:lnSpc>
                <a:spcPct val="115000"/>
              </a:lnSpc>
              <a:spcAft>
                <a:spcPts val="500"/>
              </a:spcAft>
              <a:buFont typeface="Courier New" panose="02070309020205020404" pitchFamily="49" charset="0"/>
              <a:buChar char="o"/>
            </a:pPr>
            <a:r>
              <a:rPr lang="en-US" sz="1400" kern="100">
                <a:effectLst/>
                <a:latin typeface="Calibri" panose="020F0502020204030204" pitchFamily="34" charset="0"/>
                <a:ea typeface="Calibri" panose="020F0502020204030204" pitchFamily="34" charset="0"/>
                <a:cs typeface="Times New Roman" panose="02020603050405020304" pitchFamily="18" charset="0"/>
              </a:rPr>
              <a:t>Nếu đỉnh không được tô màu, thì tô màu đỉnh bằng màu </a:t>
            </a:r>
            <a:r>
              <a:rPr lang="en-US" sz="1400" b="1" kern="100">
                <a:effectLst/>
                <a:latin typeface="Calibri" panose="020F0502020204030204" pitchFamily="34" charset="0"/>
                <a:ea typeface="Calibri" panose="020F0502020204030204" pitchFamily="34" charset="0"/>
                <a:cs typeface="Times New Roman" panose="02020603050405020304" pitchFamily="18" charset="0"/>
              </a:rPr>
              <a:t>K</a:t>
            </a:r>
            <a:r>
              <a:rPr lang="en-US" sz="1400" kern="100">
                <a:effectLst/>
                <a:latin typeface="Calibri" panose="020F0502020204030204" pitchFamily="34" charset="0"/>
                <a:ea typeface="Calibri" panose="020F0502020204030204" pitchFamily="34" charset="0"/>
                <a:cs typeface="Times New Roman" panose="02020603050405020304" pitchFamily="18" charset="0"/>
              </a:rPr>
              <a:t> theo </a:t>
            </a:r>
            <a:r>
              <a:rPr lang="en-US" sz="1400" b="1" kern="100">
                <a:effectLst/>
                <a:latin typeface="Calibri" panose="020F0502020204030204" pitchFamily="34" charset="0"/>
                <a:ea typeface="Calibri" panose="020F0502020204030204" pitchFamily="34" charset="0"/>
                <a:cs typeface="Times New Roman" panose="02020603050405020304" pitchFamily="18" charset="0"/>
              </a:rPr>
              <a:t>công thức colour[vdegree[i]] = color[K]</a:t>
            </a:r>
            <a:r>
              <a:rPr lang="en-US" sz="1400" kern="100">
                <a:effectLst/>
                <a:latin typeface="Calibri" panose="020F0502020204030204" pitchFamily="34" charset="0"/>
                <a:ea typeface="Calibri" panose="020F0502020204030204" pitchFamily="34" charset="0"/>
                <a:cs typeface="Times New Roman" panose="02020603050405020304" pitchFamily="18" charset="0"/>
              </a:rPr>
              <a:t> và tăng giá trị của </a:t>
            </a:r>
            <a:r>
              <a:rPr lang="en-US" sz="1400" b="1" kern="100">
                <a:effectLst/>
                <a:latin typeface="Calibri" panose="020F0502020204030204" pitchFamily="34" charset="0"/>
                <a:ea typeface="Calibri" panose="020F0502020204030204" pitchFamily="34" charset="0"/>
                <a:cs typeface="Times New Roman" panose="02020603050405020304" pitchFamily="18" charset="0"/>
              </a:rPr>
              <a:t>numvc</a:t>
            </a:r>
            <a:r>
              <a:rPr lang="en-US" sz="1400" kern="100">
                <a:effectLst/>
                <a:latin typeface="Calibri" panose="020F0502020204030204" pitchFamily="34" charset="0"/>
                <a:ea typeface="Calibri" panose="020F0502020204030204" pitchFamily="34" charset="0"/>
                <a:cs typeface="Times New Roman" panose="02020603050405020304" pitchFamily="18" charset="0"/>
              </a:rPr>
              <a:t> .</a:t>
            </a:r>
          </a:p>
          <a:p>
            <a:pPr marL="800100" lvl="1" indent="-342900">
              <a:lnSpc>
                <a:spcPct val="115000"/>
              </a:lnSpc>
              <a:spcAft>
                <a:spcPts val="500"/>
              </a:spcAft>
              <a:buFont typeface="Courier New" panose="02070309020205020404" pitchFamily="49" charset="0"/>
              <a:buChar char="o"/>
            </a:pPr>
            <a:r>
              <a:rPr lang="en-US" sz="1400" u="sng" kern="10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4"/>
              </a:rPr>
              <a:t>Lặp lại trong phạm vi </a:t>
            </a:r>
            <a:r>
              <a:rPr lang="en-US" sz="1400" b="1" kern="100">
                <a:effectLst/>
                <a:latin typeface="Calibri" panose="020F0502020204030204" pitchFamily="34" charset="0"/>
                <a:ea typeface="Calibri" panose="020F0502020204030204" pitchFamily="34" charset="0"/>
                <a:cs typeface="Times New Roman" panose="02020603050405020304" pitchFamily="18" charset="0"/>
              </a:rPr>
              <a:t>[0, V]</a:t>
            </a:r>
            <a:r>
              <a:rPr lang="en-US" sz="1400" kern="100">
                <a:effectLst/>
                <a:latin typeface="Calibri" panose="020F0502020204030204" pitchFamily="34" charset="0"/>
                <a:ea typeface="Calibri" panose="020F0502020204030204" pitchFamily="34" charset="0"/>
                <a:cs typeface="Times New Roman" panose="02020603050405020304" pitchFamily="18" charset="0"/>
              </a:rPr>
              <a:t> và nếu đỉnh hiện tại không được tô màu và không liền kề với nút </a:t>
            </a:r>
            <a:r>
              <a:rPr lang="en-US" sz="1400" b="1" kern="100">
                <a:effectLst/>
                <a:latin typeface="Calibri" panose="020F0502020204030204" pitchFamily="34" charset="0"/>
                <a:ea typeface="Calibri" panose="020F0502020204030204" pitchFamily="34" charset="0"/>
                <a:cs typeface="Times New Roman" panose="02020603050405020304" pitchFamily="18" charset="0"/>
              </a:rPr>
              <a:t>i</a:t>
            </a:r>
            <a:r>
              <a:rPr lang="en-US" sz="1400" kern="100">
                <a:effectLst/>
                <a:latin typeface="Calibri" panose="020F0502020204030204" pitchFamily="34" charset="0"/>
                <a:ea typeface="Calibri" panose="020F0502020204030204" pitchFamily="34" charset="0"/>
                <a:cs typeface="Times New Roman" panose="02020603050405020304" pitchFamily="18" charset="0"/>
              </a:rPr>
              <a:t> , thì tô màu nút hiện tại bằng màu </a:t>
            </a:r>
            <a:r>
              <a:rPr lang="en-US" sz="1400" b="1" kern="100">
                <a:effectLst/>
                <a:latin typeface="Calibri" panose="020F0502020204030204" pitchFamily="34" charset="0"/>
                <a:ea typeface="Calibri" panose="020F0502020204030204" pitchFamily="34" charset="0"/>
                <a:cs typeface="Times New Roman" panose="02020603050405020304" pitchFamily="18" charset="0"/>
              </a:rPr>
              <a:t>K</a:t>
            </a:r>
            <a:r>
              <a:rPr lang="en-US" sz="1400" kern="100">
                <a:effectLst/>
                <a:latin typeface="Calibri" panose="020F0502020204030204" pitchFamily="34" charset="0"/>
                <a:ea typeface="Calibri" panose="020F0502020204030204" pitchFamily="34" charset="0"/>
                <a:cs typeface="Times New Roman" panose="02020603050405020304" pitchFamily="18" charset="0"/>
              </a:rPr>
              <a:t> và tăng giá trị của </a:t>
            </a:r>
            <a:r>
              <a:rPr lang="en-US" sz="1400" b="1" kern="100">
                <a:effectLst/>
                <a:latin typeface="Calibri" panose="020F0502020204030204" pitchFamily="34" charset="0"/>
                <a:ea typeface="Calibri" panose="020F0502020204030204" pitchFamily="34" charset="0"/>
                <a:cs typeface="Times New Roman" panose="02020603050405020304" pitchFamily="18" charset="0"/>
              </a:rPr>
              <a:t>numvc</a:t>
            </a:r>
            <a:r>
              <a:rPr lang="en-US" sz="1400" kern="100">
                <a:effectLst/>
                <a:latin typeface="Calibri" panose="020F0502020204030204" pitchFamily="34" charset="0"/>
                <a:ea typeface="Calibri" panose="020F0502020204030204" pitchFamily="34" charset="0"/>
                <a:cs typeface="Times New Roman" panose="02020603050405020304" pitchFamily="18" charset="0"/>
              </a:rPr>
              <a:t> .</a:t>
            </a:r>
          </a:p>
          <a:p>
            <a:pPr marL="800100" lvl="1" indent="-342900">
              <a:lnSpc>
                <a:spcPct val="115000"/>
              </a:lnSpc>
              <a:spcAft>
                <a:spcPts val="500"/>
              </a:spcAft>
              <a:buFont typeface="Courier New" panose="02070309020205020404" pitchFamily="49" charset="0"/>
              <a:buChar char="o"/>
            </a:pPr>
            <a:r>
              <a:rPr lang="en-US" sz="1400" kern="100">
                <a:effectLst/>
                <a:latin typeface="Calibri" panose="020F0502020204030204" pitchFamily="34" charset="0"/>
                <a:ea typeface="Calibri" panose="020F0502020204030204" pitchFamily="34" charset="0"/>
                <a:cs typeface="Times New Roman" panose="02020603050405020304" pitchFamily="18" charset="0"/>
              </a:rPr>
              <a:t>Tăng giá trị của </a:t>
            </a:r>
            <a:r>
              <a:rPr lang="en-US" sz="1400" b="1" kern="100">
                <a:effectLst/>
                <a:latin typeface="Calibri" panose="020F0502020204030204" pitchFamily="34" charset="0"/>
                <a:ea typeface="Calibri" panose="020F0502020204030204" pitchFamily="34" charset="0"/>
                <a:cs typeface="Times New Roman" panose="02020603050405020304" pitchFamily="18" charset="0"/>
              </a:rPr>
              <a:t>K</a:t>
            </a:r>
            <a:r>
              <a:rPr lang="en-US" sz="1400" kern="100">
                <a:effectLst/>
                <a:latin typeface="Calibri" panose="020F0502020204030204" pitchFamily="34" charset="0"/>
                <a:ea typeface="Calibri" panose="020F0502020204030204" pitchFamily="34" charset="0"/>
                <a:cs typeface="Times New Roman" panose="02020603050405020304" pitchFamily="18" charset="0"/>
              </a:rPr>
              <a:t> lên </a:t>
            </a:r>
            <a:r>
              <a:rPr lang="en-US" sz="1400" b="1" kern="100">
                <a:effectLst/>
                <a:latin typeface="Calibri" panose="020F0502020204030204" pitchFamily="34" charset="0"/>
                <a:ea typeface="Calibri" panose="020F0502020204030204" pitchFamily="34" charset="0"/>
                <a:cs typeface="Times New Roman" panose="02020603050405020304" pitchFamily="18" charset="0"/>
              </a:rPr>
              <a:t>1</a:t>
            </a:r>
            <a:r>
              <a:rPr lang="en-US" sz="1400" kern="100">
                <a:effectLst/>
                <a:latin typeface="Calibri" panose="020F0502020204030204" pitchFamily="34" charset="0"/>
                <a:ea typeface="Calibri" panose="020F0502020204030204" pitchFamily="34" charset="0"/>
                <a:cs typeface="Times New Roman" panose="02020603050405020304" pitchFamily="18" charset="0"/>
              </a:rPr>
              <a:t> .</a:t>
            </a:r>
          </a:p>
          <a:p>
            <a:pPr marL="342900" lvl="0" indent="-342900">
              <a:lnSpc>
                <a:spcPct val="115000"/>
              </a:lnSpc>
              <a:buFont typeface="Calibri" panose="020F0502020204030204" pitchFamily="34" charset="0"/>
              <a:buChar char="-"/>
            </a:pPr>
            <a:r>
              <a:rPr lang="en-US" sz="1800" kern="100">
                <a:effectLst/>
                <a:latin typeface="Calibri" panose="020F0502020204030204" pitchFamily="34" charset="0"/>
                <a:ea typeface="Calibri" panose="020F0502020204030204" pitchFamily="34" charset="0"/>
                <a:cs typeface="Times New Roman" panose="02020603050405020304" pitchFamily="18" charset="0"/>
              </a:rPr>
              <a:t>Sắp xếp mảng màu colored[] theo thứ tự tăng dần </a:t>
            </a:r>
          </a:p>
          <a:p>
            <a:pPr marL="342900" lvl="0" indent="-342900">
              <a:lnSpc>
                <a:spcPct val="115000"/>
              </a:lnSpc>
              <a:spcAft>
                <a:spcPts val="500"/>
              </a:spcAft>
              <a:buFont typeface="Calibri" panose="020F0502020204030204" pitchFamily="34" charset="0"/>
              <a:buChar char="-"/>
            </a:pPr>
            <a:r>
              <a:rPr lang="en-US" sz="1800" kern="100">
                <a:effectLst/>
                <a:latin typeface="Calibri" panose="020F0502020204030204" pitchFamily="34" charset="0"/>
                <a:ea typeface="Calibri" panose="020F0502020204030204" pitchFamily="34" charset="0"/>
                <a:cs typeface="Times New Roman" panose="02020603050405020304" pitchFamily="18" charset="0"/>
              </a:rPr>
              <a:t>Sau khi hoàn tất các bước trên, hãy in giá trị số phần tử duy nhất có trong mảng colored[] dưới dạng số ngày tối thiểu.</a:t>
            </a:r>
          </a:p>
          <a:p>
            <a:pPr marL="342900" lvl="0" indent="-342900">
              <a:lnSpc>
                <a:spcPct val="115000"/>
              </a:lnSpc>
              <a:spcBef>
                <a:spcPts val="0"/>
              </a:spcBef>
              <a:spcAft>
                <a:spcPts val="500"/>
              </a:spcAft>
              <a:buFont typeface="Calibri" panose="020F0502020204030204" pitchFamily="34" charset="0"/>
              <a:buChar char="-"/>
            </a:pP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endParaRPr lang="en-US" sz="2100"/>
          </a:p>
          <a:p>
            <a:endParaRPr lang="en-US" sz="2400"/>
          </a:p>
        </p:txBody>
      </p:sp>
      <p:sp>
        <p:nvSpPr>
          <p:cNvPr id="5" name="Content Placeholder 4">
            <a:extLst>
              <a:ext uri="{FF2B5EF4-FFF2-40B4-BE49-F238E27FC236}">
                <a16:creationId xmlns:a16="http://schemas.microsoft.com/office/drawing/2014/main" id="{8B1AC84D-C990-2752-0D0C-39BD862C482D}"/>
              </a:ext>
            </a:extLst>
          </p:cNvPr>
          <p:cNvSpPr>
            <a:spLocks noGrp="1"/>
          </p:cNvSpPr>
          <p:nvPr>
            <p:ph sz="half" idx="2"/>
          </p:nvPr>
        </p:nvSpPr>
        <p:spPr>
          <a:xfrm>
            <a:off x="9773392" y="1825625"/>
            <a:ext cx="2102922" cy="4351338"/>
          </a:xfrm>
          <a:ln>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p:spPr>
        <p:txBody>
          <a:bodyPr>
            <a:normAutofit fontScale="77500" lnSpcReduction="20000"/>
          </a:bodyPr>
          <a:lstStyle/>
          <a:p>
            <a:r>
              <a:rPr lang="en-US" sz="2400"/>
              <a:t>Testing:</a:t>
            </a:r>
          </a:p>
          <a:p>
            <a:r>
              <a:rPr lang="en-US" sz="1800" kern="100">
                <a:effectLst/>
                <a:latin typeface="Calibri" panose="020F0502020204030204" pitchFamily="34" charset="0"/>
                <a:ea typeface="Calibri" panose="020F0502020204030204" pitchFamily="34" charset="0"/>
                <a:cs typeface="Times New Roman" panose="02020603050405020304" pitchFamily="18" charset="0"/>
              </a:rPr>
              <a:t>INPUT: N = 5, E = 10, Edges[][] = {{0,1}, {0,2}, {0,3}, {0,4}, {1,2}, {1,3}, {1,4}, {2,3}, {2,4}, {3,4}}</a:t>
            </a:r>
          </a:p>
          <a:p>
            <a:r>
              <a:rPr lang="en-US" sz="1800"/>
              <a:t>OUTPUT: 5</a:t>
            </a:r>
          </a:p>
          <a:p>
            <a:endParaRPr lang="en-US" sz="2400"/>
          </a:p>
        </p:txBody>
      </p:sp>
      <p:pic>
        <p:nvPicPr>
          <p:cNvPr id="13" name="Picture 12">
            <a:extLst>
              <a:ext uri="{FF2B5EF4-FFF2-40B4-BE49-F238E27FC236}">
                <a16:creationId xmlns:a16="http://schemas.microsoft.com/office/drawing/2014/main" id="{3C7FE250-FC34-071C-8EE9-AEEC2335A4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64399" y="3440189"/>
            <a:ext cx="1815924" cy="1555411"/>
          </a:xfrm>
          <a:prstGeom prst="rect">
            <a:avLst/>
          </a:prstGeom>
        </p:spPr>
      </p:pic>
    </p:spTree>
    <p:extLst>
      <p:ext uri="{BB962C8B-B14F-4D97-AF65-F5344CB8AC3E}">
        <p14:creationId xmlns:p14="http://schemas.microsoft.com/office/powerpoint/2010/main" val="3978597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F3538-08AE-CC06-5557-41F1F88FA543}"/>
              </a:ext>
            </a:extLst>
          </p:cNvPr>
          <p:cNvSpPr>
            <a:spLocks noGrp="1"/>
          </p:cNvSpPr>
          <p:nvPr>
            <p:ph type="title"/>
          </p:nvPr>
        </p:nvSpPr>
        <p:spPr>
          <a:xfrm>
            <a:off x="838200" y="365126"/>
            <a:ext cx="10515600" cy="647246"/>
          </a:xfrm>
        </p:spPr>
        <p:txBody>
          <a:bodyPr>
            <a:normAutofit/>
          </a:bodyPr>
          <a:lstStyle/>
          <a:p>
            <a:r>
              <a:rPr lang="en-US" sz="3200" b="1">
                <a:solidFill>
                  <a:srgbClr val="C00000"/>
                </a:solidFill>
              </a:rPr>
              <a:t>BÀI TOÁN LẬP LỊCH THI</a:t>
            </a:r>
          </a:p>
        </p:txBody>
      </p:sp>
      <p:pic>
        <p:nvPicPr>
          <p:cNvPr id="6" name="Content Placeholder 5">
            <a:extLst>
              <a:ext uri="{FF2B5EF4-FFF2-40B4-BE49-F238E27FC236}">
                <a16:creationId xmlns:a16="http://schemas.microsoft.com/office/drawing/2014/main" id="{6F1BAC0C-CA46-4D33-B800-8B2509B010F2}"/>
              </a:ext>
            </a:extLst>
          </p:cNvPr>
          <p:cNvPicPr>
            <a:picLocks noGrp="1" noChangeAspect="1"/>
          </p:cNvPicPr>
          <p:nvPr>
            <p:ph sz="half" idx="1"/>
          </p:nvPr>
        </p:nvPicPr>
        <p:blipFill rotWithShape="1">
          <a:blip r:embed="rId2">
            <a:extLst>
              <a:ext uri="{28A0092B-C50C-407E-A947-70E740481C1C}">
                <a14:useLocalDpi xmlns:a14="http://schemas.microsoft.com/office/drawing/2010/main" val="0"/>
              </a:ext>
            </a:extLst>
          </a:blip>
          <a:srcRect l="3192" t="13083" r="3927" b="16847"/>
          <a:stretch/>
        </p:blipFill>
        <p:spPr>
          <a:xfrm>
            <a:off x="1060704" y="1316736"/>
            <a:ext cx="7798252" cy="4160520"/>
          </a:xfrm>
          <a:ln>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p:spPr>
      </p:pic>
    </p:spTree>
    <p:extLst>
      <p:ext uri="{BB962C8B-B14F-4D97-AF65-F5344CB8AC3E}">
        <p14:creationId xmlns:p14="http://schemas.microsoft.com/office/powerpoint/2010/main" val="40846078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F3538-08AE-CC06-5557-41F1F88FA543}"/>
              </a:ext>
            </a:extLst>
          </p:cNvPr>
          <p:cNvSpPr>
            <a:spLocks noGrp="1"/>
          </p:cNvSpPr>
          <p:nvPr>
            <p:ph type="title"/>
          </p:nvPr>
        </p:nvSpPr>
        <p:spPr>
          <a:xfrm>
            <a:off x="838200" y="365126"/>
            <a:ext cx="10515600" cy="647246"/>
          </a:xfrm>
        </p:spPr>
        <p:txBody>
          <a:bodyPr>
            <a:normAutofit/>
          </a:bodyPr>
          <a:lstStyle/>
          <a:p>
            <a:r>
              <a:rPr lang="en-US" sz="3200" b="1">
                <a:solidFill>
                  <a:srgbClr val="C00000"/>
                </a:solidFill>
              </a:rPr>
              <a:t>BÀI TOÁN LẬP LỊCH THI</a:t>
            </a:r>
          </a:p>
        </p:txBody>
      </p:sp>
      <p:pic>
        <p:nvPicPr>
          <p:cNvPr id="5" name="Content Placeholder 4">
            <a:extLst>
              <a:ext uri="{FF2B5EF4-FFF2-40B4-BE49-F238E27FC236}">
                <a16:creationId xmlns:a16="http://schemas.microsoft.com/office/drawing/2014/main" id="{009B9C8B-E21B-E8A4-7B0D-36C8FE874765}"/>
              </a:ext>
            </a:extLst>
          </p:cNvPr>
          <p:cNvPicPr>
            <a:picLocks noGrp="1" noChangeAspect="1"/>
          </p:cNvPicPr>
          <p:nvPr>
            <p:ph sz="half" idx="1"/>
          </p:nvPr>
        </p:nvPicPr>
        <p:blipFill rotWithShape="1">
          <a:blip r:embed="rId2">
            <a:extLst>
              <a:ext uri="{28A0092B-C50C-407E-A947-70E740481C1C}">
                <a14:useLocalDpi xmlns:a14="http://schemas.microsoft.com/office/drawing/2010/main" val="0"/>
              </a:ext>
            </a:extLst>
          </a:blip>
          <a:srcRect l="2664" t="12186" r="1340"/>
          <a:stretch/>
        </p:blipFill>
        <p:spPr>
          <a:xfrm>
            <a:off x="960119" y="1012372"/>
            <a:ext cx="8220066" cy="5187260"/>
          </a:xfrm>
          <a:ln>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p:spPr>
      </p:pic>
    </p:spTree>
    <p:extLst>
      <p:ext uri="{BB962C8B-B14F-4D97-AF65-F5344CB8AC3E}">
        <p14:creationId xmlns:p14="http://schemas.microsoft.com/office/powerpoint/2010/main" val="19185907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F3538-08AE-CC06-5557-41F1F88FA543}"/>
              </a:ext>
            </a:extLst>
          </p:cNvPr>
          <p:cNvSpPr>
            <a:spLocks noGrp="1"/>
          </p:cNvSpPr>
          <p:nvPr>
            <p:ph type="title"/>
          </p:nvPr>
        </p:nvSpPr>
        <p:spPr/>
        <p:txBody>
          <a:bodyPr>
            <a:normAutofit/>
          </a:bodyPr>
          <a:lstStyle/>
          <a:p>
            <a:r>
              <a:rPr lang="en-US" sz="3200" b="1">
                <a:solidFill>
                  <a:srgbClr val="C00000"/>
                </a:solidFill>
              </a:rPr>
              <a:t>TÔ MÀU CẠNH  </a:t>
            </a:r>
          </a:p>
        </p:txBody>
      </p:sp>
      <p:sp>
        <p:nvSpPr>
          <p:cNvPr id="3" name="Content Placeholder 2">
            <a:extLst>
              <a:ext uri="{FF2B5EF4-FFF2-40B4-BE49-F238E27FC236}">
                <a16:creationId xmlns:a16="http://schemas.microsoft.com/office/drawing/2014/main" id="{D80286AE-A2F5-0E97-A58C-B0E5027FAD7F}"/>
              </a:ext>
            </a:extLst>
          </p:cNvPr>
          <p:cNvSpPr>
            <a:spLocks noGrp="1"/>
          </p:cNvSpPr>
          <p:nvPr>
            <p:ph sz="half" idx="1"/>
          </p:nvPr>
        </p:nvSpPr>
        <p:spPr>
          <a:xfrm>
            <a:off x="1862328" y="1825625"/>
            <a:ext cx="5181600" cy="4351338"/>
          </a:xfrm>
          <a:ln w="12700">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p:spPr>
        <p:txBody>
          <a:bodyPr>
            <a:normAutofit/>
          </a:bodyPr>
          <a:lstStyle/>
          <a:p>
            <a:r>
              <a:rPr lang="en-US" sz="2400"/>
              <a:t>Cho đồ thị G = {V, E}</a:t>
            </a:r>
          </a:p>
          <a:p>
            <a:r>
              <a:rPr lang="en-US" sz="1500">
                <a:solidFill>
                  <a:schemeClr val="bg1">
                    <a:lumMod val="50000"/>
                  </a:schemeClr>
                </a:solidFill>
                <a:hlinkClick r:id="rId2">
                  <a:extLst>
                    <a:ext uri="{A12FA001-AC4F-418D-AE19-62706E023703}">
                      <ahyp:hlinkClr xmlns:ahyp="http://schemas.microsoft.com/office/drawing/2018/hyperlinkcolor" val="tx"/>
                    </a:ext>
                  </a:extLst>
                </a:hlinkClick>
              </a:rPr>
              <a:t>https://www.geeksforgeeks.org/edge-coloring-of-a-graph/</a:t>
            </a:r>
            <a:endParaRPr lang="en-US" sz="1500">
              <a:solidFill>
                <a:schemeClr val="bg1">
                  <a:lumMod val="50000"/>
                </a:schemeClr>
              </a:solidFill>
            </a:endParaRPr>
          </a:p>
          <a:p>
            <a:r>
              <a:rPr lang="en-US" sz="2400"/>
              <a:t>Tô màu cạnh của đồ thị là việc gán “màu” cho các cạnh của đồ thị sao cho không có hai cạnh kề nhau nào có cùng màu với số lượng màu tối ưu.</a:t>
            </a:r>
          </a:p>
          <a:p>
            <a:r>
              <a:rPr lang="en-US" sz="2400"/>
              <a:t>Hai cạnh kề nhau nếu chúng được kết nối với cùng một đỉnh.</a:t>
            </a:r>
          </a:p>
        </p:txBody>
      </p:sp>
      <p:pic>
        <p:nvPicPr>
          <p:cNvPr id="7" name="Content Placeholder 6">
            <a:extLst>
              <a:ext uri="{FF2B5EF4-FFF2-40B4-BE49-F238E27FC236}">
                <a16:creationId xmlns:a16="http://schemas.microsoft.com/office/drawing/2014/main" id="{5090CEDB-F7A7-BCC2-79A4-0D928F48C831}"/>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205587" y="2466256"/>
            <a:ext cx="4148213" cy="3710707"/>
          </a:xfrm>
          <a:ln>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p:spPr>
      </p:pic>
      <p:sp>
        <p:nvSpPr>
          <p:cNvPr id="8" name="TextBox 7">
            <a:extLst>
              <a:ext uri="{FF2B5EF4-FFF2-40B4-BE49-F238E27FC236}">
                <a16:creationId xmlns:a16="http://schemas.microsoft.com/office/drawing/2014/main" id="{2F73AFA6-C60C-B945-5873-FA1B98DD52B8}"/>
              </a:ext>
            </a:extLst>
          </p:cNvPr>
          <p:cNvSpPr txBox="1"/>
          <p:nvPr/>
        </p:nvSpPr>
        <p:spPr>
          <a:xfrm>
            <a:off x="7168896" y="1825625"/>
            <a:ext cx="4184904" cy="461665"/>
          </a:xfrm>
          <a:prstGeom prst="rect">
            <a:avLst/>
          </a:prstGeom>
          <a:noFill/>
        </p:spPr>
        <p:txBody>
          <a:bodyPr wrap="square" rtlCol="0">
            <a:spAutoFit/>
          </a:bodyPr>
          <a:lstStyle/>
          <a:p>
            <a:r>
              <a:rPr lang="en-US" sz="2400"/>
              <a:t>Ví dụ</a:t>
            </a:r>
          </a:p>
        </p:txBody>
      </p:sp>
    </p:spTree>
    <p:extLst>
      <p:ext uri="{BB962C8B-B14F-4D97-AF65-F5344CB8AC3E}">
        <p14:creationId xmlns:p14="http://schemas.microsoft.com/office/powerpoint/2010/main" val="35909575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F3538-08AE-CC06-5557-41F1F88FA543}"/>
              </a:ext>
            </a:extLst>
          </p:cNvPr>
          <p:cNvSpPr>
            <a:spLocks noGrp="1"/>
          </p:cNvSpPr>
          <p:nvPr>
            <p:ph type="title"/>
          </p:nvPr>
        </p:nvSpPr>
        <p:spPr/>
        <p:txBody>
          <a:bodyPr>
            <a:normAutofit/>
          </a:bodyPr>
          <a:lstStyle/>
          <a:p>
            <a:r>
              <a:rPr lang="en-US" sz="3200" b="1">
                <a:solidFill>
                  <a:srgbClr val="C00000"/>
                </a:solidFill>
              </a:rPr>
              <a:t>TÔ MÀU CẠNH  </a:t>
            </a:r>
          </a:p>
        </p:txBody>
      </p:sp>
      <p:sp>
        <p:nvSpPr>
          <p:cNvPr id="3" name="Content Placeholder 2">
            <a:extLst>
              <a:ext uri="{FF2B5EF4-FFF2-40B4-BE49-F238E27FC236}">
                <a16:creationId xmlns:a16="http://schemas.microsoft.com/office/drawing/2014/main" id="{D80286AE-A2F5-0E97-A58C-B0E5027FAD7F}"/>
              </a:ext>
            </a:extLst>
          </p:cNvPr>
          <p:cNvSpPr>
            <a:spLocks noGrp="1"/>
          </p:cNvSpPr>
          <p:nvPr>
            <p:ph sz="half" idx="1"/>
          </p:nvPr>
        </p:nvSpPr>
        <p:spPr>
          <a:xfrm>
            <a:off x="1862328" y="1825625"/>
            <a:ext cx="5970230" cy="4351338"/>
          </a:xfrm>
          <a:ln w="12700">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p:spPr>
        <p:txBody>
          <a:bodyPr>
            <a:normAutofit/>
          </a:bodyPr>
          <a:lstStyle/>
          <a:p>
            <a:r>
              <a:rPr lang="en-US" sz="2400" b="1">
                <a:solidFill>
                  <a:srgbClr val="7030A0"/>
                </a:solidFill>
              </a:rPr>
              <a:t>Thuật toán </a:t>
            </a:r>
          </a:p>
          <a:p>
            <a:r>
              <a:rPr lang="en-US" sz="2400"/>
              <a:t>Cho đồ thị G = {V, E}</a:t>
            </a:r>
          </a:p>
          <a:p>
            <a:r>
              <a:rPr lang="en-US" sz="2400">
                <a:solidFill>
                  <a:srgbClr val="7030A0"/>
                </a:solidFill>
              </a:rPr>
              <a:t>1</a:t>
            </a:r>
            <a:r>
              <a:rPr lang="en-US" sz="2400"/>
              <a:t>. Sử dụng BFS để bắt đầu duyệt đồ thị</a:t>
            </a:r>
          </a:p>
          <a:p>
            <a:r>
              <a:rPr lang="en-US" sz="2400">
                <a:solidFill>
                  <a:srgbClr val="7030A0"/>
                </a:solidFill>
              </a:rPr>
              <a:t>2</a:t>
            </a:r>
            <a:r>
              <a:rPr lang="en-US" sz="2400"/>
              <a:t>. Chọn bất kỳ đỉnh nào và tô màu khác nhau cho tất cả các cạnh được kết nối với đỉnh đó và đánh dấu các cạnh đó là có màu.</a:t>
            </a:r>
          </a:p>
          <a:p>
            <a:r>
              <a:rPr lang="en-US" sz="2400">
                <a:solidFill>
                  <a:srgbClr val="7030A0"/>
                </a:solidFill>
              </a:rPr>
              <a:t>3</a:t>
            </a:r>
            <a:r>
              <a:rPr lang="en-US" sz="2400"/>
              <a:t>. Đi qua một trong các cạnh của nó.</a:t>
            </a:r>
          </a:p>
          <a:p>
            <a:r>
              <a:rPr lang="en-US" sz="2400">
                <a:solidFill>
                  <a:srgbClr val="7030A0"/>
                </a:solidFill>
              </a:rPr>
              <a:t>4</a:t>
            </a:r>
            <a:r>
              <a:rPr lang="en-US" sz="2400"/>
              <a:t>. Lặp lại bước trên với đỉnh mới cho đến khi tất cả các cạnh được tô màu. </a:t>
            </a:r>
          </a:p>
          <a:p>
            <a:endParaRPr lang="en-US" sz="2400"/>
          </a:p>
        </p:txBody>
      </p:sp>
      <p:pic>
        <p:nvPicPr>
          <p:cNvPr id="7" name="Content Placeholder 6">
            <a:extLst>
              <a:ext uri="{FF2B5EF4-FFF2-40B4-BE49-F238E27FC236}">
                <a16:creationId xmlns:a16="http://schemas.microsoft.com/office/drawing/2014/main" id="{5090CEDB-F7A7-BCC2-79A4-0D928F48C83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8007991" y="3037866"/>
            <a:ext cx="3430030" cy="3068270"/>
          </a:xfrm>
          <a:ln>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p:spPr>
      </p:pic>
      <p:sp>
        <p:nvSpPr>
          <p:cNvPr id="8" name="TextBox 7">
            <a:extLst>
              <a:ext uri="{FF2B5EF4-FFF2-40B4-BE49-F238E27FC236}">
                <a16:creationId xmlns:a16="http://schemas.microsoft.com/office/drawing/2014/main" id="{2F73AFA6-C60C-B945-5873-FA1B98DD52B8}"/>
              </a:ext>
            </a:extLst>
          </p:cNvPr>
          <p:cNvSpPr txBox="1"/>
          <p:nvPr/>
        </p:nvSpPr>
        <p:spPr>
          <a:xfrm>
            <a:off x="7923770" y="1825625"/>
            <a:ext cx="3430030" cy="460375"/>
          </a:xfrm>
          <a:prstGeom prst="rect">
            <a:avLst/>
          </a:prstGeom>
          <a:noFill/>
        </p:spPr>
        <p:txBody>
          <a:bodyPr wrap="square" rtlCol="0">
            <a:spAutoFit/>
          </a:bodyPr>
          <a:lstStyle/>
          <a:p>
            <a:r>
              <a:rPr lang="en-US" sz="2400"/>
              <a:t>Ví dụ</a:t>
            </a:r>
          </a:p>
        </p:txBody>
      </p:sp>
    </p:spTree>
    <p:extLst>
      <p:ext uri="{BB962C8B-B14F-4D97-AF65-F5344CB8AC3E}">
        <p14:creationId xmlns:p14="http://schemas.microsoft.com/office/powerpoint/2010/main" val="19916684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418</TotalTime>
  <Words>1067</Words>
  <Application>Microsoft Office PowerPoint</Application>
  <PresentationFormat>Widescreen</PresentationFormat>
  <Paragraphs>86</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Courier New</vt:lpstr>
      <vt:lpstr>Wingdings</vt:lpstr>
      <vt:lpstr>Office Theme</vt:lpstr>
      <vt:lpstr>TÔ MÀU ĐỈNH </vt:lpstr>
      <vt:lpstr>SỐ MÀU TỐI THIỂU </vt:lpstr>
      <vt:lpstr>ĐỊNH LÝ 4 MÀU </vt:lpstr>
      <vt:lpstr>TÔ MÀU BẢN ĐỒ </vt:lpstr>
      <vt:lpstr>TÔ MÀU BẢN ĐỒ </vt:lpstr>
      <vt:lpstr>SẮP XẾP LỊCH THI </vt:lpstr>
      <vt:lpstr>SẮP XẾP LỊCH THI </vt:lpstr>
      <vt:lpstr>BÀI TOÁN LẬP LỊCH THI</vt:lpstr>
      <vt:lpstr>BÀI TOÁN LẬP LỊCH THI</vt:lpstr>
      <vt:lpstr>TÔ MÀU CẠNH  </vt:lpstr>
      <vt:lpstr>TÔ MÀU CẠNH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 Tuan Thu</dc:creator>
  <cp:lastModifiedBy>bzktranthao@gmail.com</cp:lastModifiedBy>
  <cp:revision>69</cp:revision>
  <dcterms:created xsi:type="dcterms:W3CDTF">2025-01-05T08:08:29Z</dcterms:created>
  <dcterms:modified xsi:type="dcterms:W3CDTF">2025-05-25T12:14:32Z</dcterms:modified>
</cp:coreProperties>
</file>