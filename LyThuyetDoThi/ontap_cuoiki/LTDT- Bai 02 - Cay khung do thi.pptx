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342" r:id="rId30"/>
    <p:sldId id="343" r:id="rId31"/>
    <p:sldId id="344" r:id="rId32"/>
    <p:sldId id="345" r:id="rId33"/>
    <p:sldId id="346" r:id="rId34"/>
    <p:sldId id="347" r:id="rId35"/>
    <p:sldId id="348" r:id="rId36"/>
    <p:sldId id="349" r:id="rId37"/>
    <p:sldId id="350" r:id="rId38"/>
    <p:sldId id="351" r:id="rId39"/>
    <p:sldId id="352" r:id="rId40"/>
    <p:sldId id="35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5" r:id="rId53"/>
    <p:sldId id="296" r:id="rId54"/>
    <p:sldId id="297" r:id="rId55"/>
    <p:sldId id="298" r:id="rId56"/>
    <p:sldId id="299" r:id="rId57"/>
    <p:sldId id="300" r:id="rId58"/>
    <p:sldId id="301" r:id="rId59"/>
    <p:sldId id="302" r:id="rId60"/>
    <p:sldId id="303" r:id="rId61"/>
    <p:sldId id="304" r:id="rId62"/>
    <p:sldId id="305" r:id="rId63"/>
    <p:sldId id="306" r:id="rId64"/>
    <p:sldId id="307" r:id="rId65"/>
    <p:sldId id="308" r:id="rId66"/>
    <p:sldId id="309" r:id="rId67"/>
    <p:sldId id="310" r:id="rId68"/>
    <p:sldId id="311" r:id="rId69"/>
    <p:sldId id="312" r:id="rId70"/>
    <p:sldId id="313" r:id="rId71"/>
    <p:sldId id="314" r:id="rId72"/>
    <p:sldId id="315" r:id="rId73"/>
    <p:sldId id="316" r:id="rId74"/>
    <p:sldId id="317" r:id="rId75"/>
    <p:sldId id="318" r:id="rId76"/>
    <p:sldId id="319" r:id="rId77"/>
    <p:sldId id="320" r:id="rId78"/>
    <p:sldId id="321" r:id="rId79"/>
    <p:sldId id="322" r:id="rId80"/>
    <p:sldId id="323" r:id="rId81"/>
    <p:sldId id="324" r:id="rId82"/>
    <p:sldId id="325" r:id="rId83"/>
    <p:sldId id="326" r:id="rId84"/>
    <p:sldId id="327" r:id="rId85"/>
    <p:sldId id="340" r:id="rId86"/>
    <p:sldId id="341" r:id="rId87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004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33627" y="417570"/>
            <a:ext cx="9020810" cy="6699884"/>
          </a:xfrm>
          <a:custGeom>
            <a:avLst/>
            <a:gdLst/>
            <a:ahLst/>
            <a:cxnLst/>
            <a:rect l="l" t="t" r="r" b="b"/>
            <a:pathLst>
              <a:path w="9020810" h="6699884">
                <a:moveTo>
                  <a:pt x="8703564" y="0"/>
                </a:moveTo>
                <a:lnTo>
                  <a:pt x="316991" y="0"/>
                </a:lnTo>
                <a:lnTo>
                  <a:pt x="300228" y="1524"/>
                </a:lnTo>
                <a:lnTo>
                  <a:pt x="249935" y="10667"/>
                </a:lnTo>
                <a:lnTo>
                  <a:pt x="204215" y="25907"/>
                </a:lnTo>
                <a:lnTo>
                  <a:pt x="161544" y="48767"/>
                </a:lnTo>
                <a:lnTo>
                  <a:pt x="121919" y="76200"/>
                </a:lnTo>
                <a:lnTo>
                  <a:pt x="76200" y="121919"/>
                </a:lnTo>
                <a:lnTo>
                  <a:pt x="57912" y="147827"/>
                </a:lnTo>
                <a:lnTo>
                  <a:pt x="48768" y="160019"/>
                </a:lnTo>
                <a:lnTo>
                  <a:pt x="41147" y="175259"/>
                </a:lnTo>
                <a:lnTo>
                  <a:pt x="33528" y="188975"/>
                </a:lnTo>
                <a:lnTo>
                  <a:pt x="15240" y="234695"/>
                </a:lnTo>
                <a:lnTo>
                  <a:pt x="10668" y="249935"/>
                </a:lnTo>
                <a:lnTo>
                  <a:pt x="7619" y="266700"/>
                </a:lnTo>
                <a:lnTo>
                  <a:pt x="4571" y="281939"/>
                </a:lnTo>
                <a:lnTo>
                  <a:pt x="3047" y="298703"/>
                </a:lnTo>
                <a:lnTo>
                  <a:pt x="1524" y="316991"/>
                </a:lnTo>
                <a:lnTo>
                  <a:pt x="0" y="333755"/>
                </a:lnTo>
                <a:lnTo>
                  <a:pt x="0" y="6367271"/>
                </a:lnTo>
                <a:lnTo>
                  <a:pt x="4571" y="6417563"/>
                </a:lnTo>
                <a:lnTo>
                  <a:pt x="15240" y="6466332"/>
                </a:lnTo>
                <a:lnTo>
                  <a:pt x="33528" y="6512052"/>
                </a:lnTo>
                <a:lnTo>
                  <a:pt x="67056" y="6566915"/>
                </a:lnTo>
                <a:lnTo>
                  <a:pt x="109728" y="6614159"/>
                </a:lnTo>
                <a:lnTo>
                  <a:pt x="121919" y="6623304"/>
                </a:lnTo>
                <a:lnTo>
                  <a:pt x="134112" y="6633971"/>
                </a:lnTo>
                <a:lnTo>
                  <a:pt x="188975" y="6667500"/>
                </a:lnTo>
                <a:lnTo>
                  <a:pt x="249935" y="6688835"/>
                </a:lnTo>
                <a:lnTo>
                  <a:pt x="316991" y="6699504"/>
                </a:lnTo>
                <a:lnTo>
                  <a:pt x="8705088" y="6699504"/>
                </a:lnTo>
                <a:lnTo>
                  <a:pt x="8738616" y="6696456"/>
                </a:lnTo>
                <a:lnTo>
                  <a:pt x="8753856" y="6693408"/>
                </a:lnTo>
                <a:lnTo>
                  <a:pt x="316991" y="6693408"/>
                </a:lnTo>
                <a:lnTo>
                  <a:pt x="283463" y="6690359"/>
                </a:lnTo>
                <a:lnTo>
                  <a:pt x="220980" y="6673596"/>
                </a:lnTo>
                <a:lnTo>
                  <a:pt x="150875" y="6638543"/>
                </a:lnTo>
                <a:lnTo>
                  <a:pt x="102108" y="6597396"/>
                </a:lnTo>
                <a:lnTo>
                  <a:pt x="62484" y="6550152"/>
                </a:lnTo>
                <a:lnTo>
                  <a:pt x="54863" y="6536435"/>
                </a:lnTo>
                <a:lnTo>
                  <a:pt x="45719" y="6522719"/>
                </a:lnTo>
                <a:lnTo>
                  <a:pt x="39624" y="6509004"/>
                </a:lnTo>
                <a:lnTo>
                  <a:pt x="32003" y="6493763"/>
                </a:lnTo>
                <a:lnTo>
                  <a:pt x="27431" y="6478523"/>
                </a:lnTo>
                <a:lnTo>
                  <a:pt x="13715" y="6432804"/>
                </a:lnTo>
                <a:lnTo>
                  <a:pt x="7619" y="6384035"/>
                </a:lnTo>
                <a:lnTo>
                  <a:pt x="7619" y="316991"/>
                </a:lnTo>
                <a:lnTo>
                  <a:pt x="13715" y="266700"/>
                </a:lnTo>
                <a:lnTo>
                  <a:pt x="27431" y="220979"/>
                </a:lnTo>
                <a:lnTo>
                  <a:pt x="32003" y="205739"/>
                </a:lnTo>
                <a:lnTo>
                  <a:pt x="39624" y="192024"/>
                </a:lnTo>
                <a:lnTo>
                  <a:pt x="45719" y="176783"/>
                </a:lnTo>
                <a:lnTo>
                  <a:pt x="54863" y="164591"/>
                </a:lnTo>
                <a:lnTo>
                  <a:pt x="62484" y="150875"/>
                </a:lnTo>
                <a:lnTo>
                  <a:pt x="71628" y="137159"/>
                </a:lnTo>
                <a:lnTo>
                  <a:pt x="82296" y="124967"/>
                </a:lnTo>
                <a:lnTo>
                  <a:pt x="91440" y="114300"/>
                </a:lnTo>
                <a:lnTo>
                  <a:pt x="126491" y="80772"/>
                </a:lnTo>
                <a:lnTo>
                  <a:pt x="164591" y="53339"/>
                </a:lnTo>
                <a:lnTo>
                  <a:pt x="207263" y="32003"/>
                </a:lnTo>
                <a:lnTo>
                  <a:pt x="220980" y="25907"/>
                </a:lnTo>
                <a:lnTo>
                  <a:pt x="251459" y="16763"/>
                </a:lnTo>
                <a:lnTo>
                  <a:pt x="268224" y="13715"/>
                </a:lnTo>
                <a:lnTo>
                  <a:pt x="283463" y="10667"/>
                </a:lnTo>
                <a:lnTo>
                  <a:pt x="300228" y="7619"/>
                </a:lnTo>
                <a:lnTo>
                  <a:pt x="316991" y="7619"/>
                </a:lnTo>
                <a:lnTo>
                  <a:pt x="333756" y="6095"/>
                </a:lnTo>
                <a:lnTo>
                  <a:pt x="8746235" y="6095"/>
                </a:lnTo>
                <a:lnTo>
                  <a:pt x="8738616" y="4572"/>
                </a:lnTo>
                <a:lnTo>
                  <a:pt x="8721852" y="1524"/>
                </a:lnTo>
                <a:lnTo>
                  <a:pt x="8703564" y="0"/>
                </a:lnTo>
                <a:close/>
              </a:path>
              <a:path w="9020810" h="6699884">
                <a:moveTo>
                  <a:pt x="8746235" y="6095"/>
                </a:moveTo>
                <a:lnTo>
                  <a:pt x="8686800" y="6095"/>
                </a:lnTo>
                <a:lnTo>
                  <a:pt x="8703564" y="7619"/>
                </a:lnTo>
                <a:lnTo>
                  <a:pt x="8720328" y="7619"/>
                </a:lnTo>
                <a:lnTo>
                  <a:pt x="8753856" y="13715"/>
                </a:lnTo>
                <a:lnTo>
                  <a:pt x="8769096" y="16763"/>
                </a:lnTo>
                <a:lnTo>
                  <a:pt x="8799576" y="25907"/>
                </a:lnTo>
                <a:lnTo>
                  <a:pt x="8814816" y="32003"/>
                </a:lnTo>
                <a:lnTo>
                  <a:pt x="8828532" y="39624"/>
                </a:lnTo>
                <a:lnTo>
                  <a:pt x="8843772" y="45719"/>
                </a:lnTo>
                <a:lnTo>
                  <a:pt x="8855964" y="53339"/>
                </a:lnTo>
                <a:lnTo>
                  <a:pt x="8883396" y="71627"/>
                </a:lnTo>
                <a:lnTo>
                  <a:pt x="8895588" y="80772"/>
                </a:lnTo>
                <a:lnTo>
                  <a:pt x="8906256" y="91439"/>
                </a:lnTo>
                <a:lnTo>
                  <a:pt x="8918448" y="102107"/>
                </a:lnTo>
                <a:lnTo>
                  <a:pt x="8929116" y="114300"/>
                </a:lnTo>
                <a:lnTo>
                  <a:pt x="8939784" y="124967"/>
                </a:lnTo>
                <a:lnTo>
                  <a:pt x="8948928" y="137159"/>
                </a:lnTo>
                <a:lnTo>
                  <a:pt x="8982456" y="192024"/>
                </a:lnTo>
                <a:lnTo>
                  <a:pt x="9003792" y="251459"/>
                </a:lnTo>
                <a:lnTo>
                  <a:pt x="9006840" y="268224"/>
                </a:lnTo>
                <a:lnTo>
                  <a:pt x="9009888" y="283463"/>
                </a:lnTo>
                <a:lnTo>
                  <a:pt x="9012936" y="300227"/>
                </a:lnTo>
                <a:lnTo>
                  <a:pt x="9012936" y="316991"/>
                </a:lnTo>
                <a:lnTo>
                  <a:pt x="9014460" y="333755"/>
                </a:lnTo>
                <a:lnTo>
                  <a:pt x="9014460" y="6367271"/>
                </a:lnTo>
                <a:lnTo>
                  <a:pt x="9012936" y="6384035"/>
                </a:lnTo>
                <a:lnTo>
                  <a:pt x="9012936" y="6400799"/>
                </a:lnTo>
                <a:lnTo>
                  <a:pt x="9009888" y="6416039"/>
                </a:lnTo>
                <a:lnTo>
                  <a:pt x="9006840" y="6432804"/>
                </a:lnTo>
                <a:lnTo>
                  <a:pt x="9003792" y="6448044"/>
                </a:lnTo>
                <a:lnTo>
                  <a:pt x="8999220" y="6464808"/>
                </a:lnTo>
                <a:lnTo>
                  <a:pt x="8994648" y="6480047"/>
                </a:lnTo>
                <a:lnTo>
                  <a:pt x="8988552" y="6493763"/>
                </a:lnTo>
                <a:lnTo>
                  <a:pt x="8982456" y="6509004"/>
                </a:lnTo>
                <a:lnTo>
                  <a:pt x="8958072" y="6550152"/>
                </a:lnTo>
                <a:lnTo>
                  <a:pt x="8929116" y="6586728"/>
                </a:lnTo>
                <a:lnTo>
                  <a:pt x="8906256" y="6608063"/>
                </a:lnTo>
                <a:lnTo>
                  <a:pt x="8895588" y="6618732"/>
                </a:lnTo>
                <a:lnTo>
                  <a:pt x="8828532" y="6661404"/>
                </a:lnTo>
                <a:lnTo>
                  <a:pt x="8784336" y="6679691"/>
                </a:lnTo>
                <a:lnTo>
                  <a:pt x="8769096" y="6682739"/>
                </a:lnTo>
                <a:lnTo>
                  <a:pt x="8752332" y="6687311"/>
                </a:lnTo>
                <a:lnTo>
                  <a:pt x="8737092" y="6690359"/>
                </a:lnTo>
                <a:lnTo>
                  <a:pt x="8703564" y="6693408"/>
                </a:lnTo>
                <a:lnTo>
                  <a:pt x="8753856" y="6693408"/>
                </a:lnTo>
                <a:lnTo>
                  <a:pt x="8801100" y="6679691"/>
                </a:lnTo>
                <a:lnTo>
                  <a:pt x="8846820" y="6659880"/>
                </a:lnTo>
                <a:lnTo>
                  <a:pt x="8886444" y="6633971"/>
                </a:lnTo>
                <a:lnTo>
                  <a:pt x="8923020" y="6601967"/>
                </a:lnTo>
                <a:lnTo>
                  <a:pt x="8953500" y="6566915"/>
                </a:lnTo>
                <a:lnTo>
                  <a:pt x="8964168" y="6553200"/>
                </a:lnTo>
                <a:lnTo>
                  <a:pt x="8971788" y="6539483"/>
                </a:lnTo>
                <a:lnTo>
                  <a:pt x="8980932" y="6525767"/>
                </a:lnTo>
                <a:lnTo>
                  <a:pt x="8987028" y="6512052"/>
                </a:lnTo>
                <a:lnTo>
                  <a:pt x="9005316" y="6466332"/>
                </a:lnTo>
                <a:lnTo>
                  <a:pt x="9019032" y="6400799"/>
                </a:lnTo>
                <a:lnTo>
                  <a:pt x="9020556" y="6384035"/>
                </a:lnTo>
                <a:lnTo>
                  <a:pt x="9020556" y="315467"/>
                </a:lnTo>
                <a:lnTo>
                  <a:pt x="9019032" y="298703"/>
                </a:lnTo>
                <a:lnTo>
                  <a:pt x="9015984" y="281939"/>
                </a:lnTo>
                <a:lnTo>
                  <a:pt x="9012936" y="266700"/>
                </a:lnTo>
                <a:lnTo>
                  <a:pt x="9009888" y="249935"/>
                </a:lnTo>
                <a:lnTo>
                  <a:pt x="9000744" y="219455"/>
                </a:lnTo>
                <a:lnTo>
                  <a:pt x="8994648" y="204215"/>
                </a:lnTo>
                <a:lnTo>
                  <a:pt x="8987028" y="188975"/>
                </a:lnTo>
                <a:lnTo>
                  <a:pt x="8979408" y="175259"/>
                </a:lnTo>
                <a:lnTo>
                  <a:pt x="8971788" y="160019"/>
                </a:lnTo>
                <a:lnTo>
                  <a:pt x="8944356" y="121919"/>
                </a:lnTo>
                <a:lnTo>
                  <a:pt x="8898636" y="76200"/>
                </a:lnTo>
                <a:lnTo>
                  <a:pt x="8886444" y="67055"/>
                </a:lnTo>
                <a:lnTo>
                  <a:pt x="8872728" y="56387"/>
                </a:lnTo>
                <a:lnTo>
                  <a:pt x="8860536" y="48767"/>
                </a:lnTo>
                <a:lnTo>
                  <a:pt x="8845296" y="41148"/>
                </a:lnTo>
                <a:lnTo>
                  <a:pt x="8831580" y="33527"/>
                </a:lnTo>
                <a:lnTo>
                  <a:pt x="8816340" y="25907"/>
                </a:lnTo>
                <a:lnTo>
                  <a:pt x="8801100" y="19811"/>
                </a:lnTo>
                <a:lnTo>
                  <a:pt x="8770620" y="10667"/>
                </a:lnTo>
                <a:lnTo>
                  <a:pt x="8753856" y="7619"/>
                </a:lnTo>
                <a:lnTo>
                  <a:pt x="8746235" y="6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68" y="350514"/>
            <a:ext cx="6480048" cy="91897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2668" y="350514"/>
            <a:ext cx="6483096" cy="92044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772668" y="350514"/>
            <a:ext cx="6483350" cy="920750"/>
          </a:xfrm>
          <a:custGeom>
            <a:avLst/>
            <a:gdLst/>
            <a:ahLst/>
            <a:cxnLst/>
            <a:rect l="l" t="t" r="r" b="b"/>
            <a:pathLst>
              <a:path w="6483350" h="920750">
                <a:moveTo>
                  <a:pt x="0" y="909828"/>
                </a:moveTo>
                <a:lnTo>
                  <a:pt x="0" y="920496"/>
                </a:lnTo>
                <a:lnTo>
                  <a:pt x="6480048" y="920496"/>
                </a:lnTo>
                <a:lnTo>
                  <a:pt x="6483096" y="917448"/>
                </a:lnTo>
                <a:lnTo>
                  <a:pt x="6483096" y="914400"/>
                </a:lnTo>
                <a:lnTo>
                  <a:pt x="6095" y="914400"/>
                </a:lnTo>
                <a:lnTo>
                  <a:pt x="0" y="909828"/>
                </a:lnTo>
                <a:close/>
              </a:path>
              <a:path w="6483350" h="920750">
                <a:moveTo>
                  <a:pt x="6095" y="0"/>
                </a:moveTo>
                <a:lnTo>
                  <a:pt x="0" y="6096"/>
                </a:lnTo>
                <a:lnTo>
                  <a:pt x="0" y="909828"/>
                </a:lnTo>
                <a:lnTo>
                  <a:pt x="6095" y="914400"/>
                </a:lnTo>
                <a:lnTo>
                  <a:pt x="6095" y="0"/>
                </a:lnTo>
                <a:close/>
              </a:path>
              <a:path w="6483350" h="920750">
                <a:moveTo>
                  <a:pt x="6472428" y="909828"/>
                </a:moveTo>
                <a:lnTo>
                  <a:pt x="6095" y="909828"/>
                </a:lnTo>
                <a:lnTo>
                  <a:pt x="6095" y="914400"/>
                </a:lnTo>
                <a:lnTo>
                  <a:pt x="6472428" y="914400"/>
                </a:lnTo>
                <a:lnTo>
                  <a:pt x="6472428" y="909828"/>
                </a:lnTo>
                <a:close/>
              </a:path>
              <a:path w="6483350" h="920750">
                <a:moveTo>
                  <a:pt x="6472428" y="0"/>
                </a:moveTo>
                <a:lnTo>
                  <a:pt x="6472428" y="914400"/>
                </a:lnTo>
                <a:lnTo>
                  <a:pt x="6477000" y="909828"/>
                </a:lnTo>
                <a:lnTo>
                  <a:pt x="6483096" y="909828"/>
                </a:lnTo>
                <a:lnTo>
                  <a:pt x="6483096" y="6096"/>
                </a:lnTo>
                <a:lnTo>
                  <a:pt x="6477000" y="6096"/>
                </a:lnTo>
                <a:lnTo>
                  <a:pt x="6472428" y="0"/>
                </a:lnTo>
                <a:close/>
              </a:path>
              <a:path w="6483350" h="920750">
                <a:moveTo>
                  <a:pt x="6483096" y="909828"/>
                </a:moveTo>
                <a:lnTo>
                  <a:pt x="6477000" y="909828"/>
                </a:lnTo>
                <a:lnTo>
                  <a:pt x="6472428" y="914400"/>
                </a:lnTo>
                <a:lnTo>
                  <a:pt x="6483096" y="914400"/>
                </a:lnTo>
                <a:lnTo>
                  <a:pt x="6483096" y="909828"/>
                </a:lnTo>
                <a:close/>
              </a:path>
              <a:path w="6483350" h="920750">
                <a:moveTo>
                  <a:pt x="6095" y="0"/>
                </a:moveTo>
                <a:lnTo>
                  <a:pt x="0" y="0"/>
                </a:lnTo>
                <a:lnTo>
                  <a:pt x="0" y="6096"/>
                </a:lnTo>
                <a:lnTo>
                  <a:pt x="6095" y="0"/>
                </a:lnTo>
                <a:close/>
              </a:path>
              <a:path w="6483350" h="920750">
                <a:moveTo>
                  <a:pt x="6472428" y="0"/>
                </a:moveTo>
                <a:lnTo>
                  <a:pt x="6095" y="0"/>
                </a:lnTo>
                <a:lnTo>
                  <a:pt x="6095" y="6096"/>
                </a:lnTo>
                <a:lnTo>
                  <a:pt x="6472428" y="6096"/>
                </a:lnTo>
                <a:lnTo>
                  <a:pt x="6472428" y="0"/>
                </a:lnTo>
                <a:close/>
              </a:path>
              <a:path w="6483350" h="920750">
                <a:moveTo>
                  <a:pt x="6483096" y="0"/>
                </a:moveTo>
                <a:lnTo>
                  <a:pt x="6472428" y="0"/>
                </a:lnTo>
                <a:lnTo>
                  <a:pt x="6477000" y="6096"/>
                </a:lnTo>
                <a:lnTo>
                  <a:pt x="6483096" y="6096"/>
                </a:lnTo>
                <a:lnTo>
                  <a:pt x="6483096" y="0"/>
                </a:lnTo>
                <a:close/>
              </a:path>
            </a:pathLst>
          </a:custGeom>
          <a:solidFill>
            <a:srgbClr val="7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5443" y="748278"/>
            <a:ext cx="1223771" cy="432815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7249668" y="350514"/>
            <a:ext cx="2667000" cy="914400"/>
          </a:xfrm>
          <a:custGeom>
            <a:avLst/>
            <a:gdLst/>
            <a:ahLst/>
            <a:cxnLst/>
            <a:rect l="l" t="t" r="r" b="b"/>
            <a:pathLst>
              <a:path w="2667000" h="914400">
                <a:moveTo>
                  <a:pt x="2667000" y="0"/>
                </a:moveTo>
                <a:lnTo>
                  <a:pt x="0" y="0"/>
                </a:lnTo>
                <a:lnTo>
                  <a:pt x="0" y="914400"/>
                </a:lnTo>
                <a:lnTo>
                  <a:pt x="2667000" y="914400"/>
                </a:lnTo>
                <a:lnTo>
                  <a:pt x="2667000" y="0"/>
                </a:lnTo>
                <a:close/>
              </a:path>
            </a:pathLst>
          </a:custGeom>
          <a:solidFill>
            <a:srgbClr val="5956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33627" y="417570"/>
            <a:ext cx="9020810" cy="6699884"/>
          </a:xfrm>
          <a:custGeom>
            <a:avLst/>
            <a:gdLst/>
            <a:ahLst/>
            <a:cxnLst/>
            <a:rect l="l" t="t" r="r" b="b"/>
            <a:pathLst>
              <a:path w="9020810" h="6699884">
                <a:moveTo>
                  <a:pt x="8703564" y="0"/>
                </a:moveTo>
                <a:lnTo>
                  <a:pt x="316991" y="0"/>
                </a:lnTo>
                <a:lnTo>
                  <a:pt x="300228" y="1524"/>
                </a:lnTo>
                <a:lnTo>
                  <a:pt x="249935" y="10667"/>
                </a:lnTo>
                <a:lnTo>
                  <a:pt x="204215" y="25907"/>
                </a:lnTo>
                <a:lnTo>
                  <a:pt x="161544" y="48767"/>
                </a:lnTo>
                <a:lnTo>
                  <a:pt x="121919" y="76200"/>
                </a:lnTo>
                <a:lnTo>
                  <a:pt x="76200" y="121919"/>
                </a:lnTo>
                <a:lnTo>
                  <a:pt x="57912" y="147827"/>
                </a:lnTo>
                <a:lnTo>
                  <a:pt x="48768" y="160019"/>
                </a:lnTo>
                <a:lnTo>
                  <a:pt x="41147" y="175259"/>
                </a:lnTo>
                <a:lnTo>
                  <a:pt x="33528" y="188975"/>
                </a:lnTo>
                <a:lnTo>
                  <a:pt x="15240" y="234695"/>
                </a:lnTo>
                <a:lnTo>
                  <a:pt x="10668" y="249935"/>
                </a:lnTo>
                <a:lnTo>
                  <a:pt x="7619" y="266700"/>
                </a:lnTo>
                <a:lnTo>
                  <a:pt x="4571" y="281939"/>
                </a:lnTo>
                <a:lnTo>
                  <a:pt x="3047" y="298703"/>
                </a:lnTo>
                <a:lnTo>
                  <a:pt x="1524" y="316991"/>
                </a:lnTo>
                <a:lnTo>
                  <a:pt x="0" y="333755"/>
                </a:lnTo>
                <a:lnTo>
                  <a:pt x="0" y="6367271"/>
                </a:lnTo>
                <a:lnTo>
                  <a:pt x="4571" y="6417563"/>
                </a:lnTo>
                <a:lnTo>
                  <a:pt x="15240" y="6466332"/>
                </a:lnTo>
                <a:lnTo>
                  <a:pt x="33528" y="6512052"/>
                </a:lnTo>
                <a:lnTo>
                  <a:pt x="67056" y="6566915"/>
                </a:lnTo>
                <a:lnTo>
                  <a:pt x="109728" y="6614159"/>
                </a:lnTo>
                <a:lnTo>
                  <a:pt x="121919" y="6623304"/>
                </a:lnTo>
                <a:lnTo>
                  <a:pt x="134112" y="6633971"/>
                </a:lnTo>
                <a:lnTo>
                  <a:pt x="188975" y="6667500"/>
                </a:lnTo>
                <a:lnTo>
                  <a:pt x="249935" y="6688835"/>
                </a:lnTo>
                <a:lnTo>
                  <a:pt x="316991" y="6699504"/>
                </a:lnTo>
                <a:lnTo>
                  <a:pt x="8705088" y="6699504"/>
                </a:lnTo>
                <a:lnTo>
                  <a:pt x="8738616" y="6696456"/>
                </a:lnTo>
                <a:lnTo>
                  <a:pt x="8753856" y="6693408"/>
                </a:lnTo>
                <a:lnTo>
                  <a:pt x="316991" y="6693408"/>
                </a:lnTo>
                <a:lnTo>
                  <a:pt x="283463" y="6690359"/>
                </a:lnTo>
                <a:lnTo>
                  <a:pt x="220980" y="6673596"/>
                </a:lnTo>
                <a:lnTo>
                  <a:pt x="150875" y="6638543"/>
                </a:lnTo>
                <a:lnTo>
                  <a:pt x="102108" y="6597396"/>
                </a:lnTo>
                <a:lnTo>
                  <a:pt x="62484" y="6550152"/>
                </a:lnTo>
                <a:lnTo>
                  <a:pt x="54863" y="6536435"/>
                </a:lnTo>
                <a:lnTo>
                  <a:pt x="45719" y="6522719"/>
                </a:lnTo>
                <a:lnTo>
                  <a:pt x="39624" y="6509004"/>
                </a:lnTo>
                <a:lnTo>
                  <a:pt x="32003" y="6493763"/>
                </a:lnTo>
                <a:lnTo>
                  <a:pt x="27431" y="6478523"/>
                </a:lnTo>
                <a:lnTo>
                  <a:pt x="13715" y="6432804"/>
                </a:lnTo>
                <a:lnTo>
                  <a:pt x="7619" y="6384035"/>
                </a:lnTo>
                <a:lnTo>
                  <a:pt x="7619" y="316991"/>
                </a:lnTo>
                <a:lnTo>
                  <a:pt x="13715" y="266700"/>
                </a:lnTo>
                <a:lnTo>
                  <a:pt x="27431" y="220979"/>
                </a:lnTo>
                <a:lnTo>
                  <a:pt x="32003" y="205739"/>
                </a:lnTo>
                <a:lnTo>
                  <a:pt x="39624" y="192024"/>
                </a:lnTo>
                <a:lnTo>
                  <a:pt x="45719" y="176783"/>
                </a:lnTo>
                <a:lnTo>
                  <a:pt x="54863" y="164591"/>
                </a:lnTo>
                <a:lnTo>
                  <a:pt x="62484" y="150875"/>
                </a:lnTo>
                <a:lnTo>
                  <a:pt x="71628" y="137159"/>
                </a:lnTo>
                <a:lnTo>
                  <a:pt x="82296" y="124967"/>
                </a:lnTo>
                <a:lnTo>
                  <a:pt x="91440" y="114300"/>
                </a:lnTo>
                <a:lnTo>
                  <a:pt x="126491" y="80772"/>
                </a:lnTo>
                <a:lnTo>
                  <a:pt x="164591" y="53339"/>
                </a:lnTo>
                <a:lnTo>
                  <a:pt x="207263" y="32003"/>
                </a:lnTo>
                <a:lnTo>
                  <a:pt x="220980" y="25907"/>
                </a:lnTo>
                <a:lnTo>
                  <a:pt x="251459" y="16763"/>
                </a:lnTo>
                <a:lnTo>
                  <a:pt x="268224" y="13715"/>
                </a:lnTo>
                <a:lnTo>
                  <a:pt x="283463" y="10667"/>
                </a:lnTo>
                <a:lnTo>
                  <a:pt x="300228" y="7619"/>
                </a:lnTo>
                <a:lnTo>
                  <a:pt x="316991" y="7619"/>
                </a:lnTo>
                <a:lnTo>
                  <a:pt x="333756" y="6095"/>
                </a:lnTo>
                <a:lnTo>
                  <a:pt x="8746235" y="6095"/>
                </a:lnTo>
                <a:lnTo>
                  <a:pt x="8738616" y="4572"/>
                </a:lnTo>
                <a:lnTo>
                  <a:pt x="8721852" y="1524"/>
                </a:lnTo>
                <a:lnTo>
                  <a:pt x="8703564" y="0"/>
                </a:lnTo>
                <a:close/>
              </a:path>
              <a:path w="9020810" h="6699884">
                <a:moveTo>
                  <a:pt x="8746235" y="6095"/>
                </a:moveTo>
                <a:lnTo>
                  <a:pt x="8686800" y="6095"/>
                </a:lnTo>
                <a:lnTo>
                  <a:pt x="8703564" y="7619"/>
                </a:lnTo>
                <a:lnTo>
                  <a:pt x="8720328" y="7619"/>
                </a:lnTo>
                <a:lnTo>
                  <a:pt x="8753856" y="13715"/>
                </a:lnTo>
                <a:lnTo>
                  <a:pt x="8769096" y="16763"/>
                </a:lnTo>
                <a:lnTo>
                  <a:pt x="8799576" y="25907"/>
                </a:lnTo>
                <a:lnTo>
                  <a:pt x="8814816" y="32003"/>
                </a:lnTo>
                <a:lnTo>
                  <a:pt x="8828532" y="39624"/>
                </a:lnTo>
                <a:lnTo>
                  <a:pt x="8843772" y="45719"/>
                </a:lnTo>
                <a:lnTo>
                  <a:pt x="8855964" y="53339"/>
                </a:lnTo>
                <a:lnTo>
                  <a:pt x="8883396" y="71627"/>
                </a:lnTo>
                <a:lnTo>
                  <a:pt x="8895588" y="80772"/>
                </a:lnTo>
                <a:lnTo>
                  <a:pt x="8906256" y="91439"/>
                </a:lnTo>
                <a:lnTo>
                  <a:pt x="8918448" y="102107"/>
                </a:lnTo>
                <a:lnTo>
                  <a:pt x="8929116" y="114300"/>
                </a:lnTo>
                <a:lnTo>
                  <a:pt x="8939784" y="124967"/>
                </a:lnTo>
                <a:lnTo>
                  <a:pt x="8948928" y="137159"/>
                </a:lnTo>
                <a:lnTo>
                  <a:pt x="8982456" y="192024"/>
                </a:lnTo>
                <a:lnTo>
                  <a:pt x="9003792" y="251459"/>
                </a:lnTo>
                <a:lnTo>
                  <a:pt x="9006840" y="268224"/>
                </a:lnTo>
                <a:lnTo>
                  <a:pt x="9009888" y="283463"/>
                </a:lnTo>
                <a:lnTo>
                  <a:pt x="9012936" y="300227"/>
                </a:lnTo>
                <a:lnTo>
                  <a:pt x="9012936" y="316991"/>
                </a:lnTo>
                <a:lnTo>
                  <a:pt x="9014460" y="333755"/>
                </a:lnTo>
                <a:lnTo>
                  <a:pt x="9014460" y="6367271"/>
                </a:lnTo>
                <a:lnTo>
                  <a:pt x="9012936" y="6384035"/>
                </a:lnTo>
                <a:lnTo>
                  <a:pt x="9012936" y="6400799"/>
                </a:lnTo>
                <a:lnTo>
                  <a:pt x="9009888" y="6416039"/>
                </a:lnTo>
                <a:lnTo>
                  <a:pt x="9006840" y="6432804"/>
                </a:lnTo>
                <a:lnTo>
                  <a:pt x="9003792" y="6448044"/>
                </a:lnTo>
                <a:lnTo>
                  <a:pt x="8999220" y="6464808"/>
                </a:lnTo>
                <a:lnTo>
                  <a:pt x="8994648" y="6480047"/>
                </a:lnTo>
                <a:lnTo>
                  <a:pt x="8988552" y="6493763"/>
                </a:lnTo>
                <a:lnTo>
                  <a:pt x="8982456" y="6509004"/>
                </a:lnTo>
                <a:lnTo>
                  <a:pt x="8958072" y="6550152"/>
                </a:lnTo>
                <a:lnTo>
                  <a:pt x="8929116" y="6586728"/>
                </a:lnTo>
                <a:lnTo>
                  <a:pt x="8906256" y="6608063"/>
                </a:lnTo>
                <a:lnTo>
                  <a:pt x="8895588" y="6618732"/>
                </a:lnTo>
                <a:lnTo>
                  <a:pt x="8828532" y="6661404"/>
                </a:lnTo>
                <a:lnTo>
                  <a:pt x="8784336" y="6679691"/>
                </a:lnTo>
                <a:lnTo>
                  <a:pt x="8769096" y="6682739"/>
                </a:lnTo>
                <a:lnTo>
                  <a:pt x="8752332" y="6687311"/>
                </a:lnTo>
                <a:lnTo>
                  <a:pt x="8737092" y="6690359"/>
                </a:lnTo>
                <a:lnTo>
                  <a:pt x="8703564" y="6693408"/>
                </a:lnTo>
                <a:lnTo>
                  <a:pt x="8753856" y="6693408"/>
                </a:lnTo>
                <a:lnTo>
                  <a:pt x="8801100" y="6679691"/>
                </a:lnTo>
                <a:lnTo>
                  <a:pt x="8846820" y="6659880"/>
                </a:lnTo>
                <a:lnTo>
                  <a:pt x="8886444" y="6633971"/>
                </a:lnTo>
                <a:lnTo>
                  <a:pt x="8923020" y="6601967"/>
                </a:lnTo>
                <a:lnTo>
                  <a:pt x="8953500" y="6566915"/>
                </a:lnTo>
                <a:lnTo>
                  <a:pt x="8964168" y="6553200"/>
                </a:lnTo>
                <a:lnTo>
                  <a:pt x="8971788" y="6539483"/>
                </a:lnTo>
                <a:lnTo>
                  <a:pt x="8980932" y="6525767"/>
                </a:lnTo>
                <a:lnTo>
                  <a:pt x="8987028" y="6512052"/>
                </a:lnTo>
                <a:lnTo>
                  <a:pt x="9005316" y="6466332"/>
                </a:lnTo>
                <a:lnTo>
                  <a:pt x="9019032" y="6400799"/>
                </a:lnTo>
                <a:lnTo>
                  <a:pt x="9020556" y="6384035"/>
                </a:lnTo>
                <a:lnTo>
                  <a:pt x="9020556" y="315467"/>
                </a:lnTo>
                <a:lnTo>
                  <a:pt x="9019032" y="298703"/>
                </a:lnTo>
                <a:lnTo>
                  <a:pt x="9015984" y="281939"/>
                </a:lnTo>
                <a:lnTo>
                  <a:pt x="9012936" y="266700"/>
                </a:lnTo>
                <a:lnTo>
                  <a:pt x="9009888" y="249935"/>
                </a:lnTo>
                <a:lnTo>
                  <a:pt x="9000744" y="219455"/>
                </a:lnTo>
                <a:lnTo>
                  <a:pt x="8994648" y="204215"/>
                </a:lnTo>
                <a:lnTo>
                  <a:pt x="8987028" y="188975"/>
                </a:lnTo>
                <a:lnTo>
                  <a:pt x="8979408" y="175259"/>
                </a:lnTo>
                <a:lnTo>
                  <a:pt x="8971788" y="160019"/>
                </a:lnTo>
                <a:lnTo>
                  <a:pt x="8944356" y="121919"/>
                </a:lnTo>
                <a:lnTo>
                  <a:pt x="8898636" y="76200"/>
                </a:lnTo>
                <a:lnTo>
                  <a:pt x="8886444" y="67055"/>
                </a:lnTo>
                <a:lnTo>
                  <a:pt x="8872728" y="56387"/>
                </a:lnTo>
                <a:lnTo>
                  <a:pt x="8860536" y="48767"/>
                </a:lnTo>
                <a:lnTo>
                  <a:pt x="8845296" y="41148"/>
                </a:lnTo>
                <a:lnTo>
                  <a:pt x="8831580" y="33527"/>
                </a:lnTo>
                <a:lnTo>
                  <a:pt x="8816340" y="25907"/>
                </a:lnTo>
                <a:lnTo>
                  <a:pt x="8801100" y="19811"/>
                </a:lnTo>
                <a:lnTo>
                  <a:pt x="8770620" y="10667"/>
                </a:lnTo>
                <a:lnTo>
                  <a:pt x="8753856" y="7619"/>
                </a:lnTo>
                <a:lnTo>
                  <a:pt x="8746235" y="6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2668" y="350514"/>
            <a:ext cx="6480048" cy="91897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2668" y="350514"/>
            <a:ext cx="6483096" cy="92044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772668" y="350514"/>
            <a:ext cx="6483350" cy="920750"/>
          </a:xfrm>
          <a:custGeom>
            <a:avLst/>
            <a:gdLst/>
            <a:ahLst/>
            <a:cxnLst/>
            <a:rect l="l" t="t" r="r" b="b"/>
            <a:pathLst>
              <a:path w="6483350" h="920750">
                <a:moveTo>
                  <a:pt x="0" y="909828"/>
                </a:moveTo>
                <a:lnTo>
                  <a:pt x="0" y="920496"/>
                </a:lnTo>
                <a:lnTo>
                  <a:pt x="6480048" y="920496"/>
                </a:lnTo>
                <a:lnTo>
                  <a:pt x="6483096" y="917448"/>
                </a:lnTo>
                <a:lnTo>
                  <a:pt x="6483096" y="914400"/>
                </a:lnTo>
                <a:lnTo>
                  <a:pt x="6095" y="914400"/>
                </a:lnTo>
                <a:lnTo>
                  <a:pt x="0" y="909828"/>
                </a:lnTo>
                <a:close/>
              </a:path>
              <a:path w="6483350" h="920750">
                <a:moveTo>
                  <a:pt x="6095" y="0"/>
                </a:moveTo>
                <a:lnTo>
                  <a:pt x="0" y="6096"/>
                </a:lnTo>
                <a:lnTo>
                  <a:pt x="0" y="909828"/>
                </a:lnTo>
                <a:lnTo>
                  <a:pt x="6095" y="914400"/>
                </a:lnTo>
                <a:lnTo>
                  <a:pt x="6095" y="0"/>
                </a:lnTo>
                <a:close/>
              </a:path>
              <a:path w="6483350" h="920750">
                <a:moveTo>
                  <a:pt x="6472428" y="909828"/>
                </a:moveTo>
                <a:lnTo>
                  <a:pt x="6095" y="909828"/>
                </a:lnTo>
                <a:lnTo>
                  <a:pt x="6095" y="914400"/>
                </a:lnTo>
                <a:lnTo>
                  <a:pt x="6472428" y="914400"/>
                </a:lnTo>
                <a:lnTo>
                  <a:pt x="6472428" y="909828"/>
                </a:lnTo>
                <a:close/>
              </a:path>
              <a:path w="6483350" h="920750">
                <a:moveTo>
                  <a:pt x="6472428" y="0"/>
                </a:moveTo>
                <a:lnTo>
                  <a:pt x="6472428" y="914400"/>
                </a:lnTo>
                <a:lnTo>
                  <a:pt x="6477000" y="909828"/>
                </a:lnTo>
                <a:lnTo>
                  <a:pt x="6483096" y="909828"/>
                </a:lnTo>
                <a:lnTo>
                  <a:pt x="6483096" y="6096"/>
                </a:lnTo>
                <a:lnTo>
                  <a:pt x="6477000" y="6096"/>
                </a:lnTo>
                <a:lnTo>
                  <a:pt x="6472428" y="0"/>
                </a:lnTo>
                <a:close/>
              </a:path>
              <a:path w="6483350" h="920750">
                <a:moveTo>
                  <a:pt x="6483096" y="909828"/>
                </a:moveTo>
                <a:lnTo>
                  <a:pt x="6477000" y="909828"/>
                </a:lnTo>
                <a:lnTo>
                  <a:pt x="6472428" y="914400"/>
                </a:lnTo>
                <a:lnTo>
                  <a:pt x="6483096" y="914400"/>
                </a:lnTo>
                <a:lnTo>
                  <a:pt x="6483096" y="909828"/>
                </a:lnTo>
                <a:close/>
              </a:path>
              <a:path w="6483350" h="920750">
                <a:moveTo>
                  <a:pt x="6095" y="0"/>
                </a:moveTo>
                <a:lnTo>
                  <a:pt x="0" y="0"/>
                </a:lnTo>
                <a:lnTo>
                  <a:pt x="0" y="6096"/>
                </a:lnTo>
                <a:lnTo>
                  <a:pt x="6095" y="0"/>
                </a:lnTo>
                <a:close/>
              </a:path>
              <a:path w="6483350" h="920750">
                <a:moveTo>
                  <a:pt x="6472428" y="0"/>
                </a:moveTo>
                <a:lnTo>
                  <a:pt x="6095" y="0"/>
                </a:lnTo>
                <a:lnTo>
                  <a:pt x="6095" y="6096"/>
                </a:lnTo>
                <a:lnTo>
                  <a:pt x="6472428" y="6096"/>
                </a:lnTo>
                <a:lnTo>
                  <a:pt x="6472428" y="0"/>
                </a:lnTo>
                <a:close/>
              </a:path>
              <a:path w="6483350" h="920750">
                <a:moveTo>
                  <a:pt x="6483096" y="0"/>
                </a:moveTo>
                <a:lnTo>
                  <a:pt x="6472428" y="0"/>
                </a:lnTo>
                <a:lnTo>
                  <a:pt x="6477000" y="6096"/>
                </a:lnTo>
                <a:lnTo>
                  <a:pt x="6483096" y="6096"/>
                </a:lnTo>
                <a:lnTo>
                  <a:pt x="6483096" y="0"/>
                </a:lnTo>
                <a:close/>
              </a:path>
            </a:pathLst>
          </a:custGeom>
          <a:solidFill>
            <a:srgbClr val="7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84732" y="1517500"/>
            <a:ext cx="8044815" cy="1214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84528" y="2757977"/>
            <a:ext cx="7566025" cy="305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224530" y="6973239"/>
            <a:ext cx="4084954" cy="24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63683" y="6973239"/>
            <a:ext cx="1201420" cy="24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439683" y="6973239"/>
            <a:ext cx="283845" cy="24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11" Type="http://schemas.openxmlformats.org/officeDocument/2006/relationships/image" Target="../media/image18.png"/><Relationship Id="rId5" Type="http://schemas.openxmlformats.org/officeDocument/2006/relationships/image" Target="../media/image10.png"/><Relationship Id="rId10" Type="http://schemas.openxmlformats.org/officeDocument/2006/relationships/image" Target="../media/image17.png"/><Relationship Id="rId4" Type="http://schemas.openxmlformats.org/officeDocument/2006/relationships/image" Target="../media/image9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23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2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31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30.png"/><Relationship Id="rId2" Type="http://schemas.openxmlformats.org/officeDocument/2006/relationships/image" Target="../media/image26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11" Type="http://schemas.openxmlformats.org/officeDocument/2006/relationships/image" Target="../media/image29.png"/><Relationship Id="rId5" Type="http://schemas.openxmlformats.org/officeDocument/2006/relationships/image" Target="../media/image10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9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image" Target="../media/image44.png"/><Relationship Id="rId26" Type="http://schemas.openxmlformats.org/officeDocument/2006/relationships/image" Target="../media/image52.png"/><Relationship Id="rId39" Type="http://schemas.openxmlformats.org/officeDocument/2006/relationships/image" Target="../media/image65.png"/><Relationship Id="rId21" Type="http://schemas.openxmlformats.org/officeDocument/2006/relationships/image" Target="../media/image47.png"/><Relationship Id="rId34" Type="http://schemas.openxmlformats.org/officeDocument/2006/relationships/image" Target="../media/image60.png"/><Relationship Id="rId7" Type="http://schemas.openxmlformats.org/officeDocument/2006/relationships/image" Target="../media/image41.png"/><Relationship Id="rId12" Type="http://schemas.openxmlformats.org/officeDocument/2006/relationships/image" Target="../media/image9.png"/><Relationship Id="rId17" Type="http://schemas.openxmlformats.org/officeDocument/2006/relationships/image" Target="../media/image43.png"/><Relationship Id="rId25" Type="http://schemas.openxmlformats.org/officeDocument/2006/relationships/image" Target="../media/image51.png"/><Relationship Id="rId33" Type="http://schemas.openxmlformats.org/officeDocument/2006/relationships/image" Target="../media/image59.png"/><Relationship Id="rId38" Type="http://schemas.openxmlformats.org/officeDocument/2006/relationships/image" Target="../media/image64.png"/><Relationship Id="rId2" Type="http://schemas.openxmlformats.org/officeDocument/2006/relationships/image" Target="../media/image36.png"/><Relationship Id="rId16" Type="http://schemas.openxmlformats.org/officeDocument/2006/relationships/image" Target="../media/image13.png"/><Relationship Id="rId20" Type="http://schemas.openxmlformats.org/officeDocument/2006/relationships/image" Target="../media/image46.png"/><Relationship Id="rId29" Type="http://schemas.openxmlformats.org/officeDocument/2006/relationships/image" Target="../media/image5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11" Type="http://schemas.openxmlformats.org/officeDocument/2006/relationships/image" Target="../media/image8.png"/><Relationship Id="rId24" Type="http://schemas.openxmlformats.org/officeDocument/2006/relationships/image" Target="../media/image50.png"/><Relationship Id="rId32" Type="http://schemas.openxmlformats.org/officeDocument/2006/relationships/image" Target="../media/image58.png"/><Relationship Id="rId37" Type="http://schemas.openxmlformats.org/officeDocument/2006/relationships/image" Target="../media/image63.png"/><Relationship Id="rId40" Type="http://schemas.openxmlformats.org/officeDocument/2006/relationships/image" Target="../media/image66.png"/><Relationship Id="rId5" Type="http://schemas.openxmlformats.org/officeDocument/2006/relationships/image" Target="../media/image39.png"/><Relationship Id="rId15" Type="http://schemas.openxmlformats.org/officeDocument/2006/relationships/image" Target="../media/image12.png"/><Relationship Id="rId23" Type="http://schemas.openxmlformats.org/officeDocument/2006/relationships/image" Target="../media/image49.png"/><Relationship Id="rId28" Type="http://schemas.openxmlformats.org/officeDocument/2006/relationships/image" Target="../media/image54.png"/><Relationship Id="rId36" Type="http://schemas.openxmlformats.org/officeDocument/2006/relationships/image" Target="../media/image62.png"/><Relationship Id="rId10" Type="http://schemas.openxmlformats.org/officeDocument/2006/relationships/image" Target="../media/image42.png"/><Relationship Id="rId19" Type="http://schemas.openxmlformats.org/officeDocument/2006/relationships/image" Target="../media/image45.png"/><Relationship Id="rId31" Type="http://schemas.openxmlformats.org/officeDocument/2006/relationships/image" Target="../media/image57.png"/><Relationship Id="rId4" Type="http://schemas.openxmlformats.org/officeDocument/2006/relationships/image" Target="../media/image38.png"/><Relationship Id="rId9" Type="http://schemas.openxmlformats.org/officeDocument/2006/relationships/image" Target="../media/image2.png"/><Relationship Id="rId14" Type="http://schemas.openxmlformats.org/officeDocument/2006/relationships/image" Target="../media/image11.png"/><Relationship Id="rId22" Type="http://schemas.openxmlformats.org/officeDocument/2006/relationships/image" Target="../media/image48.png"/><Relationship Id="rId27" Type="http://schemas.openxmlformats.org/officeDocument/2006/relationships/image" Target="../media/image53.png"/><Relationship Id="rId30" Type="http://schemas.openxmlformats.org/officeDocument/2006/relationships/image" Target="../media/image56.png"/><Relationship Id="rId35" Type="http://schemas.openxmlformats.org/officeDocument/2006/relationships/image" Target="../media/image61.png"/><Relationship Id="rId8" Type="http://schemas.openxmlformats.org/officeDocument/2006/relationships/image" Target="../media/image1.png"/><Relationship Id="rId3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70.png"/><Relationship Id="rId4" Type="http://schemas.openxmlformats.org/officeDocument/2006/relationships/image" Target="../media/image9.png"/><Relationship Id="rId9" Type="http://schemas.openxmlformats.org/officeDocument/2006/relationships/image" Target="../media/image69.jp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7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2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2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2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2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7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7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8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8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8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8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8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8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8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8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88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89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9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9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95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96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97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97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98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99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02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04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05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06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07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08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09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10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11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02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13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14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15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16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17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18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19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22.png"/><Relationship Id="rId4" Type="http://schemas.openxmlformats.org/officeDocument/2006/relationships/image" Target="../media/image9.png"/><Relationship Id="rId9" Type="http://schemas.openxmlformats.org/officeDocument/2006/relationships/image" Target="../media/image121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6858000"/>
            <a:chOff x="772668" y="350514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50514"/>
              <a:ext cx="9144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72668" y="350514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9144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144000" y="6858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628" y="416046"/>
              <a:ext cx="9022080" cy="670102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5152" y="417570"/>
              <a:ext cx="9020810" cy="6699884"/>
            </a:xfrm>
            <a:custGeom>
              <a:avLst/>
              <a:gdLst/>
              <a:ahLst/>
              <a:cxnLst/>
              <a:rect l="l" t="t" r="r" b="b"/>
              <a:pathLst>
                <a:path w="9020810" h="6699884">
                  <a:moveTo>
                    <a:pt x="8703564" y="0"/>
                  </a:moveTo>
                  <a:lnTo>
                    <a:pt x="315467" y="0"/>
                  </a:lnTo>
                  <a:lnTo>
                    <a:pt x="298703" y="1524"/>
                  </a:lnTo>
                  <a:lnTo>
                    <a:pt x="281939" y="4572"/>
                  </a:lnTo>
                  <a:lnTo>
                    <a:pt x="266700" y="7619"/>
                  </a:lnTo>
                  <a:lnTo>
                    <a:pt x="249935" y="10667"/>
                  </a:lnTo>
                  <a:lnTo>
                    <a:pt x="219456" y="19811"/>
                  </a:lnTo>
                  <a:lnTo>
                    <a:pt x="204215" y="25907"/>
                  </a:lnTo>
                  <a:lnTo>
                    <a:pt x="188975" y="33527"/>
                  </a:lnTo>
                  <a:lnTo>
                    <a:pt x="175259" y="41148"/>
                  </a:lnTo>
                  <a:lnTo>
                    <a:pt x="160019" y="48767"/>
                  </a:lnTo>
                  <a:lnTo>
                    <a:pt x="147828" y="57911"/>
                  </a:lnTo>
                  <a:lnTo>
                    <a:pt x="134111" y="67055"/>
                  </a:lnTo>
                  <a:lnTo>
                    <a:pt x="121919" y="76200"/>
                  </a:lnTo>
                  <a:lnTo>
                    <a:pt x="97535" y="97535"/>
                  </a:lnTo>
                  <a:lnTo>
                    <a:pt x="76200" y="121919"/>
                  </a:lnTo>
                  <a:lnTo>
                    <a:pt x="67056" y="134111"/>
                  </a:lnTo>
                  <a:lnTo>
                    <a:pt x="57911" y="147827"/>
                  </a:lnTo>
                  <a:lnTo>
                    <a:pt x="48767" y="160019"/>
                  </a:lnTo>
                  <a:lnTo>
                    <a:pt x="41147" y="175259"/>
                  </a:lnTo>
                  <a:lnTo>
                    <a:pt x="33528" y="188975"/>
                  </a:lnTo>
                  <a:lnTo>
                    <a:pt x="25907" y="204215"/>
                  </a:lnTo>
                  <a:lnTo>
                    <a:pt x="19811" y="219455"/>
                  </a:lnTo>
                  <a:lnTo>
                    <a:pt x="10667" y="249935"/>
                  </a:lnTo>
                  <a:lnTo>
                    <a:pt x="7619" y="266700"/>
                  </a:lnTo>
                  <a:lnTo>
                    <a:pt x="4571" y="281939"/>
                  </a:lnTo>
                  <a:lnTo>
                    <a:pt x="1523" y="298703"/>
                  </a:lnTo>
                  <a:lnTo>
                    <a:pt x="1523" y="316991"/>
                  </a:lnTo>
                  <a:lnTo>
                    <a:pt x="0" y="333755"/>
                  </a:lnTo>
                  <a:lnTo>
                    <a:pt x="0" y="6382511"/>
                  </a:lnTo>
                  <a:lnTo>
                    <a:pt x="1523" y="6399275"/>
                  </a:lnTo>
                  <a:lnTo>
                    <a:pt x="10667" y="6449568"/>
                  </a:lnTo>
                  <a:lnTo>
                    <a:pt x="15239" y="6464808"/>
                  </a:lnTo>
                  <a:lnTo>
                    <a:pt x="21335" y="6480047"/>
                  </a:lnTo>
                  <a:lnTo>
                    <a:pt x="25907" y="6495287"/>
                  </a:lnTo>
                  <a:lnTo>
                    <a:pt x="48767" y="6537959"/>
                  </a:lnTo>
                  <a:lnTo>
                    <a:pt x="76200" y="6577583"/>
                  </a:lnTo>
                  <a:lnTo>
                    <a:pt x="121919" y="6623304"/>
                  </a:lnTo>
                  <a:lnTo>
                    <a:pt x="161544" y="6650735"/>
                  </a:lnTo>
                  <a:lnTo>
                    <a:pt x="234695" y="6684263"/>
                  </a:lnTo>
                  <a:lnTo>
                    <a:pt x="283463" y="6694932"/>
                  </a:lnTo>
                  <a:lnTo>
                    <a:pt x="333756" y="6699504"/>
                  </a:lnTo>
                  <a:lnTo>
                    <a:pt x="8686800" y="6699504"/>
                  </a:lnTo>
                  <a:lnTo>
                    <a:pt x="8721852" y="6696456"/>
                  </a:lnTo>
                  <a:lnTo>
                    <a:pt x="8737092" y="6694932"/>
                  </a:lnTo>
                  <a:lnTo>
                    <a:pt x="8753856" y="6691883"/>
                  </a:lnTo>
                  <a:lnTo>
                    <a:pt x="316991" y="6691883"/>
                  </a:lnTo>
                  <a:lnTo>
                    <a:pt x="283463" y="6688835"/>
                  </a:lnTo>
                  <a:lnTo>
                    <a:pt x="268223" y="6685787"/>
                  </a:lnTo>
                  <a:lnTo>
                    <a:pt x="251459" y="6682739"/>
                  </a:lnTo>
                  <a:lnTo>
                    <a:pt x="236219" y="6678167"/>
                  </a:lnTo>
                  <a:lnTo>
                    <a:pt x="220979" y="6672071"/>
                  </a:lnTo>
                  <a:lnTo>
                    <a:pt x="205739" y="6667500"/>
                  </a:lnTo>
                  <a:lnTo>
                    <a:pt x="192023" y="6659880"/>
                  </a:lnTo>
                  <a:lnTo>
                    <a:pt x="178307" y="6653783"/>
                  </a:lnTo>
                  <a:lnTo>
                    <a:pt x="164591" y="6644639"/>
                  </a:lnTo>
                  <a:lnTo>
                    <a:pt x="150875" y="6637019"/>
                  </a:lnTo>
                  <a:lnTo>
                    <a:pt x="137159" y="6627876"/>
                  </a:lnTo>
                  <a:lnTo>
                    <a:pt x="124967" y="6617208"/>
                  </a:lnTo>
                  <a:lnTo>
                    <a:pt x="114300" y="6608063"/>
                  </a:lnTo>
                  <a:lnTo>
                    <a:pt x="80772" y="6573011"/>
                  </a:lnTo>
                  <a:lnTo>
                    <a:pt x="53339" y="6534911"/>
                  </a:lnTo>
                  <a:lnTo>
                    <a:pt x="32003" y="6492239"/>
                  </a:lnTo>
                  <a:lnTo>
                    <a:pt x="25907" y="6478523"/>
                  </a:lnTo>
                  <a:lnTo>
                    <a:pt x="16763" y="6448044"/>
                  </a:lnTo>
                  <a:lnTo>
                    <a:pt x="13715" y="6431280"/>
                  </a:lnTo>
                  <a:lnTo>
                    <a:pt x="10667" y="6416039"/>
                  </a:lnTo>
                  <a:lnTo>
                    <a:pt x="6095" y="6365747"/>
                  </a:lnTo>
                  <a:lnTo>
                    <a:pt x="6095" y="333755"/>
                  </a:lnTo>
                  <a:lnTo>
                    <a:pt x="10667" y="283463"/>
                  </a:lnTo>
                  <a:lnTo>
                    <a:pt x="25907" y="220979"/>
                  </a:lnTo>
                  <a:lnTo>
                    <a:pt x="39623" y="192024"/>
                  </a:lnTo>
                  <a:lnTo>
                    <a:pt x="45719" y="176783"/>
                  </a:lnTo>
                  <a:lnTo>
                    <a:pt x="54863" y="164591"/>
                  </a:lnTo>
                  <a:lnTo>
                    <a:pt x="62484" y="150875"/>
                  </a:lnTo>
                  <a:lnTo>
                    <a:pt x="71628" y="137159"/>
                  </a:lnTo>
                  <a:lnTo>
                    <a:pt x="80772" y="124967"/>
                  </a:lnTo>
                  <a:lnTo>
                    <a:pt x="91439" y="114300"/>
                  </a:lnTo>
                  <a:lnTo>
                    <a:pt x="102107" y="102107"/>
                  </a:lnTo>
                  <a:lnTo>
                    <a:pt x="150875" y="62483"/>
                  </a:lnTo>
                  <a:lnTo>
                    <a:pt x="192023" y="38100"/>
                  </a:lnTo>
                  <a:lnTo>
                    <a:pt x="251459" y="16763"/>
                  </a:lnTo>
                  <a:lnTo>
                    <a:pt x="268223" y="13715"/>
                  </a:lnTo>
                  <a:lnTo>
                    <a:pt x="283463" y="10667"/>
                  </a:lnTo>
                  <a:lnTo>
                    <a:pt x="300228" y="7619"/>
                  </a:lnTo>
                  <a:lnTo>
                    <a:pt x="316991" y="7619"/>
                  </a:lnTo>
                  <a:lnTo>
                    <a:pt x="333756" y="6095"/>
                  </a:lnTo>
                  <a:lnTo>
                    <a:pt x="8745473" y="6095"/>
                  </a:lnTo>
                  <a:lnTo>
                    <a:pt x="8720328" y="1524"/>
                  </a:lnTo>
                  <a:lnTo>
                    <a:pt x="8703564" y="0"/>
                  </a:lnTo>
                  <a:close/>
                </a:path>
                <a:path w="9020810" h="6699884">
                  <a:moveTo>
                    <a:pt x="8745473" y="6095"/>
                  </a:moveTo>
                  <a:lnTo>
                    <a:pt x="8686800" y="6095"/>
                  </a:lnTo>
                  <a:lnTo>
                    <a:pt x="8703564" y="7619"/>
                  </a:lnTo>
                  <a:lnTo>
                    <a:pt x="8720328" y="7619"/>
                  </a:lnTo>
                  <a:lnTo>
                    <a:pt x="8737092" y="10667"/>
                  </a:lnTo>
                  <a:lnTo>
                    <a:pt x="8752332" y="13715"/>
                  </a:lnTo>
                  <a:lnTo>
                    <a:pt x="8769096" y="16763"/>
                  </a:lnTo>
                  <a:lnTo>
                    <a:pt x="8799576" y="25907"/>
                  </a:lnTo>
                  <a:lnTo>
                    <a:pt x="8814816" y="32003"/>
                  </a:lnTo>
                  <a:lnTo>
                    <a:pt x="8828532" y="39624"/>
                  </a:lnTo>
                  <a:lnTo>
                    <a:pt x="8842248" y="45719"/>
                  </a:lnTo>
                  <a:lnTo>
                    <a:pt x="8855964" y="53339"/>
                  </a:lnTo>
                  <a:lnTo>
                    <a:pt x="8869680" y="62483"/>
                  </a:lnTo>
                  <a:lnTo>
                    <a:pt x="8881872" y="71627"/>
                  </a:lnTo>
                  <a:lnTo>
                    <a:pt x="8895588" y="80772"/>
                  </a:lnTo>
                  <a:lnTo>
                    <a:pt x="8906256" y="91439"/>
                  </a:lnTo>
                  <a:lnTo>
                    <a:pt x="8918448" y="102107"/>
                  </a:lnTo>
                  <a:lnTo>
                    <a:pt x="8929116" y="114300"/>
                  </a:lnTo>
                  <a:lnTo>
                    <a:pt x="8967216" y="164591"/>
                  </a:lnTo>
                  <a:lnTo>
                    <a:pt x="8980932" y="192024"/>
                  </a:lnTo>
                  <a:lnTo>
                    <a:pt x="8988552" y="205739"/>
                  </a:lnTo>
                  <a:lnTo>
                    <a:pt x="8994648" y="220979"/>
                  </a:lnTo>
                  <a:lnTo>
                    <a:pt x="9003792" y="251459"/>
                  </a:lnTo>
                  <a:lnTo>
                    <a:pt x="9006840" y="268224"/>
                  </a:lnTo>
                  <a:lnTo>
                    <a:pt x="9009888" y="283463"/>
                  </a:lnTo>
                  <a:lnTo>
                    <a:pt x="9014460" y="333755"/>
                  </a:lnTo>
                  <a:lnTo>
                    <a:pt x="9014460" y="6365747"/>
                  </a:lnTo>
                  <a:lnTo>
                    <a:pt x="9009888" y="6416039"/>
                  </a:lnTo>
                  <a:lnTo>
                    <a:pt x="9006840" y="6431280"/>
                  </a:lnTo>
                  <a:lnTo>
                    <a:pt x="9003792" y="6448044"/>
                  </a:lnTo>
                  <a:lnTo>
                    <a:pt x="8994648" y="6478523"/>
                  </a:lnTo>
                  <a:lnTo>
                    <a:pt x="8988552" y="6493763"/>
                  </a:lnTo>
                  <a:lnTo>
                    <a:pt x="8980932" y="6507480"/>
                  </a:lnTo>
                  <a:lnTo>
                    <a:pt x="8974836" y="6521196"/>
                  </a:lnTo>
                  <a:lnTo>
                    <a:pt x="8939784" y="6573011"/>
                  </a:lnTo>
                  <a:lnTo>
                    <a:pt x="8906256" y="6608063"/>
                  </a:lnTo>
                  <a:lnTo>
                    <a:pt x="8869680" y="6637019"/>
                  </a:lnTo>
                  <a:lnTo>
                    <a:pt x="8855964" y="6644639"/>
                  </a:lnTo>
                  <a:lnTo>
                    <a:pt x="8842248" y="6653783"/>
                  </a:lnTo>
                  <a:lnTo>
                    <a:pt x="8828532" y="6659880"/>
                  </a:lnTo>
                  <a:lnTo>
                    <a:pt x="8814816" y="6667500"/>
                  </a:lnTo>
                  <a:lnTo>
                    <a:pt x="8799576" y="6672071"/>
                  </a:lnTo>
                  <a:lnTo>
                    <a:pt x="8784336" y="6678167"/>
                  </a:lnTo>
                  <a:lnTo>
                    <a:pt x="8769096" y="6682739"/>
                  </a:lnTo>
                  <a:lnTo>
                    <a:pt x="8752332" y="6685787"/>
                  </a:lnTo>
                  <a:lnTo>
                    <a:pt x="8737092" y="6688835"/>
                  </a:lnTo>
                  <a:lnTo>
                    <a:pt x="8703564" y="6691883"/>
                  </a:lnTo>
                  <a:lnTo>
                    <a:pt x="8753856" y="6691883"/>
                  </a:lnTo>
                  <a:lnTo>
                    <a:pt x="8770620" y="6688835"/>
                  </a:lnTo>
                  <a:lnTo>
                    <a:pt x="8785860" y="6684263"/>
                  </a:lnTo>
                  <a:lnTo>
                    <a:pt x="8831580" y="6665976"/>
                  </a:lnTo>
                  <a:lnTo>
                    <a:pt x="8845296" y="6658356"/>
                  </a:lnTo>
                  <a:lnTo>
                    <a:pt x="8860536" y="6650735"/>
                  </a:lnTo>
                  <a:lnTo>
                    <a:pt x="8872728" y="6641591"/>
                  </a:lnTo>
                  <a:lnTo>
                    <a:pt x="8886444" y="6632448"/>
                  </a:lnTo>
                  <a:lnTo>
                    <a:pt x="8898636" y="6623304"/>
                  </a:lnTo>
                  <a:lnTo>
                    <a:pt x="8944356" y="6577583"/>
                  </a:lnTo>
                  <a:lnTo>
                    <a:pt x="8971788" y="6537959"/>
                  </a:lnTo>
                  <a:lnTo>
                    <a:pt x="8994648" y="6495287"/>
                  </a:lnTo>
                  <a:lnTo>
                    <a:pt x="8999220" y="6480047"/>
                  </a:lnTo>
                  <a:lnTo>
                    <a:pt x="9005316" y="6464808"/>
                  </a:lnTo>
                  <a:lnTo>
                    <a:pt x="9009888" y="6449568"/>
                  </a:lnTo>
                  <a:lnTo>
                    <a:pt x="9019032" y="6399275"/>
                  </a:lnTo>
                  <a:lnTo>
                    <a:pt x="9019032" y="6382511"/>
                  </a:lnTo>
                  <a:lnTo>
                    <a:pt x="9020556" y="6365747"/>
                  </a:lnTo>
                  <a:lnTo>
                    <a:pt x="9020556" y="333755"/>
                  </a:lnTo>
                  <a:lnTo>
                    <a:pt x="9019159" y="316991"/>
                  </a:lnTo>
                  <a:lnTo>
                    <a:pt x="9019032" y="298703"/>
                  </a:lnTo>
                  <a:lnTo>
                    <a:pt x="9015984" y="281939"/>
                  </a:lnTo>
                  <a:lnTo>
                    <a:pt x="9012936" y="266700"/>
                  </a:lnTo>
                  <a:lnTo>
                    <a:pt x="9009888" y="249935"/>
                  </a:lnTo>
                  <a:lnTo>
                    <a:pt x="9005316" y="234695"/>
                  </a:lnTo>
                  <a:lnTo>
                    <a:pt x="8999220" y="219455"/>
                  </a:lnTo>
                  <a:lnTo>
                    <a:pt x="8994648" y="204215"/>
                  </a:lnTo>
                  <a:lnTo>
                    <a:pt x="8987028" y="188975"/>
                  </a:lnTo>
                  <a:lnTo>
                    <a:pt x="8979408" y="175259"/>
                  </a:lnTo>
                  <a:lnTo>
                    <a:pt x="8971788" y="160019"/>
                  </a:lnTo>
                  <a:lnTo>
                    <a:pt x="8944356" y="121919"/>
                  </a:lnTo>
                  <a:lnTo>
                    <a:pt x="8898636" y="76200"/>
                  </a:lnTo>
                  <a:lnTo>
                    <a:pt x="8886444" y="67055"/>
                  </a:lnTo>
                  <a:lnTo>
                    <a:pt x="8872728" y="56387"/>
                  </a:lnTo>
                  <a:lnTo>
                    <a:pt x="8831580" y="33527"/>
                  </a:lnTo>
                  <a:lnTo>
                    <a:pt x="8816340" y="25907"/>
                  </a:lnTo>
                  <a:lnTo>
                    <a:pt x="8801100" y="19811"/>
                  </a:lnTo>
                  <a:lnTo>
                    <a:pt x="8770620" y="10667"/>
                  </a:lnTo>
                  <a:lnTo>
                    <a:pt x="8745473" y="6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6676" y="1696206"/>
              <a:ext cx="9043416" cy="180593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3627" y="417570"/>
            <a:ext cx="9020810" cy="6699884"/>
          </a:xfrm>
          <a:custGeom>
            <a:avLst/>
            <a:gdLst/>
            <a:ahLst/>
            <a:cxnLst/>
            <a:rect l="l" t="t" r="r" b="b"/>
            <a:pathLst>
              <a:path w="9020810" h="6699884">
                <a:moveTo>
                  <a:pt x="8703564" y="0"/>
                </a:moveTo>
                <a:lnTo>
                  <a:pt x="316991" y="0"/>
                </a:lnTo>
                <a:lnTo>
                  <a:pt x="300228" y="1524"/>
                </a:lnTo>
                <a:lnTo>
                  <a:pt x="249935" y="10667"/>
                </a:lnTo>
                <a:lnTo>
                  <a:pt x="204215" y="25907"/>
                </a:lnTo>
                <a:lnTo>
                  <a:pt x="161544" y="48767"/>
                </a:lnTo>
                <a:lnTo>
                  <a:pt x="121919" y="76200"/>
                </a:lnTo>
                <a:lnTo>
                  <a:pt x="76200" y="121919"/>
                </a:lnTo>
                <a:lnTo>
                  <a:pt x="57912" y="147827"/>
                </a:lnTo>
                <a:lnTo>
                  <a:pt x="48768" y="160019"/>
                </a:lnTo>
                <a:lnTo>
                  <a:pt x="41147" y="175259"/>
                </a:lnTo>
                <a:lnTo>
                  <a:pt x="33528" y="188975"/>
                </a:lnTo>
                <a:lnTo>
                  <a:pt x="15240" y="234695"/>
                </a:lnTo>
                <a:lnTo>
                  <a:pt x="10668" y="249935"/>
                </a:lnTo>
                <a:lnTo>
                  <a:pt x="7619" y="266700"/>
                </a:lnTo>
                <a:lnTo>
                  <a:pt x="4571" y="281939"/>
                </a:lnTo>
                <a:lnTo>
                  <a:pt x="3047" y="298703"/>
                </a:lnTo>
                <a:lnTo>
                  <a:pt x="1524" y="316991"/>
                </a:lnTo>
                <a:lnTo>
                  <a:pt x="0" y="333755"/>
                </a:lnTo>
                <a:lnTo>
                  <a:pt x="0" y="6367271"/>
                </a:lnTo>
                <a:lnTo>
                  <a:pt x="4571" y="6417563"/>
                </a:lnTo>
                <a:lnTo>
                  <a:pt x="15240" y="6466332"/>
                </a:lnTo>
                <a:lnTo>
                  <a:pt x="33528" y="6512052"/>
                </a:lnTo>
                <a:lnTo>
                  <a:pt x="67056" y="6566915"/>
                </a:lnTo>
                <a:lnTo>
                  <a:pt x="109728" y="6614159"/>
                </a:lnTo>
                <a:lnTo>
                  <a:pt x="121919" y="6623304"/>
                </a:lnTo>
                <a:lnTo>
                  <a:pt x="134112" y="6633971"/>
                </a:lnTo>
                <a:lnTo>
                  <a:pt x="188975" y="6667500"/>
                </a:lnTo>
                <a:lnTo>
                  <a:pt x="249935" y="6688835"/>
                </a:lnTo>
                <a:lnTo>
                  <a:pt x="316991" y="6699504"/>
                </a:lnTo>
                <a:lnTo>
                  <a:pt x="8705088" y="6699504"/>
                </a:lnTo>
                <a:lnTo>
                  <a:pt x="8738616" y="6696456"/>
                </a:lnTo>
                <a:lnTo>
                  <a:pt x="8753856" y="6693408"/>
                </a:lnTo>
                <a:lnTo>
                  <a:pt x="316991" y="6693408"/>
                </a:lnTo>
                <a:lnTo>
                  <a:pt x="283463" y="6690359"/>
                </a:lnTo>
                <a:lnTo>
                  <a:pt x="220980" y="6673596"/>
                </a:lnTo>
                <a:lnTo>
                  <a:pt x="150875" y="6638543"/>
                </a:lnTo>
                <a:lnTo>
                  <a:pt x="102108" y="6597396"/>
                </a:lnTo>
                <a:lnTo>
                  <a:pt x="62484" y="6550152"/>
                </a:lnTo>
                <a:lnTo>
                  <a:pt x="54863" y="6536435"/>
                </a:lnTo>
                <a:lnTo>
                  <a:pt x="45719" y="6522719"/>
                </a:lnTo>
                <a:lnTo>
                  <a:pt x="39624" y="6509004"/>
                </a:lnTo>
                <a:lnTo>
                  <a:pt x="32003" y="6493763"/>
                </a:lnTo>
                <a:lnTo>
                  <a:pt x="27431" y="6478523"/>
                </a:lnTo>
                <a:lnTo>
                  <a:pt x="13715" y="6432804"/>
                </a:lnTo>
                <a:lnTo>
                  <a:pt x="7619" y="6384035"/>
                </a:lnTo>
                <a:lnTo>
                  <a:pt x="7619" y="316991"/>
                </a:lnTo>
                <a:lnTo>
                  <a:pt x="13715" y="266700"/>
                </a:lnTo>
                <a:lnTo>
                  <a:pt x="27431" y="220979"/>
                </a:lnTo>
                <a:lnTo>
                  <a:pt x="32003" y="205739"/>
                </a:lnTo>
                <a:lnTo>
                  <a:pt x="39624" y="192024"/>
                </a:lnTo>
                <a:lnTo>
                  <a:pt x="45719" y="176783"/>
                </a:lnTo>
                <a:lnTo>
                  <a:pt x="54863" y="164591"/>
                </a:lnTo>
                <a:lnTo>
                  <a:pt x="62484" y="150875"/>
                </a:lnTo>
                <a:lnTo>
                  <a:pt x="71628" y="137159"/>
                </a:lnTo>
                <a:lnTo>
                  <a:pt x="82296" y="124967"/>
                </a:lnTo>
                <a:lnTo>
                  <a:pt x="91440" y="114300"/>
                </a:lnTo>
                <a:lnTo>
                  <a:pt x="126491" y="80772"/>
                </a:lnTo>
                <a:lnTo>
                  <a:pt x="164591" y="53339"/>
                </a:lnTo>
                <a:lnTo>
                  <a:pt x="207263" y="32003"/>
                </a:lnTo>
                <a:lnTo>
                  <a:pt x="220980" y="25907"/>
                </a:lnTo>
                <a:lnTo>
                  <a:pt x="251459" y="16763"/>
                </a:lnTo>
                <a:lnTo>
                  <a:pt x="268224" y="13715"/>
                </a:lnTo>
                <a:lnTo>
                  <a:pt x="283463" y="10667"/>
                </a:lnTo>
                <a:lnTo>
                  <a:pt x="300228" y="7619"/>
                </a:lnTo>
                <a:lnTo>
                  <a:pt x="316991" y="7619"/>
                </a:lnTo>
                <a:lnTo>
                  <a:pt x="333756" y="6095"/>
                </a:lnTo>
                <a:lnTo>
                  <a:pt x="8746235" y="6095"/>
                </a:lnTo>
                <a:lnTo>
                  <a:pt x="8738616" y="4572"/>
                </a:lnTo>
                <a:lnTo>
                  <a:pt x="8721852" y="1524"/>
                </a:lnTo>
                <a:lnTo>
                  <a:pt x="8703564" y="0"/>
                </a:lnTo>
                <a:close/>
              </a:path>
              <a:path w="9020810" h="6699884">
                <a:moveTo>
                  <a:pt x="8746235" y="6095"/>
                </a:moveTo>
                <a:lnTo>
                  <a:pt x="8686800" y="6095"/>
                </a:lnTo>
                <a:lnTo>
                  <a:pt x="8703564" y="7619"/>
                </a:lnTo>
                <a:lnTo>
                  <a:pt x="8720328" y="7619"/>
                </a:lnTo>
                <a:lnTo>
                  <a:pt x="8753856" y="13715"/>
                </a:lnTo>
                <a:lnTo>
                  <a:pt x="8769096" y="16763"/>
                </a:lnTo>
                <a:lnTo>
                  <a:pt x="8799576" y="25907"/>
                </a:lnTo>
                <a:lnTo>
                  <a:pt x="8814816" y="32003"/>
                </a:lnTo>
                <a:lnTo>
                  <a:pt x="8828532" y="39624"/>
                </a:lnTo>
                <a:lnTo>
                  <a:pt x="8843772" y="45719"/>
                </a:lnTo>
                <a:lnTo>
                  <a:pt x="8855964" y="53339"/>
                </a:lnTo>
                <a:lnTo>
                  <a:pt x="8883396" y="71627"/>
                </a:lnTo>
                <a:lnTo>
                  <a:pt x="8895588" y="80772"/>
                </a:lnTo>
                <a:lnTo>
                  <a:pt x="8906256" y="91439"/>
                </a:lnTo>
                <a:lnTo>
                  <a:pt x="8918448" y="102107"/>
                </a:lnTo>
                <a:lnTo>
                  <a:pt x="8929116" y="114300"/>
                </a:lnTo>
                <a:lnTo>
                  <a:pt x="8939784" y="124967"/>
                </a:lnTo>
                <a:lnTo>
                  <a:pt x="8948928" y="137159"/>
                </a:lnTo>
                <a:lnTo>
                  <a:pt x="8982456" y="192024"/>
                </a:lnTo>
                <a:lnTo>
                  <a:pt x="9003792" y="251459"/>
                </a:lnTo>
                <a:lnTo>
                  <a:pt x="9006840" y="268224"/>
                </a:lnTo>
                <a:lnTo>
                  <a:pt x="9009888" y="283463"/>
                </a:lnTo>
                <a:lnTo>
                  <a:pt x="9012936" y="300227"/>
                </a:lnTo>
                <a:lnTo>
                  <a:pt x="9012936" y="316991"/>
                </a:lnTo>
                <a:lnTo>
                  <a:pt x="9014460" y="333755"/>
                </a:lnTo>
                <a:lnTo>
                  <a:pt x="9014460" y="6367271"/>
                </a:lnTo>
                <a:lnTo>
                  <a:pt x="9012936" y="6384035"/>
                </a:lnTo>
                <a:lnTo>
                  <a:pt x="9012936" y="6400799"/>
                </a:lnTo>
                <a:lnTo>
                  <a:pt x="9009888" y="6416039"/>
                </a:lnTo>
                <a:lnTo>
                  <a:pt x="9006840" y="6432804"/>
                </a:lnTo>
                <a:lnTo>
                  <a:pt x="9003792" y="6448044"/>
                </a:lnTo>
                <a:lnTo>
                  <a:pt x="8999220" y="6464808"/>
                </a:lnTo>
                <a:lnTo>
                  <a:pt x="8994648" y="6480047"/>
                </a:lnTo>
                <a:lnTo>
                  <a:pt x="8988552" y="6493763"/>
                </a:lnTo>
                <a:lnTo>
                  <a:pt x="8982456" y="6509004"/>
                </a:lnTo>
                <a:lnTo>
                  <a:pt x="8958072" y="6550152"/>
                </a:lnTo>
                <a:lnTo>
                  <a:pt x="8929116" y="6586728"/>
                </a:lnTo>
                <a:lnTo>
                  <a:pt x="8906256" y="6608063"/>
                </a:lnTo>
                <a:lnTo>
                  <a:pt x="8895588" y="6618732"/>
                </a:lnTo>
                <a:lnTo>
                  <a:pt x="8828532" y="6661404"/>
                </a:lnTo>
                <a:lnTo>
                  <a:pt x="8784336" y="6679691"/>
                </a:lnTo>
                <a:lnTo>
                  <a:pt x="8769096" y="6682739"/>
                </a:lnTo>
                <a:lnTo>
                  <a:pt x="8752332" y="6687311"/>
                </a:lnTo>
                <a:lnTo>
                  <a:pt x="8737092" y="6690359"/>
                </a:lnTo>
                <a:lnTo>
                  <a:pt x="8703564" y="6693408"/>
                </a:lnTo>
                <a:lnTo>
                  <a:pt x="8753856" y="6693408"/>
                </a:lnTo>
                <a:lnTo>
                  <a:pt x="8801100" y="6679691"/>
                </a:lnTo>
                <a:lnTo>
                  <a:pt x="8846820" y="6659880"/>
                </a:lnTo>
                <a:lnTo>
                  <a:pt x="8886444" y="6633971"/>
                </a:lnTo>
                <a:lnTo>
                  <a:pt x="8923020" y="6601967"/>
                </a:lnTo>
                <a:lnTo>
                  <a:pt x="8953500" y="6566915"/>
                </a:lnTo>
                <a:lnTo>
                  <a:pt x="8964168" y="6553200"/>
                </a:lnTo>
                <a:lnTo>
                  <a:pt x="8971788" y="6539483"/>
                </a:lnTo>
                <a:lnTo>
                  <a:pt x="8980932" y="6525767"/>
                </a:lnTo>
                <a:lnTo>
                  <a:pt x="8987028" y="6512052"/>
                </a:lnTo>
                <a:lnTo>
                  <a:pt x="9005316" y="6466332"/>
                </a:lnTo>
                <a:lnTo>
                  <a:pt x="9019032" y="6400799"/>
                </a:lnTo>
                <a:lnTo>
                  <a:pt x="9020556" y="6384035"/>
                </a:lnTo>
                <a:lnTo>
                  <a:pt x="9020556" y="315467"/>
                </a:lnTo>
                <a:lnTo>
                  <a:pt x="9019032" y="298703"/>
                </a:lnTo>
                <a:lnTo>
                  <a:pt x="9015984" y="281939"/>
                </a:lnTo>
                <a:lnTo>
                  <a:pt x="9012936" y="266700"/>
                </a:lnTo>
                <a:lnTo>
                  <a:pt x="9009888" y="249935"/>
                </a:lnTo>
                <a:lnTo>
                  <a:pt x="9000744" y="219455"/>
                </a:lnTo>
                <a:lnTo>
                  <a:pt x="8994648" y="204215"/>
                </a:lnTo>
                <a:lnTo>
                  <a:pt x="8987028" y="188975"/>
                </a:lnTo>
                <a:lnTo>
                  <a:pt x="8979408" y="175259"/>
                </a:lnTo>
                <a:lnTo>
                  <a:pt x="8971788" y="160019"/>
                </a:lnTo>
                <a:lnTo>
                  <a:pt x="8944356" y="121919"/>
                </a:lnTo>
                <a:lnTo>
                  <a:pt x="8898636" y="76200"/>
                </a:lnTo>
                <a:lnTo>
                  <a:pt x="8886444" y="67055"/>
                </a:lnTo>
                <a:lnTo>
                  <a:pt x="8872728" y="56387"/>
                </a:lnTo>
                <a:lnTo>
                  <a:pt x="8860536" y="48767"/>
                </a:lnTo>
                <a:lnTo>
                  <a:pt x="8845296" y="41148"/>
                </a:lnTo>
                <a:lnTo>
                  <a:pt x="8831580" y="33527"/>
                </a:lnTo>
                <a:lnTo>
                  <a:pt x="8816340" y="25907"/>
                </a:lnTo>
                <a:lnTo>
                  <a:pt x="8801100" y="19811"/>
                </a:lnTo>
                <a:lnTo>
                  <a:pt x="8770620" y="10667"/>
                </a:lnTo>
                <a:lnTo>
                  <a:pt x="8753856" y="7619"/>
                </a:lnTo>
                <a:lnTo>
                  <a:pt x="8746235" y="6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72668" y="350209"/>
            <a:ext cx="9144000" cy="921385"/>
            <a:chOff x="772668" y="350209"/>
            <a:chExt cx="9144000" cy="9213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350514"/>
              <a:ext cx="6480048" cy="91897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50209"/>
              <a:ext cx="6483096" cy="9207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72668" y="350514"/>
              <a:ext cx="6483350" cy="920750"/>
            </a:xfrm>
            <a:custGeom>
              <a:avLst/>
              <a:gdLst/>
              <a:ahLst/>
              <a:cxnLst/>
              <a:rect l="l" t="t" r="r" b="b"/>
              <a:pathLst>
                <a:path w="6483350" h="920750">
                  <a:moveTo>
                    <a:pt x="0" y="909828"/>
                  </a:moveTo>
                  <a:lnTo>
                    <a:pt x="0" y="920496"/>
                  </a:lnTo>
                  <a:lnTo>
                    <a:pt x="6480048" y="920496"/>
                  </a:lnTo>
                  <a:lnTo>
                    <a:pt x="6483096" y="917448"/>
                  </a:lnTo>
                  <a:lnTo>
                    <a:pt x="6483096" y="914400"/>
                  </a:lnTo>
                  <a:lnTo>
                    <a:pt x="6095" y="914400"/>
                  </a:lnTo>
                  <a:lnTo>
                    <a:pt x="0" y="909828"/>
                  </a:lnTo>
                  <a:close/>
                </a:path>
                <a:path w="6483350" h="920750">
                  <a:moveTo>
                    <a:pt x="6095" y="0"/>
                  </a:moveTo>
                  <a:lnTo>
                    <a:pt x="0" y="6096"/>
                  </a:lnTo>
                  <a:lnTo>
                    <a:pt x="0" y="909828"/>
                  </a:lnTo>
                  <a:lnTo>
                    <a:pt x="6095" y="914400"/>
                  </a:lnTo>
                  <a:lnTo>
                    <a:pt x="6095" y="0"/>
                  </a:lnTo>
                  <a:close/>
                </a:path>
                <a:path w="6483350" h="920750">
                  <a:moveTo>
                    <a:pt x="6472428" y="909828"/>
                  </a:moveTo>
                  <a:lnTo>
                    <a:pt x="6095" y="909828"/>
                  </a:lnTo>
                  <a:lnTo>
                    <a:pt x="6095" y="914400"/>
                  </a:lnTo>
                  <a:lnTo>
                    <a:pt x="6472428" y="914400"/>
                  </a:lnTo>
                  <a:lnTo>
                    <a:pt x="6472428" y="909828"/>
                  </a:lnTo>
                  <a:close/>
                </a:path>
                <a:path w="6483350" h="920750">
                  <a:moveTo>
                    <a:pt x="6472428" y="0"/>
                  </a:moveTo>
                  <a:lnTo>
                    <a:pt x="6472428" y="914400"/>
                  </a:lnTo>
                  <a:lnTo>
                    <a:pt x="6477000" y="909828"/>
                  </a:lnTo>
                  <a:lnTo>
                    <a:pt x="6483096" y="909828"/>
                  </a:lnTo>
                  <a:lnTo>
                    <a:pt x="6483096" y="6096"/>
                  </a:lnTo>
                  <a:lnTo>
                    <a:pt x="6477000" y="6096"/>
                  </a:lnTo>
                  <a:lnTo>
                    <a:pt x="6472428" y="0"/>
                  </a:lnTo>
                  <a:close/>
                </a:path>
                <a:path w="6483350" h="920750">
                  <a:moveTo>
                    <a:pt x="6483096" y="909828"/>
                  </a:moveTo>
                  <a:lnTo>
                    <a:pt x="6477000" y="909828"/>
                  </a:lnTo>
                  <a:lnTo>
                    <a:pt x="6472428" y="914400"/>
                  </a:lnTo>
                  <a:lnTo>
                    <a:pt x="6483096" y="914400"/>
                  </a:lnTo>
                  <a:lnTo>
                    <a:pt x="6483096" y="909828"/>
                  </a:lnTo>
                  <a:close/>
                </a:path>
                <a:path w="6483350" h="920750">
                  <a:moveTo>
                    <a:pt x="6095" y="0"/>
                  </a:moveTo>
                  <a:lnTo>
                    <a:pt x="0" y="0"/>
                  </a:lnTo>
                  <a:lnTo>
                    <a:pt x="0" y="6096"/>
                  </a:lnTo>
                  <a:lnTo>
                    <a:pt x="6095" y="0"/>
                  </a:lnTo>
                  <a:close/>
                </a:path>
                <a:path w="6483350" h="920750">
                  <a:moveTo>
                    <a:pt x="6472428" y="0"/>
                  </a:moveTo>
                  <a:lnTo>
                    <a:pt x="6095" y="0"/>
                  </a:lnTo>
                  <a:lnTo>
                    <a:pt x="6095" y="6096"/>
                  </a:lnTo>
                  <a:lnTo>
                    <a:pt x="6472428" y="6096"/>
                  </a:lnTo>
                  <a:lnTo>
                    <a:pt x="6472428" y="0"/>
                  </a:lnTo>
                  <a:close/>
                </a:path>
                <a:path w="6483350" h="920750">
                  <a:moveTo>
                    <a:pt x="6483096" y="0"/>
                  </a:moveTo>
                  <a:lnTo>
                    <a:pt x="6472428" y="0"/>
                  </a:lnTo>
                  <a:lnTo>
                    <a:pt x="6477000" y="6096"/>
                  </a:lnTo>
                  <a:lnTo>
                    <a:pt x="6483096" y="6096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867693" y="3413454"/>
            <a:ext cx="69557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Tahoma"/>
                <a:cs typeface="Tahoma"/>
              </a:rPr>
              <a:t>CÂY</a:t>
            </a:r>
            <a:r>
              <a:rPr sz="4400" b="1" spc="-20" dirty="0">
                <a:latin typeface="Tahoma"/>
                <a:cs typeface="Tahoma"/>
              </a:rPr>
              <a:t> </a:t>
            </a:r>
            <a:r>
              <a:rPr sz="4400" b="1" dirty="0">
                <a:latin typeface="Tahoma"/>
                <a:cs typeface="Tahoma"/>
              </a:rPr>
              <a:t>KHUNG</a:t>
            </a:r>
            <a:r>
              <a:rPr sz="4400" b="1" spc="-30" dirty="0">
                <a:latin typeface="Tahoma"/>
                <a:cs typeface="Tahoma"/>
              </a:rPr>
              <a:t> </a:t>
            </a:r>
            <a:r>
              <a:rPr sz="4400" b="1" dirty="0">
                <a:latin typeface="Tahoma"/>
                <a:cs typeface="Tahoma"/>
              </a:rPr>
              <a:t>CỦA</a:t>
            </a:r>
            <a:r>
              <a:rPr sz="4400" b="1" spc="-15" dirty="0">
                <a:latin typeface="Tahoma"/>
                <a:cs typeface="Tahoma"/>
              </a:rPr>
              <a:t> </a:t>
            </a:r>
            <a:r>
              <a:rPr sz="4400" b="1" dirty="0">
                <a:latin typeface="Tahoma"/>
                <a:cs typeface="Tahoma"/>
              </a:rPr>
              <a:t>ĐỒ</a:t>
            </a:r>
            <a:r>
              <a:rPr sz="4400" b="1" spc="-20" dirty="0">
                <a:latin typeface="Tahoma"/>
                <a:cs typeface="Tahoma"/>
              </a:rPr>
              <a:t> </a:t>
            </a:r>
            <a:r>
              <a:rPr sz="4400" b="1" spc="-25" dirty="0">
                <a:latin typeface="Tahoma"/>
                <a:cs typeface="Tahoma"/>
              </a:rPr>
              <a:t>THỊ</a:t>
            </a:r>
            <a:endParaRPr sz="44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1059" y="763518"/>
              <a:ext cx="1932431" cy="4206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8037830" cy="2084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 algn="just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Nếu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bộ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phận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của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vô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hướng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liên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thông 	</a:t>
            </a:r>
            <a:r>
              <a:rPr sz="2600" dirty="0">
                <a:latin typeface="Arial"/>
                <a:cs typeface="Arial"/>
              </a:rPr>
              <a:t>G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spc="-50" dirty="0">
                <a:latin typeface="Arial"/>
                <a:cs typeface="Arial"/>
              </a:rPr>
              <a:t>(V,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E)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một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thì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khi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đó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được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gọi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25" dirty="0">
                <a:solidFill>
                  <a:srgbClr val="C00000"/>
                </a:solidFill>
                <a:latin typeface="Arial"/>
                <a:cs typeface="Arial"/>
              </a:rPr>
              <a:t>cây 	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khung</a:t>
            </a:r>
            <a:r>
              <a:rPr sz="260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(spanning</a:t>
            </a:r>
            <a:r>
              <a:rPr sz="260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tree)</a:t>
            </a:r>
            <a:r>
              <a:rPr sz="260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của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G.</a:t>
            </a:r>
            <a:endParaRPr sz="2600">
              <a:latin typeface="Arial"/>
              <a:cs typeface="Arial"/>
            </a:endParaRPr>
          </a:p>
          <a:p>
            <a:pPr marL="285115" marR="274320" indent="-273050" algn="just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Cây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còn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tên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gọi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khác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phủ,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25" dirty="0">
                <a:latin typeface="Arial"/>
                <a:cs typeface="Arial"/>
              </a:rPr>
              <a:t> bao 	</a:t>
            </a:r>
            <a:r>
              <a:rPr sz="2600" dirty="0">
                <a:latin typeface="Arial"/>
                <a:cs typeface="Arial"/>
              </a:rPr>
              <a:t>trùm,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tối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đại.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3419855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347971" y="1487418"/>
            <a:ext cx="2147316" cy="252831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196076" y="2326532"/>
            <a:ext cx="129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13579" y="2326532"/>
            <a:ext cx="14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15180" y="3622009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82359" y="362200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45684" y="15646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57172" y="4230618"/>
            <a:ext cx="2147316" cy="252831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605352" y="5069733"/>
            <a:ext cx="129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22856" y="5069733"/>
            <a:ext cx="14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24227" y="6365209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591636" y="636520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54960" y="43078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786371" y="4230618"/>
            <a:ext cx="2147316" cy="2528316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8634552" y="5069733"/>
            <a:ext cx="129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29" name="object 29"/>
          <p:cNvSpPr txBox="1"/>
          <p:nvPr/>
        </p:nvSpPr>
        <p:spPr>
          <a:xfrm>
            <a:off x="6952056" y="5069733"/>
            <a:ext cx="14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953427" y="6365209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620836" y="636520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784160" y="43078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1059" y="748278"/>
              <a:ext cx="4515611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8059420" cy="3820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Một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đơn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liên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thông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nếu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và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chỉ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nếu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nó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25" dirty="0">
                <a:latin typeface="Arial"/>
                <a:cs typeface="Arial"/>
              </a:rPr>
              <a:t> cây 	</a:t>
            </a:r>
            <a:r>
              <a:rPr sz="2600" spc="-10" dirty="0">
                <a:latin typeface="Arial"/>
                <a:cs typeface="Arial"/>
              </a:rPr>
              <a:t>khung.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25"/>
              </a:spcBef>
              <a:buClr>
                <a:srgbClr val="990000"/>
              </a:buClr>
              <a:buFont typeface="Segoe UI Symbol"/>
              <a:buChar char="⚫"/>
            </a:pP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Chứng</a:t>
            </a:r>
            <a:r>
              <a:rPr sz="2600" i="1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spc="-10" dirty="0">
                <a:solidFill>
                  <a:srgbClr val="C00000"/>
                </a:solidFill>
                <a:latin typeface="Arial"/>
                <a:cs typeface="Arial"/>
              </a:rPr>
              <a:t>minh:</a:t>
            </a:r>
            <a:endParaRPr sz="2600">
              <a:latin typeface="Arial"/>
              <a:cs typeface="Arial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Chiều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đảo: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Giả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sử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spc="-125" dirty="0">
                <a:latin typeface="Arial"/>
                <a:cs typeface="Arial"/>
              </a:rPr>
              <a:t>T.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Do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cây</a:t>
            </a:r>
            <a:r>
              <a:rPr sz="2600" spc="650" dirty="0">
                <a:latin typeface="Arial"/>
                <a:cs typeface="Arial"/>
              </a:rPr>
              <a:t> 	</a:t>
            </a:r>
            <a:r>
              <a:rPr sz="2600" dirty="0">
                <a:latin typeface="Arial"/>
                <a:cs typeface="Arial"/>
              </a:rPr>
              <a:t>nên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đường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đi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trên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giữa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2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đỉnh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bất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kỳ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(tính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chất 	</a:t>
            </a:r>
            <a:r>
              <a:rPr sz="2600" dirty="0">
                <a:latin typeface="Arial"/>
                <a:cs typeface="Arial"/>
              </a:rPr>
              <a:t>5).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Vì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bộ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phận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của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(theo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định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nghĩa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cây 	</a:t>
            </a:r>
            <a:r>
              <a:rPr sz="2600" dirty="0">
                <a:latin typeface="Arial"/>
                <a:cs typeface="Arial"/>
              </a:rPr>
              <a:t>khung)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nên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đường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đi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giữa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2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đỉnh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bất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kỳ.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Do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đó, 	</a:t>
            </a:r>
            <a:r>
              <a:rPr sz="2600" dirty="0">
                <a:latin typeface="Arial"/>
                <a:cs typeface="Arial"/>
              </a:rPr>
              <a:t>G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liên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thông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1059" y="748278"/>
              <a:ext cx="4515611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7988300" cy="4780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Chiều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thuận: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Giả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sử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liên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thông.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Nếu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không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phải 	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cây,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thì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nó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phải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một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chu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trình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đơn.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Xóa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đi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một 	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bất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kỳ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trong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chu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trình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đơn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này.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nhận 	</a:t>
            </a:r>
            <a:r>
              <a:rPr sz="2600" dirty="0">
                <a:latin typeface="Arial"/>
                <a:cs typeface="Arial"/>
              </a:rPr>
              <a:t>được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số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ít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hơn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cũ,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nhưng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số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đỉnh 	</a:t>
            </a:r>
            <a:r>
              <a:rPr sz="2600" dirty="0">
                <a:latin typeface="Arial"/>
                <a:cs typeface="Arial"/>
              </a:rPr>
              <a:t>bằng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nhau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và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tính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liên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thông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vẫn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còn.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Nếu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bộ 	</a:t>
            </a:r>
            <a:r>
              <a:rPr sz="2600" dirty="0">
                <a:latin typeface="Arial"/>
                <a:cs typeface="Arial"/>
              </a:rPr>
              <a:t>phận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này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không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cây,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thì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nó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vẫn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còn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chứa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chu 	</a:t>
            </a:r>
            <a:r>
              <a:rPr sz="2600" dirty="0">
                <a:latin typeface="Arial"/>
                <a:cs typeface="Arial"/>
              </a:rPr>
              <a:t>trình,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ta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lại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lặp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lại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quá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trình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xóa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cho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đến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khi 	</a:t>
            </a:r>
            <a:r>
              <a:rPr sz="2600" dirty="0">
                <a:latin typeface="Arial"/>
                <a:cs typeface="Arial"/>
              </a:rPr>
              <a:t>không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còn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chu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trình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đơn.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Điều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này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thể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vì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số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cạnh 	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hữu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hạn.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Quá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trình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kết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thúc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khi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không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còn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chu 	</a:t>
            </a:r>
            <a:r>
              <a:rPr sz="2600" dirty="0">
                <a:latin typeface="Arial"/>
                <a:cs typeface="Arial"/>
              </a:rPr>
              <a:t>trình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đơn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trong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thị.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được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tạo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ra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vẫn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còn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liên 	</a:t>
            </a:r>
            <a:r>
              <a:rPr sz="2600" dirty="0">
                <a:latin typeface="Arial"/>
                <a:cs typeface="Arial"/>
              </a:rPr>
              <a:t>thông.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này,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hơn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nữa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vì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nó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chứa 	</a:t>
            </a:r>
            <a:r>
              <a:rPr sz="2600" dirty="0">
                <a:latin typeface="Arial"/>
                <a:cs typeface="Arial"/>
              </a:rPr>
              <a:t>toàn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bộ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đỉnh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của</a:t>
            </a:r>
            <a:r>
              <a:rPr sz="2600" spc="-25" dirty="0">
                <a:latin typeface="Arial"/>
                <a:cs typeface="Arial"/>
              </a:rPr>
              <a:t> G.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8011" y="748278"/>
              <a:ext cx="3499103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7832090" cy="2084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 algn="just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spc="-120" dirty="0">
                <a:latin typeface="Arial"/>
                <a:cs typeface="Arial"/>
              </a:rPr>
              <a:t>Ta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thể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sử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dụng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2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thuật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toán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tìm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kiếm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theo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chiều 	</a:t>
            </a:r>
            <a:r>
              <a:rPr sz="2600" dirty="0">
                <a:latin typeface="Arial"/>
                <a:cs typeface="Arial"/>
              </a:rPr>
              <a:t>rộng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và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theo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chiều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sâu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trong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chương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Đại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cương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Lý 	</a:t>
            </a:r>
            <a:r>
              <a:rPr sz="2600" dirty="0">
                <a:latin typeface="Arial"/>
                <a:cs typeface="Arial"/>
              </a:rPr>
              <a:t>thuyết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để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xác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định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khung.</a:t>
            </a:r>
            <a:endParaRPr sz="2600">
              <a:latin typeface="Arial"/>
              <a:cs typeface="Arial"/>
            </a:endParaRPr>
          </a:p>
          <a:p>
            <a:pPr marL="285115" marR="123825" indent="-273050" algn="just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Quá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trình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duyệt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đỉnh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chính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quá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trình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tìm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cây 	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của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thị.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4117847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339840" y="3197346"/>
            <a:ext cx="765175" cy="763905"/>
            <a:chOff x="6339840" y="3197346"/>
            <a:chExt cx="765175" cy="763905"/>
          </a:xfrm>
        </p:grpSpPr>
        <p:sp>
          <p:nvSpPr>
            <p:cNvPr id="16" name="object 16"/>
            <p:cNvSpPr/>
            <p:nvPr/>
          </p:nvSpPr>
          <p:spPr>
            <a:xfrm>
              <a:off x="6347460" y="3203442"/>
              <a:ext cx="749935" cy="751840"/>
            </a:xfrm>
            <a:custGeom>
              <a:avLst/>
              <a:gdLst/>
              <a:ahLst/>
              <a:cxnLst/>
              <a:rect l="l" t="t" r="r" b="b"/>
              <a:pathLst>
                <a:path w="749934" h="751839">
                  <a:moveTo>
                    <a:pt x="374904" y="0"/>
                  </a:moveTo>
                  <a:lnTo>
                    <a:pt x="327835" y="2917"/>
                  </a:lnTo>
                  <a:lnTo>
                    <a:pt x="282523" y="11437"/>
                  </a:lnTo>
                  <a:lnTo>
                    <a:pt x="239317" y="25209"/>
                  </a:lnTo>
                  <a:lnTo>
                    <a:pt x="198566" y="43884"/>
                  </a:lnTo>
                  <a:lnTo>
                    <a:pt x="160621" y="67112"/>
                  </a:lnTo>
                  <a:lnTo>
                    <a:pt x="125830" y="94544"/>
                  </a:lnTo>
                  <a:lnTo>
                    <a:pt x="94544" y="125830"/>
                  </a:lnTo>
                  <a:lnTo>
                    <a:pt x="67112" y="160621"/>
                  </a:lnTo>
                  <a:lnTo>
                    <a:pt x="43884" y="198566"/>
                  </a:lnTo>
                  <a:lnTo>
                    <a:pt x="25209" y="239317"/>
                  </a:lnTo>
                  <a:lnTo>
                    <a:pt x="11437" y="282523"/>
                  </a:lnTo>
                  <a:lnTo>
                    <a:pt x="2917" y="327835"/>
                  </a:lnTo>
                  <a:lnTo>
                    <a:pt x="0" y="374903"/>
                  </a:lnTo>
                  <a:lnTo>
                    <a:pt x="2917" y="421998"/>
                  </a:lnTo>
                  <a:lnTo>
                    <a:pt x="11437" y="467381"/>
                  </a:lnTo>
                  <a:lnTo>
                    <a:pt x="25209" y="510696"/>
                  </a:lnTo>
                  <a:lnTo>
                    <a:pt x="43884" y="551585"/>
                  </a:lnTo>
                  <a:lnTo>
                    <a:pt x="67112" y="589689"/>
                  </a:lnTo>
                  <a:lnTo>
                    <a:pt x="94544" y="624651"/>
                  </a:lnTo>
                  <a:lnTo>
                    <a:pt x="125830" y="656112"/>
                  </a:lnTo>
                  <a:lnTo>
                    <a:pt x="160621" y="683716"/>
                  </a:lnTo>
                  <a:lnTo>
                    <a:pt x="198566" y="707103"/>
                  </a:lnTo>
                  <a:lnTo>
                    <a:pt x="239317" y="725916"/>
                  </a:lnTo>
                  <a:lnTo>
                    <a:pt x="282523" y="739797"/>
                  </a:lnTo>
                  <a:lnTo>
                    <a:pt x="327835" y="748388"/>
                  </a:lnTo>
                  <a:lnTo>
                    <a:pt x="374904" y="751332"/>
                  </a:lnTo>
                  <a:lnTo>
                    <a:pt x="421972" y="748388"/>
                  </a:lnTo>
                  <a:lnTo>
                    <a:pt x="467284" y="739797"/>
                  </a:lnTo>
                  <a:lnTo>
                    <a:pt x="510490" y="725916"/>
                  </a:lnTo>
                  <a:lnTo>
                    <a:pt x="551241" y="707103"/>
                  </a:lnTo>
                  <a:lnTo>
                    <a:pt x="589186" y="683716"/>
                  </a:lnTo>
                  <a:lnTo>
                    <a:pt x="623977" y="656112"/>
                  </a:lnTo>
                  <a:lnTo>
                    <a:pt x="655263" y="624651"/>
                  </a:lnTo>
                  <a:lnTo>
                    <a:pt x="682695" y="589689"/>
                  </a:lnTo>
                  <a:lnTo>
                    <a:pt x="705923" y="551585"/>
                  </a:lnTo>
                  <a:lnTo>
                    <a:pt x="724598" y="510696"/>
                  </a:lnTo>
                  <a:lnTo>
                    <a:pt x="738370" y="467381"/>
                  </a:lnTo>
                  <a:lnTo>
                    <a:pt x="746890" y="421998"/>
                  </a:lnTo>
                  <a:lnTo>
                    <a:pt x="749808" y="374903"/>
                  </a:lnTo>
                  <a:lnTo>
                    <a:pt x="746890" y="327835"/>
                  </a:lnTo>
                  <a:lnTo>
                    <a:pt x="738370" y="282523"/>
                  </a:lnTo>
                  <a:lnTo>
                    <a:pt x="724598" y="239317"/>
                  </a:lnTo>
                  <a:lnTo>
                    <a:pt x="705923" y="198566"/>
                  </a:lnTo>
                  <a:lnTo>
                    <a:pt x="682695" y="160621"/>
                  </a:lnTo>
                  <a:lnTo>
                    <a:pt x="655263" y="125830"/>
                  </a:lnTo>
                  <a:lnTo>
                    <a:pt x="623977" y="94544"/>
                  </a:lnTo>
                  <a:lnTo>
                    <a:pt x="589186" y="67112"/>
                  </a:lnTo>
                  <a:lnTo>
                    <a:pt x="551241" y="43884"/>
                  </a:lnTo>
                  <a:lnTo>
                    <a:pt x="510490" y="25209"/>
                  </a:lnTo>
                  <a:lnTo>
                    <a:pt x="467284" y="11437"/>
                  </a:lnTo>
                  <a:lnTo>
                    <a:pt x="421972" y="2917"/>
                  </a:lnTo>
                  <a:lnTo>
                    <a:pt x="374904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339840" y="3197346"/>
              <a:ext cx="765175" cy="763905"/>
            </a:xfrm>
            <a:custGeom>
              <a:avLst/>
              <a:gdLst/>
              <a:ahLst/>
              <a:cxnLst/>
              <a:rect l="l" t="t" r="r" b="b"/>
              <a:pathLst>
                <a:path w="765175" h="763904">
                  <a:moveTo>
                    <a:pt x="402336" y="0"/>
                  </a:moveTo>
                  <a:lnTo>
                    <a:pt x="362712" y="0"/>
                  </a:lnTo>
                  <a:lnTo>
                    <a:pt x="342900" y="1524"/>
                  </a:lnTo>
                  <a:lnTo>
                    <a:pt x="324612" y="4572"/>
                  </a:lnTo>
                  <a:lnTo>
                    <a:pt x="304800" y="7620"/>
                  </a:lnTo>
                  <a:lnTo>
                    <a:pt x="268224" y="16763"/>
                  </a:lnTo>
                  <a:lnTo>
                    <a:pt x="251460" y="22860"/>
                  </a:lnTo>
                  <a:lnTo>
                    <a:pt x="233171" y="28956"/>
                  </a:lnTo>
                  <a:lnTo>
                    <a:pt x="216408" y="38100"/>
                  </a:lnTo>
                  <a:lnTo>
                    <a:pt x="201167" y="45720"/>
                  </a:lnTo>
                  <a:lnTo>
                    <a:pt x="184404" y="54863"/>
                  </a:lnTo>
                  <a:lnTo>
                    <a:pt x="140208" y="86868"/>
                  </a:lnTo>
                  <a:lnTo>
                    <a:pt x="76200" y="152400"/>
                  </a:lnTo>
                  <a:lnTo>
                    <a:pt x="56387" y="184404"/>
                  </a:lnTo>
                  <a:lnTo>
                    <a:pt x="47244" y="199644"/>
                  </a:lnTo>
                  <a:lnTo>
                    <a:pt x="24384" y="249936"/>
                  </a:lnTo>
                  <a:lnTo>
                    <a:pt x="12192" y="286512"/>
                  </a:lnTo>
                  <a:lnTo>
                    <a:pt x="9144" y="304800"/>
                  </a:lnTo>
                  <a:lnTo>
                    <a:pt x="4572" y="323088"/>
                  </a:lnTo>
                  <a:lnTo>
                    <a:pt x="1524" y="362712"/>
                  </a:lnTo>
                  <a:lnTo>
                    <a:pt x="0" y="381000"/>
                  </a:lnTo>
                  <a:lnTo>
                    <a:pt x="4572" y="440436"/>
                  </a:lnTo>
                  <a:lnTo>
                    <a:pt x="9144" y="458724"/>
                  </a:lnTo>
                  <a:lnTo>
                    <a:pt x="12192" y="477012"/>
                  </a:lnTo>
                  <a:lnTo>
                    <a:pt x="24384" y="513588"/>
                  </a:lnTo>
                  <a:lnTo>
                    <a:pt x="30480" y="530352"/>
                  </a:lnTo>
                  <a:lnTo>
                    <a:pt x="38100" y="547116"/>
                  </a:lnTo>
                  <a:lnTo>
                    <a:pt x="47244" y="563880"/>
                  </a:lnTo>
                  <a:lnTo>
                    <a:pt x="56387" y="579120"/>
                  </a:lnTo>
                  <a:lnTo>
                    <a:pt x="65532" y="595884"/>
                  </a:lnTo>
                  <a:lnTo>
                    <a:pt x="112775" y="652272"/>
                  </a:lnTo>
                  <a:lnTo>
                    <a:pt x="153924" y="687324"/>
                  </a:lnTo>
                  <a:lnTo>
                    <a:pt x="201167" y="717804"/>
                  </a:lnTo>
                  <a:lnTo>
                    <a:pt x="251460" y="740663"/>
                  </a:lnTo>
                  <a:lnTo>
                    <a:pt x="306324" y="755904"/>
                  </a:lnTo>
                  <a:lnTo>
                    <a:pt x="344424" y="762000"/>
                  </a:lnTo>
                  <a:lnTo>
                    <a:pt x="362712" y="763524"/>
                  </a:lnTo>
                  <a:lnTo>
                    <a:pt x="402336" y="763524"/>
                  </a:lnTo>
                  <a:lnTo>
                    <a:pt x="422148" y="762000"/>
                  </a:lnTo>
                  <a:lnTo>
                    <a:pt x="440436" y="758952"/>
                  </a:lnTo>
                  <a:lnTo>
                    <a:pt x="460248" y="755904"/>
                  </a:lnTo>
                  <a:lnTo>
                    <a:pt x="478536" y="751332"/>
                  </a:lnTo>
                  <a:lnTo>
                    <a:pt x="382524" y="751332"/>
                  </a:lnTo>
                  <a:lnTo>
                    <a:pt x="326136" y="746760"/>
                  </a:lnTo>
                  <a:lnTo>
                    <a:pt x="272795" y="734568"/>
                  </a:lnTo>
                  <a:lnTo>
                    <a:pt x="222504" y="714756"/>
                  </a:lnTo>
                  <a:lnTo>
                    <a:pt x="207263" y="705612"/>
                  </a:lnTo>
                  <a:lnTo>
                    <a:pt x="190500" y="696468"/>
                  </a:lnTo>
                  <a:lnTo>
                    <a:pt x="134112" y="655320"/>
                  </a:lnTo>
                  <a:lnTo>
                    <a:pt x="97536" y="615696"/>
                  </a:lnTo>
                  <a:lnTo>
                    <a:pt x="57912" y="557784"/>
                  </a:lnTo>
                  <a:lnTo>
                    <a:pt x="50292" y="541020"/>
                  </a:lnTo>
                  <a:lnTo>
                    <a:pt x="42672" y="525780"/>
                  </a:lnTo>
                  <a:lnTo>
                    <a:pt x="35051" y="509016"/>
                  </a:lnTo>
                  <a:lnTo>
                    <a:pt x="30480" y="490728"/>
                  </a:lnTo>
                  <a:lnTo>
                    <a:pt x="24384" y="473963"/>
                  </a:lnTo>
                  <a:lnTo>
                    <a:pt x="15239" y="419100"/>
                  </a:lnTo>
                  <a:lnTo>
                    <a:pt x="13715" y="400812"/>
                  </a:lnTo>
                  <a:lnTo>
                    <a:pt x="13833" y="361188"/>
                  </a:lnTo>
                  <a:lnTo>
                    <a:pt x="15239" y="342900"/>
                  </a:lnTo>
                  <a:lnTo>
                    <a:pt x="21336" y="306324"/>
                  </a:lnTo>
                  <a:lnTo>
                    <a:pt x="24384" y="289560"/>
                  </a:lnTo>
                  <a:lnTo>
                    <a:pt x="30480" y="271272"/>
                  </a:lnTo>
                  <a:lnTo>
                    <a:pt x="35051" y="254508"/>
                  </a:lnTo>
                  <a:lnTo>
                    <a:pt x="57912" y="205740"/>
                  </a:lnTo>
                  <a:lnTo>
                    <a:pt x="86868" y="160020"/>
                  </a:lnTo>
                  <a:lnTo>
                    <a:pt x="134112" y="108204"/>
                  </a:lnTo>
                  <a:lnTo>
                    <a:pt x="176784" y="74675"/>
                  </a:lnTo>
                  <a:lnTo>
                    <a:pt x="222504" y="48768"/>
                  </a:lnTo>
                  <a:lnTo>
                    <a:pt x="272795" y="28956"/>
                  </a:lnTo>
                  <a:lnTo>
                    <a:pt x="291084" y="24384"/>
                  </a:lnTo>
                  <a:lnTo>
                    <a:pt x="307848" y="19812"/>
                  </a:lnTo>
                  <a:lnTo>
                    <a:pt x="344424" y="13716"/>
                  </a:lnTo>
                  <a:lnTo>
                    <a:pt x="364236" y="12192"/>
                  </a:lnTo>
                  <a:lnTo>
                    <a:pt x="478536" y="12192"/>
                  </a:lnTo>
                  <a:lnTo>
                    <a:pt x="458724" y="7620"/>
                  </a:lnTo>
                  <a:lnTo>
                    <a:pt x="422148" y="1524"/>
                  </a:lnTo>
                  <a:lnTo>
                    <a:pt x="402336" y="0"/>
                  </a:lnTo>
                  <a:close/>
                </a:path>
                <a:path w="765175" h="763904">
                  <a:moveTo>
                    <a:pt x="478536" y="12192"/>
                  </a:moveTo>
                  <a:lnTo>
                    <a:pt x="402336" y="12192"/>
                  </a:lnTo>
                  <a:lnTo>
                    <a:pt x="420624" y="13716"/>
                  </a:lnTo>
                  <a:lnTo>
                    <a:pt x="457200" y="19812"/>
                  </a:lnTo>
                  <a:lnTo>
                    <a:pt x="525780" y="41148"/>
                  </a:lnTo>
                  <a:lnTo>
                    <a:pt x="574548" y="65532"/>
                  </a:lnTo>
                  <a:lnTo>
                    <a:pt x="589788" y="76200"/>
                  </a:lnTo>
                  <a:lnTo>
                    <a:pt x="603504" y="85344"/>
                  </a:lnTo>
                  <a:lnTo>
                    <a:pt x="617219" y="96012"/>
                  </a:lnTo>
                  <a:lnTo>
                    <a:pt x="630936" y="108204"/>
                  </a:lnTo>
                  <a:lnTo>
                    <a:pt x="643128" y="120396"/>
                  </a:lnTo>
                  <a:lnTo>
                    <a:pt x="655319" y="134112"/>
                  </a:lnTo>
                  <a:lnTo>
                    <a:pt x="667512" y="146304"/>
                  </a:lnTo>
                  <a:lnTo>
                    <a:pt x="707136" y="205740"/>
                  </a:lnTo>
                  <a:lnTo>
                    <a:pt x="729995" y="254508"/>
                  </a:lnTo>
                  <a:lnTo>
                    <a:pt x="734567" y="271272"/>
                  </a:lnTo>
                  <a:lnTo>
                    <a:pt x="740663" y="289560"/>
                  </a:lnTo>
                  <a:lnTo>
                    <a:pt x="743712" y="307848"/>
                  </a:lnTo>
                  <a:lnTo>
                    <a:pt x="748284" y="326136"/>
                  </a:lnTo>
                  <a:lnTo>
                    <a:pt x="751205" y="361188"/>
                  </a:lnTo>
                  <a:lnTo>
                    <a:pt x="751332" y="400812"/>
                  </a:lnTo>
                  <a:lnTo>
                    <a:pt x="748284" y="437388"/>
                  </a:lnTo>
                  <a:lnTo>
                    <a:pt x="743712" y="455675"/>
                  </a:lnTo>
                  <a:lnTo>
                    <a:pt x="740663" y="473963"/>
                  </a:lnTo>
                  <a:lnTo>
                    <a:pt x="734567" y="492252"/>
                  </a:lnTo>
                  <a:lnTo>
                    <a:pt x="729995" y="509016"/>
                  </a:lnTo>
                  <a:lnTo>
                    <a:pt x="722376" y="525780"/>
                  </a:lnTo>
                  <a:lnTo>
                    <a:pt x="714756" y="541020"/>
                  </a:lnTo>
                  <a:lnTo>
                    <a:pt x="707136" y="557784"/>
                  </a:lnTo>
                  <a:lnTo>
                    <a:pt x="688848" y="588263"/>
                  </a:lnTo>
                  <a:lnTo>
                    <a:pt x="678180" y="601980"/>
                  </a:lnTo>
                  <a:lnTo>
                    <a:pt x="667512" y="617220"/>
                  </a:lnTo>
                  <a:lnTo>
                    <a:pt x="655319" y="629412"/>
                  </a:lnTo>
                  <a:lnTo>
                    <a:pt x="643128" y="643128"/>
                  </a:lnTo>
                  <a:lnTo>
                    <a:pt x="630936" y="655320"/>
                  </a:lnTo>
                  <a:lnTo>
                    <a:pt x="617219" y="665988"/>
                  </a:lnTo>
                  <a:lnTo>
                    <a:pt x="603504" y="678180"/>
                  </a:lnTo>
                  <a:lnTo>
                    <a:pt x="588263" y="687324"/>
                  </a:lnTo>
                  <a:lnTo>
                    <a:pt x="574548" y="697992"/>
                  </a:lnTo>
                  <a:lnTo>
                    <a:pt x="557784" y="705612"/>
                  </a:lnTo>
                  <a:lnTo>
                    <a:pt x="492252" y="734568"/>
                  </a:lnTo>
                  <a:lnTo>
                    <a:pt x="438912" y="746760"/>
                  </a:lnTo>
                  <a:lnTo>
                    <a:pt x="382524" y="751332"/>
                  </a:lnTo>
                  <a:lnTo>
                    <a:pt x="478536" y="751332"/>
                  </a:lnTo>
                  <a:lnTo>
                    <a:pt x="531876" y="733044"/>
                  </a:lnTo>
                  <a:lnTo>
                    <a:pt x="580643" y="708660"/>
                  </a:lnTo>
                  <a:lnTo>
                    <a:pt x="626363" y="676656"/>
                  </a:lnTo>
                  <a:lnTo>
                    <a:pt x="652271" y="650748"/>
                  </a:lnTo>
                  <a:lnTo>
                    <a:pt x="665988" y="638556"/>
                  </a:lnTo>
                  <a:lnTo>
                    <a:pt x="699515" y="594360"/>
                  </a:lnTo>
                  <a:lnTo>
                    <a:pt x="726948" y="547116"/>
                  </a:lnTo>
                  <a:lnTo>
                    <a:pt x="740663" y="512063"/>
                  </a:lnTo>
                  <a:lnTo>
                    <a:pt x="746760" y="495300"/>
                  </a:lnTo>
                  <a:lnTo>
                    <a:pt x="757428" y="458724"/>
                  </a:lnTo>
                  <a:lnTo>
                    <a:pt x="762117" y="419100"/>
                  </a:lnTo>
                  <a:lnTo>
                    <a:pt x="765048" y="381000"/>
                  </a:lnTo>
                  <a:lnTo>
                    <a:pt x="763524" y="361188"/>
                  </a:lnTo>
                  <a:lnTo>
                    <a:pt x="762000" y="342900"/>
                  </a:lnTo>
                  <a:lnTo>
                    <a:pt x="760476" y="323088"/>
                  </a:lnTo>
                  <a:lnTo>
                    <a:pt x="740663" y="249936"/>
                  </a:lnTo>
                  <a:lnTo>
                    <a:pt x="708660" y="182880"/>
                  </a:lnTo>
                  <a:lnTo>
                    <a:pt x="652271" y="111252"/>
                  </a:lnTo>
                  <a:lnTo>
                    <a:pt x="611124" y="76200"/>
                  </a:lnTo>
                  <a:lnTo>
                    <a:pt x="563880" y="45720"/>
                  </a:lnTo>
                  <a:lnTo>
                    <a:pt x="548639" y="36575"/>
                  </a:lnTo>
                  <a:lnTo>
                    <a:pt x="531876" y="28956"/>
                  </a:lnTo>
                  <a:lnTo>
                    <a:pt x="495300" y="16763"/>
                  </a:lnTo>
                  <a:lnTo>
                    <a:pt x="478536" y="12192"/>
                  </a:lnTo>
                  <a:close/>
                </a:path>
              </a:pathLst>
            </a:custGeom>
            <a:solidFill>
              <a:srgbClr val="6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657847" y="3420841"/>
            <a:ext cx="129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585971" y="3197346"/>
            <a:ext cx="765175" cy="763905"/>
            <a:chOff x="3585971" y="3197346"/>
            <a:chExt cx="765175" cy="763905"/>
          </a:xfrm>
        </p:grpSpPr>
        <p:sp>
          <p:nvSpPr>
            <p:cNvPr id="20" name="object 20"/>
            <p:cNvSpPr/>
            <p:nvPr/>
          </p:nvSpPr>
          <p:spPr>
            <a:xfrm>
              <a:off x="3592067" y="3203442"/>
              <a:ext cx="751840" cy="751840"/>
            </a:xfrm>
            <a:custGeom>
              <a:avLst/>
              <a:gdLst/>
              <a:ahLst/>
              <a:cxnLst/>
              <a:rect l="l" t="t" r="r" b="b"/>
              <a:pathLst>
                <a:path w="751839" h="751839">
                  <a:moveTo>
                    <a:pt x="376428" y="0"/>
                  </a:moveTo>
                  <a:lnTo>
                    <a:pt x="329333" y="2917"/>
                  </a:lnTo>
                  <a:lnTo>
                    <a:pt x="283950" y="11437"/>
                  </a:lnTo>
                  <a:lnTo>
                    <a:pt x="240635" y="25209"/>
                  </a:lnTo>
                  <a:lnTo>
                    <a:pt x="199746" y="43884"/>
                  </a:lnTo>
                  <a:lnTo>
                    <a:pt x="161642" y="67112"/>
                  </a:lnTo>
                  <a:lnTo>
                    <a:pt x="126680" y="94544"/>
                  </a:lnTo>
                  <a:lnTo>
                    <a:pt x="95219" y="125830"/>
                  </a:lnTo>
                  <a:lnTo>
                    <a:pt x="67615" y="160621"/>
                  </a:lnTo>
                  <a:lnTo>
                    <a:pt x="44228" y="198566"/>
                  </a:lnTo>
                  <a:lnTo>
                    <a:pt x="25415" y="239317"/>
                  </a:lnTo>
                  <a:lnTo>
                    <a:pt x="11534" y="282523"/>
                  </a:lnTo>
                  <a:lnTo>
                    <a:pt x="2943" y="327835"/>
                  </a:lnTo>
                  <a:lnTo>
                    <a:pt x="0" y="374903"/>
                  </a:lnTo>
                  <a:lnTo>
                    <a:pt x="2943" y="421998"/>
                  </a:lnTo>
                  <a:lnTo>
                    <a:pt x="11534" y="467381"/>
                  </a:lnTo>
                  <a:lnTo>
                    <a:pt x="25415" y="510696"/>
                  </a:lnTo>
                  <a:lnTo>
                    <a:pt x="44228" y="551585"/>
                  </a:lnTo>
                  <a:lnTo>
                    <a:pt x="67615" y="589689"/>
                  </a:lnTo>
                  <a:lnTo>
                    <a:pt x="95219" y="624651"/>
                  </a:lnTo>
                  <a:lnTo>
                    <a:pt x="126680" y="656112"/>
                  </a:lnTo>
                  <a:lnTo>
                    <a:pt x="161642" y="683716"/>
                  </a:lnTo>
                  <a:lnTo>
                    <a:pt x="199746" y="707103"/>
                  </a:lnTo>
                  <a:lnTo>
                    <a:pt x="240635" y="725916"/>
                  </a:lnTo>
                  <a:lnTo>
                    <a:pt x="283950" y="739797"/>
                  </a:lnTo>
                  <a:lnTo>
                    <a:pt x="329333" y="748388"/>
                  </a:lnTo>
                  <a:lnTo>
                    <a:pt x="376428" y="751332"/>
                  </a:lnTo>
                  <a:lnTo>
                    <a:pt x="423496" y="748388"/>
                  </a:lnTo>
                  <a:lnTo>
                    <a:pt x="468808" y="739797"/>
                  </a:lnTo>
                  <a:lnTo>
                    <a:pt x="512014" y="725916"/>
                  </a:lnTo>
                  <a:lnTo>
                    <a:pt x="552765" y="707103"/>
                  </a:lnTo>
                  <a:lnTo>
                    <a:pt x="590710" y="683716"/>
                  </a:lnTo>
                  <a:lnTo>
                    <a:pt x="625501" y="656112"/>
                  </a:lnTo>
                  <a:lnTo>
                    <a:pt x="656787" y="624651"/>
                  </a:lnTo>
                  <a:lnTo>
                    <a:pt x="684219" y="589689"/>
                  </a:lnTo>
                  <a:lnTo>
                    <a:pt x="707447" y="551585"/>
                  </a:lnTo>
                  <a:lnTo>
                    <a:pt x="726122" y="510696"/>
                  </a:lnTo>
                  <a:lnTo>
                    <a:pt x="739894" y="467381"/>
                  </a:lnTo>
                  <a:lnTo>
                    <a:pt x="748414" y="421998"/>
                  </a:lnTo>
                  <a:lnTo>
                    <a:pt x="751332" y="374903"/>
                  </a:lnTo>
                  <a:lnTo>
                    <a:pt x="748414" y="327835"/>
                  </a:lnTo>
                  <a:lnTo>
                    <a:pt x="739894" y="282523"/>
                  </a:lnTo>
                  <a:lnTo>
                    <a:pt x="726122" y="239317"/>
                  </a:lnTo>
                  <a:lnTo>
                    <a:pt x="707447" y="198566"/>
                  </a:lnTo>
                  <a:lnTo>
                    <a:pt x="684219" y="160621"/>
                  </a:lnTo>
                  <a:lnTo>
                    <a:pt x="656787" y="125830"/>
                  </a:lnTo>
                  <a:lnTo>
                    <a:pt x="625501" y="94544"/>
                  </a:lnTo>
                  <a:lnTo>
                    <a:pt x="590710" y="67112"/>
                  </a:lnTo>
                  <a:lnTo>
                    <a:pt x="552765" y="43884"/>
                  </a:lnTo>
                  <a:lnTo>
                    <a:pt x="512014" y="25209"/>
                  </a:lnTo>
                  <a:lnTo>
                    <a:pt x="468808" y="11437"/>
                  </a:lnTo>
                  <a:lnTo>
                    <a:pt x="423496" y="2917"/>
                  </a:lnTo>
                  <a:lnTo>
                    <a:pt x="376428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85971" y="3197346"/>
              <a:ext cx="765175" cy="763905"/>
            </a:xfrm>
            <a:custGeom>
              <a:avLst/>
              <a:gdLst/>
              <a:ahLst/>
              <a:cxnLst/>
              <a:rect l="l" t="t" r="r" b="b"/>
              <a:pathLst>
                <a:path w="765175" h="763904">
                  <a:moveTo>
                    <a:pt x="402336" y="0"/>
                  </a:moveTo>
                  <a:lnTo>
                    <a:pt x="362712" y="0"/>
                  </a:lnTo>
                  <a:lnTo>
                    <a:pt x="342900" y="1524"/>
                  </a:lnTo>
                  <a:lnTo>
                    <a:pt x="324612" y="4572"/>
                  </a:lnTo>
                  <a:lnTo>
                    <a:pt x="304800" y="7620"/>
                  </a:lnTo>
                  <a:lnTo>
                    <a:pt x="268224" y="16763"/>
                  </a:lnTo>
                  <a:lnTo>
                    <a:pt x="251460" y="22860"/>
                  </a:lnTo>
                  <a:lnTo>
                    <a:pt x="233172" y="28956"/>
                  </a:lnTo>
                  <a:lnTo>
                    <a:pt x="216407" y="38100"/>
                  </a:lnTo>
                  <a:lnTo>
                    <a:pt x="199643" y="45720"/>
                  </a:lnTo>
                  <a:lnTo>
                    <a:pt x="184403" y="54863"/>
                  </a:lnTo>
                  <a:lnTo>
                    <a:pt x="138683" y="86868"/>
                  </a:lnTo>
                  <a:lnTo>
                    <a:pt x="124967" y="99060"/>
                  </a:lnTo>
                  <a:lnTo>
                    <a:pt x="99060" y="124968"/>
                  </a:lnTo>
                  <a:lnTo>
                    <a:pt x="88391" y="138684"/>
                  </a:lnTo>
                  <a:lnTo>
                    <a:pt x="76200" y="152400"/>
                  </a:lnTo>
                  <a:lnTo>
                    <a:pt x="65531" y="167640"/>
                  </a:lnTo>
                  <a:lnTo>
                    <a:pt x="56387" y="184404"/>
                  </a:lnTo>
                  <a:lnTo>
                    <a:pt x="47243" y="199644"/>
                  </a:lnTo>
                  <a:lnTo>
                    <a:pt x="38100" y="216408"/>
                  </a:lnTo>
                  <a:lnTo>
                    <a:pt x="22860" y="249936"/>
                  </a:lnTo>
                  <a:lnTo>
                    <a:pt x="18287" y="268224"/>
                  </a:lnTo>
                  <a:lnTo>
                    <a:pt x="12191" y="286512"/>
                  </a:lnTo>
                  <a:lnTo>
                    <a:pt x="7619" y="304800"/>
                  </a:lnTo>
                  <a:lnTo>
                    <a:pt x="4572" y="323088"/>
                  </a:lnTo>
                  <a:lnTo>
                    <a:pt x="1524" y="362712"/>
                  </a:lnTo>
                  <a:lnTo>
                    <a:pt x="0" y="381000"/>
                  </a:lnTo>
                  <a:lnTo>
                    <a:pt x="4572" y="440436"/>
                  </a:lnTo>
                  <a:lnTo>
                    <a:pt x="24383" y="513588"/>
                  </a:lnTo>
                  <a:lnTo>
                    <a:pt x="47243" y="563880"/>
                  </a:lnTo>
                  <a:lnTo>
                    <a:pt x="56387" y="579120"/>
                  </a:lnTo>
                  <a:lnTo>
                    <a:pt x="65531" y="595884"/>
                  </a:lnTo>
                  <a:lnTo>
                    <a:pt x="76200" y="609600"/>
                  </a:lnTo>
                  <a:lnTo>
                    <a:pt x="88391" y="624840"/>
                  </a:lnTo>
                  <a:lnTo>
                    <a:pt x="99060" y="638556"/>
                  </a:lnTo>
                  <a:lnTo>
                    <a:pt x="140207" y="676656"/>
                  </a:lnTo>
                  <a:lnTo>
                    <a:pt x="184403" y="708660"/>
                  </a:lnTo>
                  <a:lnTo>
                    <a:pt x="233172" y="733044"/>
                  </a:lnTo>
                  <a:lnTo>
                    <a:pt x="269748" y="746760"/>
                  </a:lnTo>
                  <a:lnTo>
                    <a:pt x="342900" y="762000"/>
                  </a:lnTo>
                  <a:lnTo>
                    <a:pt x="362712" y="763524"/>
                  </a:lnTo>
                  <a:lnTo>
                    <a:pt x="402336" y="763524"/>
                  </a:lnTo>
                  <a:lnTo>
                    <a:pt x="422148" y="762000"/>
                  </a:lnTo>
                  <a:lnTo>
                    <a:pt x="440436" y="758952"/>
                  </a:lnTo>
                  <a:lnTo>
                    <a:pt x="460248" y="755904"/>
                  </a:lnTo>
                  <a:lnTo>
                    <a:pt x="478536" y="751332"/>
                  </a:lnTo>
                  <a:lnTo>
                    <a:pt x="382524" y="751332"/>
                  </a:lnTo>
                  <a:lnTo>
                    <a:pt x="326136" y="746760"/>
                  </a:lnTo>
                  <a:lnTo>
                    <a:pt x="307848" y="743712"/>
                  </a:lnTo>
                  <a:lnTo>
                    <a:pt x="289560" y="739140"/>
                  </a:lnTo>
                  <a:lnTo>
                    <a:pt x="272795" y="734568"/>
                  </a:lnTo>
                  <a:lnTo>
                    <a:pt x="256031" y="728472"/>
                  </a:lnTo>
                  <a:lnTo>
                    <a:pt x="237743" y="722376"/>
                  </a:lnTo>
                  <a:lnTo>
                    <a:pt x="175260" y="687324"/>
                  </a:lnTo>
                  <a:lnTo>
                    <a:pt x="134112" y="655320"/>
                  </a:lnTo>
                  <a:lnTo>
                    <a:pt x="76200" y="588263"/>
                  </a:lnTo>
                  <a:lnTo>
                    <a:pt x="48767" y="541020"/>
                  </a:lnTo>
                  <a:lnTo>
                    <a:pt x="42672" y="525780"/>
                  </a:lnTo>
                  <a:lnTo>
                    <a:pt x="35051" y="509016"/>
                  </a:lnTo>
                  <a:lnTo>
                    <a:pt x="28955" y="490728"/>
                  </a:lnTo>
                  <a:lnTo>
                    <a:pt x="24383" y="473963"/>
                  </a:lnTo>
                  <a:lnTo>
                    <a:pt x="21336" y="455675"/>
                  </a:lnTo>
                  <a:lnTo>
                    <a:pt x="16763" y="437388"/>
                  </a:lnTo>
                  <a:lnTo>
                    <a:pt x="13715" y="400812"/>
                  </a:lnTo>
                  <a:lnTo>
                    <a:pt x="13833" y="361188"/>
                  </a:lnTo>
                  <a:lnTo>
                    <a:pt x="15239" y="342900"/>
                  </a:lnTo>
                  <a:lnTo>
                    <a:pt x="16763" y="324612"/>
                  </a:lnTo>
                  <a:lnTo>
                    <a:pt x="21336" y="306324"/>
                  </a:lnTo>
                  <a:lnTo>
                    <a:pt x="24383" y="289560"/>
                  </a:lnTo>
                  <a:lnTo>
                    <a:pt x="30479" y="271272"/>
                  </a:lnTo>
                  <a:lnTo>
                    <a:pt x="35051" y="254508"/>
                  </a:lnTo>
                  <a:lnTo>
                    <a:pt x="50291" y="220980"/>
                  </a:lnTo>
                  <a:lnTo>
                    <a:pt x="76200" y="175260"/>
                  </a:lnTo>
                  <a:lnTo>
                    <a:pt x="109727" y="132587"/>
                  </a:lnTo>
                  <a:lnTo>
                    <a:pt x="147827" y="96012"/>
                  </a:lnTo>
                  <a:lnTo>
                    <a:pt x="190500" y="65532"/>
                  </a:lnTo>
                  <a:lnTo>
                    <a:pt x="239267" y="41148"/>
                  </a:lnTo>
                  <a:lnTo>
                    <a:pt x="289560" y="24384"/>
                  </a:lnTo>
                  <a:lnTo>
                    <a:pt x="344424" y="13716"/>
                  </a:lnTo>
                  <a:lnTo>
                    <a:pt x="364236" y="12192"/>
                  </a:lnTo>
                  <a:lnTo>
                    <a:pt x="477012" y="12192"/>
                  </a:lnTo>
                  <a:lnTo>
                    <a:pt x="458724" y="7620"/>
                  </a:lnTo>
                  <a:lnTo>
                    <a:pt x="440436" y="4572"/>
                  </a:lnTo>
                  <a:lnTo>
                    <a:pt x="420624" y="1524"/>
                  </a:lnTo>
                  <a:lnTo>
                    <a:pt x="402336" y="0"/>
                  </a:lnTo>
                  <a:close/>
                </a:path>
                <a:path w="765175" h="763904">
                  <a:moveTo>
                    <a:pt x="477012" y="12192"/>
                  </a:moveTo>
                  <a:lnTo>
                    <a:pt x="400812" y="12192"/>
                  </a:lnTo>
                  <a:lnTo>
                    <a:pt x="420624" y="13716"/>
                  </a:lnTo>
                  <a:lnTo>
                    <a:pt x="457200" y="19812"/>
                  </a:lnTo>
                  <a:lnTo>
                    <a:pt x="525779" y="41148"/>
                  </a:lnTo>
                  <a:lnTo>
                    <a:pt x="574548" y="65532"/>
                  </a:lnTo>
                  <a:lnTo>
                    <a:pt x="588263" y="76200"/>
                  </a:lnTo>
                  <a:lnTo>
                    <a:pt x="603503" y="85344"/>
                  </a:lnTo>
                  <a:lnTo>
                    <a:pt x="617219" y="96012"/>
                  </a:lnTo>
                  <a:lnTo>
                    <a:pt x="630936" y="108204"/>
                  </a:lnTo>
                  <a:lnTo>
                    <a:pt x="643127" y="120396"/>
                  </a:lnTo>
                  <a:lnTo>
                    <a:pt x="655319" y="134112"/>
                  </a:lnTo>
                  <a:lnTo>
                    <a:pt x="667512" y="146304"/>
                  </a:lnTo>
                  <a:lnTo>
                    <a:pt x="707136" y="205740"/>
                  </a:lnTo>
                  <a:lnTo>
                    <a:pt x="729995" y="254508"/>
                  </a:lnTo>
                  <a:lnTo>
                    <a:pt x="734567" y="271272"/>
                  </a:lnTo>
                  <a:lnTo>
                    <a:pt x="740663" y="289560"/>
                  </a:lnTo>
                  <a:lnTo>
                    <a:pt x="749807" y="344424"/>
                  </a:lnTo>
                  <a:lnTo>
                    <a:pt x="751204" y="361188"/>
                  </a:lnTo>
                  <a:lnTo>
                    <a:pt x="751331" y="400812"/>
                  </a:lnTo>
                  <a:lnTo>
                    <a:pt x="749807" y="419100"/>
                  </a:lnTo>
                  <a:lnTo>
                    <a:pt x="740663" y="473963"/>
                  </a:lnTo>
                  <a:lnTo>
                    <a:pt x="734567" y="492252"/>
                  </a:lnTo>
                  <a:lnTo>
                    <a:pt x="722376" y="525780"/>
                  </a:lnTo>
                  <a:lnTo>
                    <a:pt x="714755" y="541020"/>
                  </a:lnTo>
                  <a:lnTo>
                    <a:pt x="707136" y="557784"/>
                  </a:lnTo>
                  <a:lnTo>
                    <a:pt x="688848" y="588263"/>
                  </a:lnTo>
                  <a:lnTo>
                    <a:pt x="678179" y="601980"/>
                  </a:lnTo>
                  <a:lnTo>
                    <a:pt x="667512" y="617220"/>
                  </a:lnTo>
                  <a:lnTo>
                    <a:pt x="655319" y="629412"/>
                  </a:lnTo>
                  <a:lnTo>
                    <a:pt x="643127" y="643128"/>
                  </a:lnTo>
                  <a:lnTo>
                    <a:pt x="630936" y="655320"/>
                  </a:lnTo>
                  <a:lnTo>
                    <a:pt x="617219" y="665988"/>
                  </a:lnTo>
                  <a:lnTo>
                    <a:pt x="603503" y="678180"/>
                  </a:lnTo>
                  <a:lnTo>
                    <a:pt x="588263" y="687324"/>
                  </a:lnTo>
                  <a:lnTo>
                    <a:pt x="573024" y="697992"/>
                  </a:lnTo>
                  <a:lnTo>
                    <a:pt x="557783" y="705612"/>
                  </a:lnTo>
                  <a:lnTo>
                    <a:pt x="542543" y="714756"/>
                  </a:lnTo>
                  <a:lnTo>
                    <a:pt x="525779" y="722376"/>
                  </a:lnTo>
                  <a:lnTo>
                    <a:pt x="492251" y="734568"/>
                  </a:lnTo>
                  <a:lnTo>
                    <a:pt x="473963" y="739140"/>
                  </a:lnTo>
                  <a:lnTo>
                    <a:pt x="457200" y="743712"/>
                  </a:lnTo>
                  <a:lnTo>
                    <a:pt x="438912" y="746760"/>
                  </a:lnTo>
                  <a:lnTo>
                    <a:pt x="382524" y="751332"/>
                  </a:lnTo>
                  <a:lnTo>
                    <a:pt x="478536" y="751332"/>
                  </a:lnTo>
                  <a:lnTo>
                    <a:pt x="531876" y="733044"/>
                  </a:lnTo>
                  <a:lnTo>
                    <a:pt x="580643" y="708660"/>
                  </a:lnTo>
                  <a:lnTo>
                    <a:pt x="624839" y="676656"/>
                  </a:lnTo>
                  <a:lnTo>
                    <a:pt x="664463" y="638556"/>
                  </a:lnTo>
                  <a:lnTo>
                    <a:pt x="699515" y="594360"/>
                  </a:lnTo>
                  <a:lnTo>
                    <a:pt x="726948" y="547116"/>
                  </a:lnTo>
                  <a:lnTo>
                    <a:pt x="740663" y="512063"/>
                  </a:lnTo>
                  <a:lnTo>
                    <a:pt x="746760" y="495300"/>
                  </a:lnTo>
                  <a:lnTo>
                    <a:pt x="752855" y="477012"/>
                  </a:lnTo>
                  <a:lnTo>
                    <a:pt x="755903" y="458724"/>
                  </a:lnTo>
                  <a:lnTo>
                    <a:pt x="760476" y="438912"/>
                  </a:lnTo>
                  <a:lnTo>
                    <a:pt x="762117" y="419100"/>
                  </a:lnTo>
                  <a:lnTo>
                    <a:pt x="765048" y="381000"/>
                  </a:lnTo>
                  <a:lnTo>
                    <a:pt x="763524" y="361188"/>
                  </a:lnTo>
                  <a:lnTo>
                    <a:pt x="762000" y="342900"/>
                  </a:lnTo>
                  <a:lnTo>
                    <a:pt x="760476" y="323088"/>
                  </a:lnTo>
                  <a:lnTo>
                    <a:pt x="755903" y="304800"/>
                  </a:lnTo>
                  <a:lnTo>
                    <a:pt x="752855" y="286512"/>
                  </a:lnTo>
                  <a:lnTo>
                    <a:pt x="740663" y="249936"/>
                  </a:lnTo>
                  <a:lnTo>
                    <a:pt x="708660" y="182880"/>
                  </a:lnTo>
                  <a:lnTo>
                    <a:pt x="652272" y="111252"/>
                  </a:lnTo>
                  <a:lnTo>
                    <a:pt x="611124" y="76200"/>
                  </a:lnTo>
                  <a:lnTo>
                    <a:pt x="547115" y="36575"/>
                  </a:lnTo>
                  <a:lnTo>
                    <a:pt x="495300" y="16763"/>
                  </a:lnTo>
                  <a:lnTo>
                    <a:pt x="477012" y="12192"/>
                  </a:lnTo>
                  <a:close/>
                </a:path>
              </a:pathLst>
            </a:custGeom>
            <a:solidFill>
              <a:srgbClr val="6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897960" y="3420841"/>
            <a:ext cx="14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585971" y="5324850"/>
            <a:ext cx="765175" cy="763905"/>
            <a:chOff x="3585971" y="5324850"/>
            <a:chExt cx="765175" cy="763905"/>
          </a:xfrm>
        </p:grpSpPr>
        <p:sp>
          <p:nvSpPr>
            <p:cNvPr id="24" name="object 24"/>
            <p:cNvSpPr/>
            <p:nvPr/>
          </p:nvSpPr>
          <p:spPr>
            <a:xfrm>
              <a:off x="3592067" y="5330946"/>
              <a:ext cx="751840" cy="751840"/>
            </a:xfrm>
            <a:custGeom>
              <a:avLst/>
              <a:gdLst/>
              <a:ahLst/>
              <a:cxnLst/>
              <a:rect l="l" t="t" r="r" b="b"/>
              <a:pathLst>
                <a:path w="751839" h="751839">
                  <a:moveTo>
                    <a:pt x="376428" y="0"/>
                  </a:moveTo>
                  <a:lnTo>
                    <a:pt x="329333" y="2943"/>
                  </a:lnTo>
                  <a:lnTo>
                    <a:pt x="283950" y="11534"/>
                  </a:lnTo>
                  <a:lnTo>
                    <a:pt x="240635" y="25415"/>
                  </a:lnTo>
                  <a:lnTo>
                    <a:pt x="199746" y="44228"/>
                  </a:lnTo>
                  <a:lnTo>
                    <a:pt x="161642" y="67615"/>
                  </a:lnTo>
                  <a:lnTo>
                    <a:pt x="126680" y="95219"/>
                  </a:lnTo>
                  <a:lnTo>
                    <a:pt x="95219" y="126680"/>
                  </a:lnTo>
                  <a:lnTo>
                    <a:pt x="67615" y="161642"/>
                  </a:lnTo>
                  <a:lnTo>
                    <a:pt x="44228" y="199746"/>
                  </a:lnTo>
                  <a:lnTo>
                    <a:pt x="25415" y="240635"/>
                  </a:lnTo>
                  <a:lnTo>
                    <a:pt x="11534" y="283950"/>
                  </a:lnTo>
                  <a:lnTo>
                    <a:pt x="2943" y="329333"/>
                  </a:lnTo>
                  <a:lnTo>
                    <a:pt x="0" y="376427"/>
                  </a:lnTo>
                  <a:lnTo>
                    <a:pt x="2943" y="423496"/>
                  </a:lnTo>
                  <a:lnTo>
                    <a:pt x="11534" y="468808"/>
                  </a:lnTo>
                  <a:lnTo>
                    <a:pt x="25415" y="512014"/>
                  </a:lnTo>
                  <a:lnTo>
                    <a:pt x="44228" y="552765"/>
                  </a:lnTo>
                  <a:lnTo>
                    <a:pt x="67615" y="590710"/>
                  </a:lnTo>
                  <a:lnTo>
                    <a:pt x="95219" y="625501"/>
                  </a:lnTo>
                  <a:lnTo>
                    <a:pt x="126680" y="656787"/>
                  </a:lnTo>
                  <a:lnTo>
                    <a:pt x="161642" y="684219"/>
                  </a:lnTo>
                  <a:lnTo>
                    <a:pt x="199746" y="707447"/>
                  </a:lnTo>
                  <a:lnTo>
                    <a:pt x="240635" y="726122"/>
                  </a:lnTo>
                  <a:lnTo>
                    <a:pt x="283950" y="739894"/>
                  </a:lnTo>
                  <a:lnTo>
                    <a:pt x="329333" y="748414"/>
                  </a:lnTo>
                  <a:lnTo>
                    <a:pt x="376428" y="751331"/>
                  </a:lnTo>
                  <a:lnTo>
                    <a:pt x="423496" y="748414"/>
                  </a:lnTo>
                  <a:lnTo>
                    <a:pt x="468808" y="739894"/>
                  </a:lnTo>
                  <a:lnTo>
                    <a:pt x="512014" y="726122"/>
                  </a:lnTo>
                  <a:lnTo>
                    <a:pt x="552765" y="707447"/>
                  </a:lnTo>
                  <a:lnTo>
                    <a:pt x="590710" y="684219"/>
                  </a:lnTo>
                  <a:lnTo>
                    <a:pt x="625501" y="656787"/>
                  </a:lnTo>
                  <a:lnTo>
                    <a:pt x="656787" y="625501"/>
                  </a:lnTo>
                  <a:lnTo>
                    <a:pt x="684219" y="590710"/>
                  </a:lnTo>
                  <a:lnTo>
                    <a:pt x="707447" y="552765"/>
                  </a:lnTo>
                  <a:lnTo>
                    <a:pt x="726122" y="512014"/>
                  </a:lnTo>
                  <a:lnTo>
                    <a:pt x="739894" y="468808"/>
                  </a:lnTo>
                  <a:lnTo>
                    <a:pt x="748414" y="423496"/>
                  </a:lnTo>
                  <a:lnTo>
                    <a:pt x="751332" y="376427"/>
                  </a:lnTo>
                  <a:lnTo>
                    <a:pt x="748414" y="329333"/>
                  </a:lnTo>
                  <a:lnTo>
                    <a:pt x="739894" y="283950"/>
                  </a:lnTo>
                  <a:lnTo>
                    <a:pt x="726122" y="240635"/>
                  </a:lnTo>
                  <a:lnTo>
                    <a:pt x="707447" y="199746"/>
                  </a:lnTo>
                  <a:lnTo>
                    <a:pt x="684219" y="161642"/>
                  </a:lnTo>
                  <a:lnTo>
                    <a:pt x="656787" y="126680"/>
                  </a:lnTo>
                  <a:lnTo>
                    <a:pt x="625501" y="95219"/>
                  </a:lnTo>
                  <a:lnTo>
                    <a:pt x="590710" y="67615"/>
                  </a:lnTo>
                  <a:lnTo>
                    <a:pt x="552765" y="44228"/>
                  </a:lnTo>
                  <a:lnTo>
                    <a:pt x="512014" y="25415"/>
                  </a:lnTo>
                  <a:lnTo>
                    <a:pt x="468808" y="11534"/>
                  </a:lnTo>
                  <a:lnTo>
                    <a:pt x="423496" y="2943"/>
                  </a:lnTo>
                  <a:lnTo>
                    <a:pt x="376428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85971" y="5324850"/>
              <a:ext cx="765175" cy="763905"/>
            </a:xfrm>
            <a:custGeom>
              <a:avLst/>
              <a:gdLst/>
              <a:ahLst/>
              <a:cxnLst/>
              <a:rect l="l" t="t" r="r" b="b"/>
              <a:pathLst>
                <a:path w="765175" h="763904">
                  <a:moveTo>
                    <a:pt x="402336" y="0"/>
                  </a:moveTo>
                  <a:lnTo>
                    <a:pt x="362712" y="0"/>
                  </a:lnTo>
                  <a:lnTo>
                    <a:pt x="342900" y="1523"/>
                  </a:lnTo>
                  <a:lnTo>
                    <a:pt x="324612" y="4571"/>
                  </a:lnTo>
                  <a:lnTo>
                    <a:pt x="304800" y="7619"/>
                  </a:lnTo>
                  <a:lnTo>
                    <a:pt x="251460" y="22859"/>
                  </a:lnTo>
                  <a:lnTo>
                    <a:pt x="199643" y="45719"/>
                  </a:lnTo>
                  <a:lnTo>
                    <a:pt x="138683" y="86867"/>
                  </a:lnTo>
                  <a:lnTo>
                    <a:pt x="112775" y="112775"/>
                  </a:lnTo>
                  <a:lnTo>
                    <a:pt x="99060" y="124967"/>
                  </a:lnTo>
                  <a:lnTo>
                    <a:pt x="88391" y="138683"/>
                  </a:lnTo>
                  <a:lnTo>
                    <a:pt x="76200" y="153923"/>
                  </a:lnTo>
                  <a:lnTo>
                    <a:pt x="65531" y="169163"/>
                  </a:lnTo>
                  <a:lnTo>
                    <a:pt x="38100" y="216407"/>
                  </a:lnTo>
                  <a:lnTo>
                    <a:pt x="22860" y="251459"/>
                  </a:lnTo>
                  <a:lnTo>
                    <a:pt x="18287" y="268223"/>
                  </a:lnTo>
                  <a:lnTo>
                    <a:pt x="12191" y="286511"/>
                  </a:lnTo>
                  <a:lnTo>
                    <a:pt x="7619" y="304799"/>
                  </a:lnTo>
                  <a:lnTo>
                    <a:pt x="4572" y="324611"/>
                  </a:lnTo>
                  <a:lnTo>
                    <a:pt x="2930" y="344423"/>
                  </a:lnTo>
                  <a:lnTo>
                    <a:pt x="0" y="382523"/>
                  </a:lnTo>
                  <a:lnTo>
                    <a:pt x="1524" y="402335"/>
                  </a:lnTo>
                  <a:lnTo>
                    <a:pt x="3048" y="420623"/>
                  </a:lnTo>
                  <a:lnTo>
                    <a:pt x="4572" y="440435"/>
                  </a:lnTo>
                  <a:lnTo>
                    <a:pt x="7619" y="458723"/>
                  </a:lnTo>
                  <a:lnTo>
                    <a:pt x="12191" y="478535"/>
                  </a:lnTo>
                  <a:lnTo>
                    <a:pt x="18287" y="495299"/>
                  </a:lnTo>
                  <a:lnTo>
                    <a:pt x="24383" y="513587"/>
                  </a:lnTo>
                  <a:lnTo>
                    <a:pt x="30479" y="530351"/>
                  </a:lnTo>
                  <a:lnTo>
                    <a:pt x="38100" y="548639"/>
                  </a:lnTo>
                  <a:lnTo>
                    <a:pt x="47243" y="563879"/>
                  </a:lnTo>
                  <a:lnTo>
                    <a:pt x="56387" y="580643"/>
                  </a:lnTo>
                  <a:lnTo>
                    <a:pt x="65531" y="595883"/>
                  </a:lnTo>
                  <a:lnTo>
                    <a:pt x="76200" y="611123"/>
                  </a:lnTo>
                  <a:lnTo>
                    <a:pt x="88391" y="624839"/>
                  </a:lnTo>
                  <a:lnTo>
                    <a:pt x="99060" y="638555"/>
                  </a:lnTo>
                  <a:lnTo>
                    <a:pt x="124967" y="664463"/>
                  </a:lnTo>
                  <a:lnTo>
                    <a:pt x="140207" y="676655"/>
                  </a:lnTo>
                  <a:lnTo>
                    <a:pt x="153924" y="688847"/>
                  </a:lnTo>
                  <a:lnTo>
                    <a:pt x="169163" y="699515"/>
                  </a:lnTo>
                  <a:lnTo>
                    <a:pt x="184403" y="708659"/>
                  </a:lnTo>
                  <a:lnTo>
                    <a:pt x="201167" y="717803"/>
                  </a:lnTo>
                  <a:lnTo>
                    <a:pt x="216407" y="726947"/>
                  </a:lnTo>
                  <a:lnTo>
                    <a:pt x="233172" y="734567"/>
                  </a:lnTo>
                  <a:lnTo>
                    <a:pt x="269748" y="746759"/>
                  </a:lnTo>
                  <a:lnTo>
                    <a:pt x="286512" y="752855"/>
                  </a:lnTo>
                  <a:lnTo>
                    <a:pt x="306324" y="755903"/>
                  </a:lnTo>
                  <a:lnTo>
                    <a:pt x="324612" y="760475"/>
                  </a:lnTo>
                  <a:lnTo>
                    <a:pt x="362712" y="763523"/>
                  </a:lnTo>
                  <a:lnTo>
                    <a:pt x="402336" y="763523"/>
                  </a:lnTo>
                  <a:lnTo>
                    <a:pt x="422148" y="761999"/>
                  </a:lnTo>
                  <a:lnTo>
                    <a:pt x="440436" y="758951"/>
                  </a:lnTo>
                  <a:lnTo>
                    <a:pt x="460248" y="755903"/>
                  </a:lnTo>
                  <a:lnTo>
                    <a:pt x="478536" y="751331"/>
                  </a:lnTo>
                  <a:lnTo>
                    <a:pt x="362712" y="751331"/>
                  </a:lnTo>
                  <a:lnTo>
                    <a:pt x="344424" y="749807"/>
                  </a:lnTo>
                  <a:lnTo>
                    <a:pt x="307848" y="743711"/>
                  </a:lnTo>
                  <a:lnTo>
                    <a:pt x="289560" y="739139"/>
                  </a:lnTo>
                  <a:lnTo>
                    <a:pt x="272795" y="734567"/>
                  </a:lnTo>
                  <a:lnTo>
                    <a:pt x="256031" y="728471"/>
                  </a:lnTo>
                  <a:lnTo>
                    <a:pt x="237743" y="722375"/>
                  </a:lnTo>
                  <a:lnTo>
                    <a:pt x="222503" y="714755"/>
                  </a:lnTo>
                  <a:lnTo>
                    <a:pt x="205739" y="707135"/>
                  </a:lnTo>
                  <a:lnTo>
                    <a:pt x="175260" y="688847"/>
                  </a:lnTo>
                  <a:lnTo>
                    <a:pt x="147827" y="667511"/>
                  </a:lnTo>
                  <a:lnTo>
                    <a:pt x="134112" y="655319"/>
                  </a:lnTo>
                  <a:lnTo>
                    <a:pt x="121919" y="643127"/>
                  </a:lnTo>
                  <a:lnTo>
                    <a:pt x="108203" y="630935"/>
                  </a:lnTo>
                  <a:lnTo>
                    <a:pt x="86867" y="603503"/>
                  </a:lnTo>
                  <a:lnTo>
                    <a:pt x="76200" y="588263"/>
                  </a:lnTo>
                  <a:lnTo>
                    <a:pt x="48767" y="542543"/>
                  </a:lnTo>
                  <a:lnTo>
                    <a:pt x="42672" y="525779"/>
                  </a:lnTo>
                  <a:lnTo>
                    <a:pt x="35051" y="509015"/>
                  </a:lnTo>
                  <a:lnTo>
                    <a:pt x="28955" y="492251"/>
                  </a:lnTo>
                  <a:lnTo>
                    <a:pt x="24383" y="473963"/>
                  </a:lnTo>
                  <a:lnTo>
                    <a:pt x="21336" y="457199"/>
                  </a:lnTo>
                  <a:lnTo>
                    <a:pt x="16763" y="438911"/>
                  </a:lnTo>
                  <a:lnTo>
                    <a:pt x="15239" y="419099"/>
                  </a:lnTo>
                  <a:lnTo>
                    <a:pt x="13842" y="402335"/>
                  </a:lnTo>
                  <a:lnTo>
                    <a:pt x="13715" y="362711"/>
                  </a:lnTo>
                  <a:lnTo>
                    <a:pt x="16763" y="326135"/>
                  </a:lnTo>
                  <a:lnTo>
                    <a:pt x="21336" y="307847"/>
                  </a:lnTo>
                  <a:lnTo>
                    <a:pt x="24383" y="289559"/>
                  </a:lnTo>
                  <a:lnTo>
                    <a:pt x="30479" y="272795"/>
                  </a:lnTo>
                  <a:lnTo>
                    <a:pt x="35051" y="254507"/>
                  </a:lnTo>
                  <a:lnTo>
                    <a:pt x="42672" y="237743"/>
                  </a:lnTo>
                  <a:lnTo>
                    <a:pt x="50291" y="222503"/>
                  </a:lnTo>
                  <a:lnTo>
                    <a:pt x="57912" y="205739"/>
                  </a:lnTo>
                  <a:lnTo>
                    <a:pt x="76200" y="175259"/>
                  </a:lnTo>
                  <a:lnTo>
                    <a:pt x="121919" y="120395"/>
                  </a:lnTo>
                  <a:lnTo>
                    <a:pt x="161543" y="86867"/>
                  </a:lnTo>
                  <a:lnTo>
                    <a:pt x="207263" y="57911"/>
                  </a:lnTo>
                  <a:lnTo>
                    <a:pt x="222503" y="48767"/>
                  </a:lnTo>
                  <a:lnTo>
                    <a:pt x="272795" y="28955"/>
                  </a:lnTo>
                  <a:lnTo>
                    <a:pt x="326136" y="16763"/>
                  </a:lnTo>
                  <a:lnTo>
                    <a:pt x="382524" y="12191"/>
                  </a:lnTo>
                  <a:lnTo>
                    <a:pt x="477011" y="12191"/>
                  </a:lnTo>
                  <a:lnTo>
                    <a:pt x="458724" y="7619"/>
                  </a:lnTo>
                  <a:lnTo>
                    <a:pt x="440436" y="4571"/>
                  </a:lnTo>
                  <a:lnTo>
                    <a:pt x="420624" y="1523"/>
                  </a:lnTo>
                  <a:lnTo>
                    <a:pt x="402336" y="0"/>
                  </a:lnTo>
                  <a:close/>
                </a:path>
                <a:path w="765175" h="763904">
                  <a:moveTo>
                    <a:pt x="477011" y="12191"/>
                  </a:moveTo>
                  <a:lnTo>
                    <a:pt x="382524" y="12191"/>
                  </a:lnTo>
                  <a:lnTo>
                    <a:pt x="438912" y="16763"/>
                  </a:lnTo>
                  <a:lnTo>
                    <a:pt x="457200" y="19811"/>
                  </a:lnTo>
                  <a:lnTo>
                    <a:pt x="475488" y="24383"/>
                  </a:lnTo>
                  <a:lnTo>
                    <a:pt x="492251" y="28955"/>
                  </a:lnTo>
                  <a:lnTo>
                    <a:pt x="509015" y="35051"/>
                  </a:lnTo>
                  <a:lnTo>
                    <a:pt x="525779" y="42671"/>
                  </a:lnTo>
                  <a:lnTo>
                    <a:pt x="542543" y="48767"/>
                  </a:lnTo>
                  <a:lnTo>
                    <a:pt x="588263" y="76199"/>
                  </a:lnTo>
                  <a:lnTo>
                    <a:pt x="630936" y="109727"/>
                  </a:lnTo>
                  <a:lnTo>
                    <a:pt x="667512" y="147827"/>
                  </a:lnTo>
                  <a:lnTo>
                    <a:pt x="707136" y="205739"/>
                  </a:lnTo>
                  <a:lnTo>
                    <a:pt x="729995" y="256031"/>
                  </a:lnTo>
                  <a:lnTo>
                    <a:pt x="734567" y="272795"/>
                  </a:lnTo>
                  <a:lnTo>
                    <a:pt x="740663" y="289559"/>
                  </a:lnTo>
                  <a:lnTo>
                    <a:pt x="749807" y="344423"/>
                  </a:lnTo>
                  <a:lnTo>
                    <a:pt x="751331" y="362711"/>
                  </a:lnTo>
                  <a:lnTo>
                    <a:pt x="751214" y="402335"/>
                  </a:lnTo>
                  <a:lnTo>
                    <a:pt x="743712" y="457199"/>
                  </a:lnTo>
                  <a:lnTo>
                    <a:pt x="722376" y="525779"/>
                  </a:lnTo>
                  <a:lnTo>
                    <a:pt x="688848" y="588263"/>
                  </a:lnTo>
                  <a:lnTo>
                    <a:pt x="655319" y="630935"/>
                  </a:lnTo>
                  <a:lnTo>
                    <a:pt x="617219" y="667511"/>
                  </a:lnTo>
                  <a:lnTo>
                    <a:pt x="557783" y="707135"/>
                  </a:lnTo>
                  <a:lnTo>
                    <a:pt x="492251" y="734567"/>
                  </a:lnTo>
                  <a:lnTo>
                    <a:pt x="473963" y="739139"/>
                  </a:lnTo>
                  <a:lnTo>
                    <a:pt x="457200" y="743711"/>
                  </a:lnTo>
                  <a:lnTo>
                    <a:pt x="420624" y="749807"/>
                  </a:lnTo>
                  <a:lnTo>
                    <a:pt x="400812" y="751331"/>
                  </a:lnTo>
                  <a:lnTo>
                    <a:pt x="478536" y="751331"/>
                  </a:lnTo>
                  <a:lnTo>
                    <a:pt x="496824" y="746759"/>
                  </a:lnTo>
                  <a:lnTo>
                    <a:pt x="513588" y="740663"/>
                  </a:lnTo>
                  <a:lnTo>
                    <a:pt x="531876" y="734567"/>
                  </a:lnTo>
                  <a:lnTo>
                    <a:pt x="548639" y="726947"/>
                  </a:lnTo>
                  <a:lnTo>
                    <a:pt x="563879" y="717803"/>
                  </a:lnTo>
                  <a:lnTo>
                    <a:pt x="580643" y="708659"/>
                  </a:lnTo>
                  <a:lnTo>
                    <a:pt x="652272" y="652271"/>
                  </a:lnTo>
                  <a:lnTo>
                    <a:pt x="688848" y="611123"/>
                  </a:lnTo>
                  <a:lnTo>
                    <a:pt x="726948" y="547115"/>
                  </a:lnTo>
                  <a:lnTo>
                    <a:pt x="752855" y="477011"/>
                  </a:lnTo>
                  <a:lnTo>
                    <a:pt x="755903" y="458723"/>
                  </a:lnTo>
                  <a:lnTo>
                    <a:pt x="760476" y="440435"/>
                  </a:lnTo>
                  <a:lnTo>
                    <a:pt x="762126" y="419099"/>
                  </a:lnTo>
                  <a:lnTo>
                    <a:pt x="763641" y="400811"/>
                  </a:lnTo>
                  <a:lnTo>
                    <a:pt x="765048" y="382523"/>
                  </a:lnTo>
                  <a:lnTo>
                    <a:pt x="760476" y="323087"/>
                  </a:lnTo>
                  <a:lnTo>
                    <a:pt x="755903" y="304799"/>
                  </a:lnTo>
                  <a:lnTo>
                    <a:pt x="752855" y="286511"/>
                  </a:lnTo>
                  <a:lnTo>
                    <a:pt x="740663" y="249935"/>
                  </a:lnTo>
                  <a:lnTo>
                    <a:pt x="717803" y="199643"/>
                  </a:lnTo>
                  <a:lnTo>
                    <a:pt x="688848" y="153923"/>
                  </a:lnTo>
                  <a:lnTo>
                    <a:pt x="652272" y="111251"/>
                  </a:lnTo>
                  <a:lnTo>
                    <a:pt x="611124" y="76199"/>
                  </a:lnTo>
                  <a:lnTo>
                    <a:pt x="563879" y="45719"/>
                  </a:lnTo>
                  <a:lnTo>
                    <a:pt x="513588" y="22859"/>
                  </a:lnTo>
                  <a:lnTo>
                    <a:pt x="495300" y="16763"/>
                  </a:lnTo>
                  <a:lnTo>
                    <a:pt x="477011" y="12191"/>
                  </a:lnTo>
                  <a:close/>
                </a:path>
              </a:pathLst>
            </a:custGeom>
            <a:solidFill>
              <a:srgbClr val="6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899331" y="5548421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339840" y="5324850"/>
            <a:ext cx="765175" cy="763905"/>
            <a:chOff x="6339840" y="5324850"/>
            <a:chExt cx="765175" cy="763905"/>
          </a:xfrm>
        </p:grpSpPr>
        <p:sp>
          <p:nvSpPr>
            <p:cNvPr id="28" name="object 28"/>
            <p:cNvSpPr/>
            <p:nvPr/>
          </p:nvSpPr>
          <p:spPr>
            <a:xfrm>
              <a:off x="6347460" y="5330946"/>
              <a:ext cx="749935" cy="751840"/>
            </a:xfrm>
            <a:custGeom>
              <a:avLst/>
              <a:gdLst/>
              <a:ahLst/>
              <a:cxnLst/>
              <a:rect l="l" t="t" r="r" b="b"/>
              <a:pathLst>
                <a:path w="749934" h="751839">
                  <a:moveTo>
                    <a:pt x="374904" y="0"/>
                  </a:moveTo>
                  <a:lnTo>
                    <a:pt x="327835" y="2943"/>
                  </a:lnTo>
                  <a:lnTo>
                    <a:pt x="282523" y="11534"/>
                  </a:lnTo>
                  <a:lnTo>
                    <a:pt x="239317" y="25415"/>
                  </a:lnTo>
                  <a:lnTo>
                    <a:pt x="198566" y="44228"/>
                  </a:lnTo>
                  <a:lnTo>
                    <a:pt x="160621" y="67615"/>
                  </a:lnTo>
                  <a:lnTo>
                    <a:pt x="125830" y="95219"/>
                  </a:lnTo>
                  <a:lnTo>
                    <a:pt x="94544" y="126680"/>
                  </a:lnTo>
                  <a:lnTo>
                    <a:pt x="67112" y="161642"/>
                  </a:lnTo>
                  <a:lnTo>
                    <a:pt x="43884" y="199746"/>
                  </a:lnTo>
                  <a:lnTo>
                    <a:pt x="25209" y="240635"/>
                  </a:lnTo>
                  <a:lnTo>
                    <a:pt x="11437" y="283950"/>
                  </a:lnTo>
                  <a:lnTo>
                    <a:pt x="2917" y="329333"/>
                  </a:lnTo>
                  <a:lnTo>
                    <a:pt x="0" y="376427"/>
                  </a:lnTo>
                  <a:lnTo>
                    <a:pt x="2917" y="423496"/>
                  </a:lnTo>
                  <a:lnTo>
                    <a:pt x="11437" y="468808"/>
                  </a:lnTo>
                  <a:lnTo>
                    <a:pt x="25209" y="512014"/>
                  </a:lnTo>
                  <a:lnTo>
                    <a:pt x="43884" y="552765"/>
                  </a:lnTo>
                  <a:lnTo>
                    <a:pt x="67112" y="590710"/>
                  </a:lnTo>
                  <a:lnTo>
                    <a:pt x="94544" y="625501"/>
                  </a:lnTo>
                  <a:lnTo>
                    <a:pt x="125830" y="656787"/>
                  </a:lnTo>
                  <a:lnTo>
                    <a:pt x="160621" y="684219"/>
                  </a:lnTo>
                  <a:lnTo>
                    <a:pt x="198566" y="707447"/>
                  </a:lnTo>
                  <a:lnTo>
                    <a:pt x="239317" y="726122"/>
                  </a:lnTo>
                  <a:lnTo>
                    <a:pt x="282523" y="739894"/>
                  </a:lnTo>
                  <a:lnTo>
                    <a:pt x="327835" y="748414"/>
                  </a:lnTo>
                  <a:lnTo>
                    <a:pt x="374904" y="751331"/>
                  </a:lnTo>
                  <a:lnTo>
                    <a:pt x="421972" y="748414"/>
                  </a:lnTo>
                  <a:lnTo>
                    <a:pt x="467284" y="739894"/>
                  </a:lnTo>
                  <a:lnTo>
                    <a:pt x="510490" y="726122"/>
                  </a:lnTo>
                  <a:lnTo>
                    <a:pt x="551241" y="707447"/>
                  </a:lnTo>
                  <a:lnTo>
                    <a:pt x="589186" y="684219"/>
                  </a:lnTo>
                  <a:lnTo>
                    <a:pt x="623977" y="656787"/>
                  </a:lnTo>
                  <a:lnTo>
                    <a:pt x="655263" y="625501"/>
                  </a:lnTo>
                  <a:lnTo>
                    <a:pt x="682695" y="590710"/>
                  </a:lnTo>
                  <a:lnTo>
                    <a:pt x="705923" y="552765"/>
                  </a:lnTo>
                  <a:lnTo>
                    <a:pt x="724598" y="512014"/>
                  </a:lnTo>
                  <a:lnTo>
                    <a:pt x="738370" y="468808"/>
                  </a:lnTo>
                  <a:lnTo>
                    <a:pt x="746890" y="423496"/>
                  </a:lnTo>
                  <a:lnTo>
                    <a:pt x="749808" y="376427"/>
                  </a:lnTo>
                  <a:lnTo>
                    <a:pt x="746890" y="329333"/>
                  </a:lnTo>
                  <a:lnTo>
                    <a:pt x="738370" y="283950"/>
                  </a:lnTo>
                  <a:lnTo>
                    <a:pt x="724598" y="240635"/>
                  </a:lnTo>
                  <a:lnTo>
                    <a:pt x="705923" y="199746"/>
                  </a:lnTo>
                  <a:lnTo>
                    <a:pt x="682695" y="161642"/>
                  </a:lnTo>
                  <a:lnTo>
                    <a:pt x="655263" y="126680"/>
                  </a:lnTo>
                  <a:lnTo>
                    <a:pt x="623977" y="95219"/>
                  </a:lnTo>
                  <a:lnTo>
                    <a:pt x="589186" y="67615"/>
                  </a:lnTo>
                  <a:lnTo>
                    <a:pt x="551241" y="44228"/>
                  </a:lnTo>
                  <a:lnTo>
                    <a:pt x="510490" y="25415"/>
                  </a:lnTo>
                  <a:lnTo>
                    <a:pt x="467284" y="11534"/>
                  </a:lnTo>
                  <a:lnTo>
                    <a:pt x="421972" y="2943"/>
                  </a:lnTo>
                  <a:lnTo>
                    <a:pt x="374904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339840" y="5324850"/>
              <a:ext cx="765175" cy="763905"/>
            </a:xfrm>
            <a:custGeom>
              <a:avLst/>
              <a:gdLst/>
              <a:ahLst/>
              <a:cxnLst/>
              <a:rect l="l" t="t" r="r" b="b"/>
              <a:pathLst>
                <a:path w="765175" h="763904">
                  <a:moveTo>
                    <a:pt x="402336" y="0"/>
                  </a:moveTo>
                  <a:lnTo>
                    <a:pt x="362712" y="0"/>
                  </a:lnTo>
                  <a:lnTo>
                    <a:pt x="342900" y="1523"/>
                  </a:lnTo>
                  <a:lnTo>
                    <a:pt x="324612" y="4571"/>
                  </a:lnTo>
                  <a:lnTo>
                    <a:pt x="304800" y="7619"/>
                  </a:lnTo>
                  <a:lnTo>
                    <a:pt x="251460" y="22859"/>
                  </a:lnTo>
                  <a:lnTo>
                    <a:pt x="216408" y="38099"/>
                  </a:lnTo>
                  <a:lnTo>
                    <a:pt x="153924" y="76199"/>
                  </a:lnTo>
                  <a:lnTo>
                    <a:pt x="112775" y="112775"/>
                  </a:lnTo>
                  <a:lnTo>
                    <a:pt x="100584" y="124967"/>
                  </a:lnTo>
                  <a:lnTo>
                    <a:pt x="65532" y="169163"/>
                  </a:lnTo>
                  <a:lnTo>
                    <a:pt x="38100" y="216407"/>
                  </a:lnTo>
                  <a:lnTo>
                    <a:pt x="24384" y="251459"/>
                  </a:lnTo>
                  <a:lnTo>
                    <a:pt x="18287" y="268223"/>
                  </a:lnTo>
                  <a:lnTo>
                    <a:pt x="12192" y="286511"/>
                  </a:lnTo>
                  <a:lnTo>
                    <a:pt x="9144" y="304799"/>
                  </a:lnTo>
                  <a:lnTo>
                    <a:pt x="4572" y="324611"/>
                  </a:lnTo>
                  <a:lnTo>
                    <a:pt x="2930" y="344423"/>
                  </a:lnTo>
                  <a:lnTo>
                    <a:pt x="0" y="382523"/>
                  </a:lnTo>
                  <a:lnTo>
                    <a:pt x="1524" y="402335"/>
                  </a:lnTo>
                  <a:lnTo>
                    <a:pt x="3048" y="420623"/>
                  </a:lnTo>
                  <a:lnTo>
                    <a:pt x="4572" y="440435"/>
                  </a:lnTo>
                  <a:lnTo>
                    <a:pt x="9144" y="458723"/>
                  </a:lnTo>
                  <a:lnTo>
                    <a:pt x="12192" y="478535"/>
                  </a:lnTo>
                  <a:lnTo>
                    <a:pt x="18287" y="495299"/>
                  </a:lnTo>
                  <a:lnTo>
                    <a:pt x="24384" y="513587"/>
                  </a:lnTo>
                  <a:lnTo>
                    <a:pt x="30480" y="530351"/>
                  </a:lnTo>
                  <a:lnTo>
                    <a:pt x="38100" y="548639"/>
                  </a:lnTo>
                  <a:lnTo>
                    <a:pt x="47244" y="563879"/>
                  </a:lnTo>
                  <a:lnTo>
                    <a:pt x="56387" y="580643"/>
                  </a:lnTo>
                  <a:lnTo>
                    <a:pt x="112775" y="652271"/>
                  </a:lnTo>
                  <a:lnTo>
                    <a:pt x="153924" y="688847"/>
                  </a:lnTo>
                  <a:lnTo>
                    <a:pt x="217932" y="726947"/>
                  </a:lnTo>
                  <a:lnTo>
                    <a:pt x="288036" y="752855"/>
                  </a:lnTo>
                  <a:lnTo>
                    <a:pt x="306324" y="755903"/>
                  </a:lnTo>
                  <a:lnTo>
                    <a:pt x="324612" y="760475"/>
                  </a:lnTo>
                  <a:lnTo>
                    <a:pt x="362712" y="763523"/>
                  </a:lnTo>
                  <a:lnTo>
                    <a:pt x="402336" y="763523"/>
                  </a:lnTo>
                  <a:lnTo>
                    <a:pt x="422148" y="761999"/>
                  </a:lnTo>
                  <a:lnTo>
                    <a:pt x="440436" y="758951"/>
                  </a:lnTo>
                  <a:lnTo>
                    <a:pt x="460248" y="755903"/>
                  </a:lnTo>
                  <a:lnTo>
                    <a:pt x="478536" y="751331"/>
                  </a:lnTo>
                  <a:lnTo>
                    <a:pt x="362712" y="751331"/>
                  </a:lnTo>
                  <a:lnTo>
                    <a:pt x="344424" y="749807"/>
                  </a:lnTo>
                  <a:lnTo>
                    <a:pt x="289560" y="739139"/>
                  </a:lnTo>
                  <a:lnTo>
                    <a:pt x="239267" y="722375"/>
                  </a:lnTo>
                  <a:lnTo>
                    <a:pt x="190500" y="697991"/>
                  </a:lnTo>
                  <a:lnTo>
                    <a:pt x="147827" y="667511"/>
                  </a:lnTo>
                  <a:lnTo>
                    <a:pt x="109727" y="630935"/>
                  </a:lnTo>
                  <a:lnTo>
                    <a:pt x="76200" y="588263"/>
                  </a:lnTo>
                  <a:lnTo>
                    <a:pt x="50292" y="542543"/>
                  </a:lnTo>
                  <a:lnTo>
                    <a:pt x="30480" y="492251"/>
                  </a:lnTo>
                  <a:lnTo>
                    <a:pt x="24384" y="473963"/>
                  </a:lnTo>
                  <a:lnTo>
                    <a:pt x="15239" y="419099"/>
                  </a:lnTo>
                  <a:lnTo>
                    <a:pt x="13715" y="362711"/>
                  </a:lnTo>
                  <a:lnTo>
                    <a:pt x="15239" y="344423"/>
                  </a:lnTo>
                  <a:lnTo>
                    <a:pt x="24384" y="289559"/>
                  </a:lnTo>
                  <a:lnTo>
                    <a:pt x="30480" y="272795"/>
                  </a:lnTo>
                  <a:lnTo>
                    <a:pt x="35051" y="254507"/>
                  </a:lnTo>
                  <a:lnTo>
                    <a:pt x="42672" y="237743"/>
                  </a:lnTo>
                  <a:lnTo>
                    <a:pt x="50292" y="222503"/>
                  </a:lnTo>
                  <a:lnTo>
                    <a:pt x="57912" y="205739"/>
                  </a:lnTo>
                  <a:lnTo>
                    <a:pt x="97536" y="147827"/>
                  </a:lnTo>
                  <a:lnTo>
                    <a:pt x="134112" y="108203"/>
                  </a:lnTo>
                  <a:lnTo>
                    <a:pt x="176784" y="76199"/>
                  </a:lnTo>
                  <a:lnTo>
                    <a:pt x="222504" y="48767"/>
                  </a:lnTo>
                  <a:lnTo>
                    <a:pt x="272795" y="28955"/>
                  </a:lnTo>
                  <a:lnTo>
                    <a:pt x="291084" y="24383"/>
                  </a:lnTo>
                  <a:lnTo>
                    <a:pt x="307848" y="19811"/>
                  </a:lnTo>
                  <a:lnTo>
                    <a:pt x="326136" y="16763"/>
                  </a:lnTo>
                  <a:lnTo>
                    <a:pt x="382524" y="12191"/>
                  </a:lnTo>
                  <a:lnTo>
                    <a:pt x="478536" y="12191"/>
                  </a:lnTo>
                  <a:lnTo>
                    <a:pt x="458724" y="7619"/>
                  </a:lnTo>
                  <a:lnTo>
                    <a:pt x="422148" y="1523"/>
                  </a:lnTo>
                  <a:lnTo>
                    <a:pt x="402336" y="0"/>
                  </a:lnTo>
                  <a:close/>
                </a:path>
                <a:path w="765175" h="763904">
                  <a:moveTo>
                    <a:pt x="478536" y="12191"/>
                  </a:moveTo>
                  <a:lnTo>
                    <a:pt x="382524" y="12191"/>
                  </a:lnTo>
                  <a:lnTo>
                    <a:pt x="438912" y="16763"/>
                  </a:lnTo>
                  <a:lnTo>
                    <a:pt x="457200" y="19811"/>
                  </a:lnTo>
                  <a:lnTo>
                    <a:pt x="475488" y="24383"/>
                  </a:lnTo>
                  <a:lnTo>
                    <a:pt x="492252" y="28955"/>
                  </a:lnTo>
                  <a:lnTo>
                    <a:pt x="509015" y="35051"/>
                  </a:lnTo>
                  <a:lnTo>
                    <a:pt x="525780" y="42671"/>
                  </a:lnTo>
                  <a:lnTo>
                    <a:pt x="542543" y="48767"/>
                  </a:lnTo>
                  <a:lnTo>
                    <a:pt x="589788" y="76199"/>
                  </a:lnTo>
                  <a:lnTo>
                    <a:pt x="630936" y="109727"/>
                  </a:lnTo>
                  <a:lnTo>
                    <a:pt x="667512" y="147827"/>
                  </a:lnTo>
                  <a:lnTo>
                    <a:pt x="707136" y="205739"/>
                  </a:lnTo>
                  <a:lnTo>
                    <a:pt x="729995" y="256031"/>
                  </a:lnTo>
                  <a:lnTo>
                    <a:pt x="734567" y="272795"/>
                  </a:lnTo>
                  <a:lnTo>
                    <a:pt x="740663" y="289559"/>
                  </a:lnTo>
                  <a:lnTo>
                    <a:pt x="743712" y="307847"/>
                  </a:lnTo>
                  <a:lnTo>
                    <a:pt x="748284" y="326135"/>
                  </a:lnTo>
                  <a:lnTo>
                    <a:pt x="751332" y="362711"/>
                  </a:lnTo>
                  <a:lnTo>
                    <a:pt x="751214" y="402335"/>
                  </a:lnTo>
                  <a:lnTo>
                    <a:pt x="749808" y="420623"/>
                  </a:lnTo>
                  <a:lnTo>
                    <a:pt x="748284" y="438911"/>
                  </a:lnTo>
                  <a:lnTo>
                    <a:pt x="743712" y="457199"/>
                  </a:lnTo>
                  <a:lnTo>
                    <a:pt x="740663" y="473963"/>
                  </a:lnTo>
                  <a:lnTo>
                    <a:pt x="734567" y="492251"/>
                  </a:lnTo>
                  <a:lnTo>
                    <a:pt x="729995" y="509015"/>
                  </a:lnTo>
                  <a:lnTo>
                    <a:pt x="714756" y="542543"/>
                  </a:lnTo>
                  <a:lnTo>
                    <a:pt x="688848" y="588263"/>
                  </a:lnTo>
                  <a:lnTo>
                    <a:pt x="655319" y="630935"/>
                  </a:lnTo>
                  <a:lnTo>
                    <a:pt x="617219" y="667511"/>
                  </a:lnTo>
                  <a:lnTo>
                    <a:pt x="574548" y="697991"/>
                  </a:lnTo>
                  <a:lnTo>
                    <a:pt x="525780" y="722375"/>
                  </a:lnTo>
                  <a:lnTo>
                    <a:pt x="475488" y="739139"/>
                  </a:lnTo>
                  <a:lnTo>
                    <a:pt x="420624" y="749807"/>
                  </a:lnTo>
                  <a:lnTo>
                    <a:pt x="400812" y="751331"/>
                  </a:lnTo>
                  <a:lnTo>
                    <a:pt x="478536" y="751331"/>
                  </a:lnTo>
                  <a:lnTo>
                    <a:pt x="496824" y="746759"/>
                  </a:lnTo>
                  <a:lnTo>
                    <a:pt x="513588" y="740663"/>
                  </a:lnTo>
                  <a:lnTo>
                    <a:pt x="531876" y="734567"/>
                  </a:lnTo>
                  <a:lnTo>
                    <a:pt x="595884" y="699515"/>
                  </a:lnTo>
                  <a:lnTo>
                    <a:pt x="640080" y="664463"/>
                  </a:lnTo>
                  <a:lnTo>
                    <a:pt x="678180" y="624839"/>
                  </a:lnTo>
                  <a:lnTo>
                    <a:pt x="708660" y="580643"/>
                  </a:lnTo>
                  <a:lnTo>
                    <a:pt x="726948" y="547115"/>
                  </a:lnTo>
                  <a:lnTo>
                    <a:pt x="752856" y="477011"/>
                  </a:lnTo>
                  <a:lnTo>
                    <a:pt x="762127" y="419099"/>
                  </a:lnTo>
                  <a:lnTo>
                    <a:pt x="763641" y="400811"/>
                  </a:lnTo>
                  <a:lnTo>
                    <a:pt x="760476" y="323087"/>
                  </a:lnTo>
                  <a:lnTo>
                    <a:pt x="740663" y="249935"/>
                  </a:lnTo>
                  <a:lnTo>
                    <a:pt x="717804" y="199643"/>
                  </a:lnTo>
                  <a:lnTo>
                    <a:pt x="688848" y="153923"/>
                  </a:lnTo>
                  <a:lnTo>
                    <a:pt x="652271" y="111251"/>
                  </a:lnTo>
                  <a:lnTo>
                    <a:pt x="611124" y="76199"/>
                  </a:lnTo>
                  <a:lnTo>
                    <a:pt x="563880" y="45719"/>
                  </a:lnTo>
                  <a:lnTo>
                    <a:pt x="513588" y="22859"/>
                  </a:lnTo>
                  <a:lnTo>
                    <a:pt x="495300" y="16763"/>
                  </a:lnTo>
                  <a:lnTo>
                    <a:pt x="478536" y="12191"/>
                  </a:lnTo>
                  <a:close/>
                </a:path>
              </a:pathLst>
            </a:custGeom>
            <a:solidFill>
              <a:srgbClr val="6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644131" y="5548421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963667" y="1944618"/>
            <a:ext cx="763905" cy="765175"/>
            <a:chOff x="4963667" y="1944618"/>
            <a:chExt cx="763905" cy="765175"/>
          </a:xfrm>
        </p:grpSpPr>
        <p:sp>
          <p:nvSpPr>
            <p:cNvPr id="32" name="object 32"/>
            <p:cNvSpPr/>
            <p:nvPr/>
          </p:nvSpPr>
          <p:spPr>
            <a:xfrm>
              <a:off x="4969763" y="1950714"/>
              <a:ext cx="751840" cy="751840"/>
            </a:xfrm>
            <a:custGeom>
              <a:avLst/>
              <a:gdLst/>
              <a:ahLst/>
              <a:cxnLst/>
              <a:rect l="l" t="t" r="r" b="b"/>
              <a:pathLst>
                <a:path w="751839" h="751839">
                  <a:moveTo>
                    <a:pt x="374903" y="0"/>
                  </a:moveTo>
                  <a:lnTo>
                    <a:pt x="327835" y="2943"/>
                  </a:lnTo>
                  <a:lnTo>
                    <a:pt x="282523" y="11534"/>
                  </a:lnTo>
                  <a:lnTo>
                    <a:pt x="239317" y="25415"/>
                  </a:lnTo>
                  <a:lnTo>
                    <a:pt x="198566" y="44228"/>
                  </a:lnTo>
                  <a:lnTo>
                    <a:pt x="160621" y="67615"/>
                  </a:lnTo>
                  <a:lnTo>
                    <a:pt x="125830" y="95219"/>
                  </a:lnTo>
                  <a:lnTo>
                    <a:pt x="94544" y="126680"/>
                  </a:lnTo>
                  <a:lnTo>
                    <a:pt x="67112" y="161642"/>
                  </a:lnTo>
                  <a:lnTo>
                    <a:pt x="43884" y="199746"/>
                  </a:lnTo>
                  <a:lnTo>
                    <a:pt x="25209" y="240635"/>
                  </a:lnTo>
                  <a:lnTo>
                    <a:pt x="11437" y="283950"/>
                  </a:lnTo>
                  <a:lnTo>
                    <a:pt x="2917" y="329333"/>
                  </a:lnTo>
                  <a:lnTo>
                    <a:pt x="0" y="376427"/>
                  </a:lnTo>
                  <a:lnTo>
                    <a:pt x="2917" y="423496"/>
                  </a:lnTo>
                  <a:lnTo>
                    <a:pt x="11437" y="468808"/>
                  </a:lnTo>
                  <a:lnTo>
                    <a:pt x="25209" y="512014"/>
                  </a:lnTo>
                  <a:lnTo>
                    <a:pt x="43884" y="552765"/>
                  </a:lnTo>
                  <a:lnTo>
                    <a:pt x="67112" y="590710"/>
                  </a:lnTo>
                  <a:lnTo>
                    <a:pt x="94544" y="625501"/>
                  </a:lnTo>
                  <a:lnTo>
                    <a:pt x="125830" y="656787"/>
                  </a:lnTo>
                  <a:lnTo>
                    <a:pt x="160621" y="684219"/>
                  </a:lnTo>
                  <a:lnTo>
                    <a:pt x="198566" y="707447"/>
                  </a:lnTo>
                  <a:lnTo>
                    <a:pt x="239317" y="726122"/>
                  </a:lnTo>
                  <a:lnTo>
                    <a:pt x="282523" y="739894"/>
                  </a:lnTo>
                  <a:lnTo>
                    <a:pt x="327835" y="748414"/>
                  </a:lnTo>
                  <a:lnTo>
                    <a:pt x="374903" y="751331"/>
                  </a:lnTo>
                  <a:lnTo>
                    <a:pt x="422297" y="748414"/>
                  </a:lnTo>
                  <a:lnTo>
                    <a:pt x="467885" y="739894"/>
                  </a:lnTo>
                  <a:lnTo>
                    <a:pt x="511321" y="726122"/>
                  </a:lnTo>
                  <a:lnTo>
                    <a:pt x="552259" y="707447"/>
                  </a:lnTo>
                  <a:lnTo>
                    <a:pt x="590355" y="684219"/>
                  </a:lnTo>
                  <a:lnTo>
                    <a:pt x="625263" y="656787"/>
                  </a:lnTo>
                  <a:lnTo>
                    <a:pt x="656637" y="625501"/>
                  </a:lnTo>
                  <a:lnTo>
                    <a:pt x="684132" y="590710"/>
                  </a:lnTo>
                  <a:lnTo>
                    <a:pt x="707403" y="552765"/>
                  </a:lnTo>
                  <a:lnTo>
                    <a:pt x="726103" y="512014"/>
                  </a:lnTo>
                  <a:lnTo>
                    <a:pt x="739889" y="468808"/>
                  </a:lnTo>
                  <a:lnTo>
                    <a:pt x="748413" y="423496"/>
                  </a:lnTo>
                  <a:lnTo>
                    <a:pt x="751332" y="376427"/>
                  </a:lnTo>
                  <a:lnTo>
                    <a:pt x="748413" y="329333"/>
                  </a:lnTo>
                  <a:lnTo>
                    <a:pt x="739889" y="283950"/>
                  </a:lnTo>
                  <a:lnTo>
                    <a:pt x="726103" y="240635"/>
                  </a:lnTo>
                  <a:lnTo>
                    <a:pt x="707403" y="199746"/>
                  </a:lnTo>
                  <a:lnTo>
                    <a:pt x="684132" y="161642"/>
                  </a:lnTo>
                  <a:lnTo>
                    <a:pt x="656637" y="126680"/>
                  </a:lnTo>
                  <a:lnTo>
                    <a:pt x="625263" y="95219"/>
                  </a:lnTo>
                  <a:lnTo>
                    <a:pt x="590355" y="67615"/>
                  </a:lnTo>
                  <a:lnTo>
                    <a:pt x="552259" y="44228"/>
                  </a:lnTo>
                  <a:lnTo>
                    <a:pt x="511321" y="25415"/>
                  </a:lnTo>
                  <a:lnTo>
                    <a:pt x="467885" y="11534"/>
                  </a:lnTo>
                  <a:lnTo>
                    <a:pt x="422297" y="2943"/>
                  </a:lnTo>
                  <a:lnTo>
                    <a:pt x="374903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963667" y="1944618"/>
              <a:ext cx="763905" cy="765175"/>
            </a:xfrm>
            <a:custGeom>
              <a:avLst/>
              <a:gdLst/>
              <a:ahLst/>
              <a:cxnLst/>
              <a:rect l="l" t="t" r="r" b="b"/>
              <a:pathLst>
                <a:path w="763904" h="765175">
                  <a:moveTo>
                    <a:pt x="381000" y="0"/>
                  </a:moveTo>
                  <a:lnTo>
                    <a:pt x="323088" y="4572"/>
                  </a:lnTo>
                  <a:lnTo>
                    <a:pt x="249936" y="24384"/>
                  </a:lnTo>
                  <a:lnTo>
                    <a:pt x="182880" y="56387"/>
                  </a:lnTo>
                  <a:lnTo>
                    <a:pt x="138684" y="88391"/>
                  </a:lnTo>
                  <a:lnTo>
                    <a:pt x="124968" y="99060"/>
                  </a:lnTo>
                  <a:lnTo>
                    <a:pt x="86868" y="140208"/>
                  </a:lnTo>
                  <a:lnTo>
                    <a:pt x="54864" y="184403"/>
                  </a:lnTo>
                  <a:lnTo>
                    <a:pt x="30480" y="233172"/>
                  </a:lnTo>
                  <a:lnTo>
                    <a:pt x="16764" y="269748"/>
                  </a:lnTo>
                  <a:lnTo>
                    <a:pt x="1524" y="342900"/>
                  </a:lnTo>
                  <a:lnTo>
                    <a:pt x="0" y="362712"/>
                  </a:lnTo>
                  <a:lnTo>
                    <a:pt x="0" y="402336"/>
                  </a:lnTo>
                  <a:lnTo>
                    <a:pt x="1524" y="422148"/>
                  </a:lnTo>
                  <a:lnTo>
                    <a:pt x="4572" y="440436"/>
                  </a:lnTo>
                  <a:lnTo>
                    <a:pt x="7620" y="460248"/>
                  </a:lnTo>
                  <a:lnTo>
                    <a:pt x="22860" y="513588"/>
                  </a:lnTo>
                  <a:lnTo>
                    <a:pt x="38100" y="548639"/>
                  </a:lnTo>
                  <a:lnTo>
                    <a:pt x="76200" y="611124"/>
                  </a:lnTo>
                  <a:lnTo>
                    <a:pt x="111252" y="652272"/>
                  </a:lnTo>
                  <a:lnTo>
                    <a:pt x="153924" y="688848"/>
                  </a:lnTo>
                  <a:lnTo>
                    <a:pt x="184404" y="708660"/>
                  </a:lnTo>
                  <a:lnTo>
                    <a:pt x="199644" y="717803"/>
                  </a:lnTo>
                  <a:lnTo>
                    <a:pt x="249936" y="740663"/>
                  </a:lnTo>
                  <a:lnTo>
                    <a:pt x="286512" y="752856"/>
                  </a:lnTo>
                  <a:lnTo>
                    <a:pt x="304800" y="755903"/>
                  </a:lnTo>
                  <a:lnTo>
                    <a:pt x="323088" y="760476"/>
                  </a:lnTo>
                  <a:lnTo>
                    <a:pt x="382524" y="765048"/>
                  </a:lnTo>
                  <a:lnTo>
                    <a:pt x="440436" y="760476"/>
                  </a:lnTo>
                  <a:lnTo>
                    <a:pt x="458724" y="755903"/>
                  </a:lnTo>
                  <a:lnTo>
                    <a:pt x="477012" y="752856"/>
                  </a:lnTo>
                  <a:lnTo>
                    <a:pt x="481584" y="751332"/>
                  </a:lnTo>
                  <a:lnTo>
                    <a:pt x="362712" y="751332"/>
                  </a:lnTo>
                  <a:lnTo>
                    <a:pt x="344424" y="749808"/>
                  </a:lnTo>
                  <a:lnTo>
                    <a:pt x="289560" y="740663"/>
                  </a:lnTo>
                  <a:lnTo>
                    <a:pt x="237744" y="722376"/>
                  </a:lnTo>
                  <a:lnTo>
                    <a:pt x="175260" y="688848"/>
                  </a:lnTo>
                  <a:lnTo>
                    <a:pt x="134112" y="655320"/>
                  </a:lnTo>
                  <a:lnTo>
                    <a:pt x="120396" y="643127"/>
                  </a:lnTo>
                  <a:lnTo>
                    <a:pt x="108204" y="630936"/>
                  </a:lnTo>
                  <a:lnTo>
                    <a:pt x="97536" y="617220"/>
                  </a:lnTo>
                  <a:lnTo>
                    <a:pt x="85344" y="603503"/>
                  </a:lnTo>
                  <a:lnTo>
                    <a:pt x="56387" y="557784"/>
                  </a:lnTo>
                  <a:lnTo>
                    <a:pt x="28956" y="492251"/>
                  </a:lnTo>
                  <a:lnTo>
                    <a:pt x="24384" y="473963"/>
                  </a:lnTo>
                  <a:lnTo>
                    <a:pt x="19812" y="457200"/>
                  </a:lnTo>
                  <a:lnTo>
                    <a:pt x="13716" y="420624"/>
                  </a:lnTo>
                  <a:lnTo>
                    <a:pt x="13716" y="400812"/>
                  </a:lnTo>
                  <a:lnTo>
                    <a:pt x="12192" y="382524"/>
                  </a:lnTo>
                  <a:lnTo>
                    <a:pt x="13598" y="364236"/>
                  </a:lnTo>
                  <a:lnTo>
                    <a:pt x="13716" y="344424"/>
                  </a:lnTo>
                  <a:lnTo>
                    <a:pt x="19812" y="307848"/>
                  </a:lnTo>
                  <a:lnTo>
                    <a:pt x="24384" y="289560"/>
                  </a:lnTo>
                  <a:lnTo>
                    <a:pt x="28956" y="272796"/>
                  </a:lnTo>
                  <a:lnTo>
                    <a:pt x="35052" y="256032"/>
                  </a:lnTo>
                  <a:lnTo>
                    <a:pt x="41148" y="237744"/>
                  </a:lnTo>
                  <a:lnTo>
                    <a:pt x="48768" y="222503"/>
                  </a:lnTo>
                  <a:lnTo>
                    <a:pt x="56387" y="205739"/>
                  </a:lnTo>
                  <a:lnTo>
                    <a:pt x="65532" y="190500"/>
                  </a:lnTo>
                  <a:lnTo>
                    <a:pt x="76200" y="175260"/>
                  </a:lnTo>
                  <a:lnTo>
                    <a:pt x="85344" y="161544"/>
                  </a:lnTo>
                  <a:lnTo>
                    <a:pt x="97536" y="147827"/>
                  </a:lnTo>
                  <a:lnTo>
                    <a:pt x="108204" y="134112"/>
                  </a:lnTo>
                  <a:lnTo>
                    <a:pt x="134112" y="108203"/>
                  </a:lnTo>
                  <a:lnTo>
                    <a:pt x="146304" y="97536"/>
                  </a:lnTo>
                  <a:lnTo>
                    <a:pt x="161544" y="86868"/>
                  </a:lnTo>
                  <a:lnTo>
                    <a:pt x="175260" y="76200"/>
                  </a:lnTo>
                  <a:lnTo>
                    <a:pt x="205740" y="57912"/>
                  </a:lnTo>
                  <a:lnTo>
                    <a:pt x="222504" y="48768"/>
                  </a:lnTo>
                  <a:lnTo>
                    <a:pt x="237744" y="42672"/>
                  </a:lnTo>
                  <a:lnTo>
                    <a:pt x="254508" y="35051"/>
                  </a:lnTo>
                  <a:lnTo>
                    <a:pt x="272796" y="28956"/>
                  </a:lnTo>
                  <a:lnTo>
                    <a:pt x="289560" y="24384"/>
                  </a:lnTo>
                  <a:lnTo>
                    <a:pt x="307848" y="21336"/>
                  </a:lnTo>
                  <a:lnTo>
                    <a:pt x="326136" y="16763"/>
                  </a:lnTo>
                  <a:lnTo>
                    <a:pt x="362712" y="13715"/>
                  </a:lnTo>
                  <a:lnTo>
                    <a:pt x="481584" y="13715"/>
                  </a:lnTo>
                  <a:lnTo>
                    <a:pt x="477012" y="12191"/>
                  </a:lnTo>
                  <a:lnTo>
                    <a:pt x="458724" y="7620"/>
                  </a:lnTo>
                  <a:lnTo>
                    <a:pt x="440436" y="4572"/>
                  </a:lnTo>
                  <a:lnTo>
                    <a:pt x="381000" y="0"/>
                  </a:lnTo>
                  <a:close/>
                </a:path>
                <a:path w="763904" h="765175">
                  <a:moveTo>
                    <a:pt x="481584" y="13715"/>
                  </a:moveTo>
                  <a:lnTo>
                    <a:pt x="400812" y="13715"/>
                  </a:lnTo>
                  <a:lnTo>
                    <a:pt x="438912" y="16763"/>
                  </a:lnTo>
                  <a:lnTo>
                    <a:pt x="455676" y="21336"/>
                  </a:lnTo>
                  <a:lnTo>
                    <a:pt x="473964" y="24384"/>
                  </a:lnTo>
                  <a:lnTo>
                    <a:pt x="492252" y="30480"/>
                  </a:lnTo>
                  <a:lnTo>
                    <a:pt x="509016" y="35051"/>
                  </a:lnTo>
                  <a:lnTo>
                    <a:pt x="542544" y="50291"/>
                  </a:lnTo>
                  <a:lnTo>
                    <a:pt x="557784" y="57912"/>
                  </a:lnTo>
                  <a:lnTo>
                    <a:pt x="588264" y="76200"/>
                  </a:lnTo>
                  <a:lnTo>
                    <a:pt x="601980" y="86868"/>
                  </a:lnTo>
                  <a:lnTo>
                    <a:pt x="617220" y="97536"/>
                  </a:lnTo>
                  <a:lnTo>
                    <a:pt x="629412" y="109727"/>
                  </a:lnTo>
                  <a:lnTo>
                    <a:pt x="643128" y="121920"/>
                  </a:lnTo>
                  <a:lnTo>
                    <a:pt x="655320" y="134112"/>
                  </a:lnTo>
                  <a:lnTo>
                    <a:pt x="667512" y="147827"/>
                  </a:lnTo>
                  <a:lnTo>
                    <a:pt x="678180" y="161544"/>
                  </a:lnTo>
                  <a:lnTo>
                    <a:pt x="687324" y="176784"/>
                  </a:lnTo>
                  <a:lnTo>
                    <a:pt x="697992" y="190500"/>
                  </a:lnTo>
                  <a:lnTo>
                    <a:pt x="722376" y="239268"/>
                  </a:lnTo>
                  <a:lnTo>
                    <a:pt x="739140" y="289560"/>
                  </a:lnTo>
                  <a:lnTo>
                    <a:pt x="749808" y="344424"/>
                  </a:lnTo>
                  <a:lnTo>
                    <a:pt x="749808" y="364236"/>
                  </a:lnTo>
                  <a:lnTo>
                    <a:pt x="751332" y="382524"/>
                  </a:lnTo>
                  <a:lnTo>
                    <a:pt x="749808" y="400812"/>
                  </a:lnTo>
                  <a:lnTo>
                    <a:pt x="749808" y="420624"/>
                  </a:lnTo>
                  <a:lnTo>
                    <a:pt x="743712" y="457200"/>
                  </a:lnTo>
                  <a:lnTo>
                    <a:pt x="722376" y="525780"/>
                  </a:lnTo>
                  <a:lnTo>
                    <a:pt x="705612" y="559308"/>
                  </a:lnTo>
                  <a:lnTo>
                    <a:pt x="697992" y="574548"/>
                  </a:lnTo>
                  <a:lnTo>
                    <a:pt x="687324" y="588263"/>
                  </a:lnTo>
                  <a:lnTo>
                    <a:pt x="678180" y="603503"/>
                  </a:lnTo>
                  <a:lnTo>
                    <a:pt x="665988" y="617220"/>
                  </a:lnTo>
                  <a:lnTo>
                    <a:pt x="615696" y="667512"/>
                  </a:lnTo>
                  <a:lnTo>
                    <a:pt x="557784" y="707136"/>
                  </a:lnTo>
                  <a:lnTo>
                    <a:pt x="541020" y="714756"/>
                  </a:lnTo>
                  <a:lnTo>
                    <a:pt x="525780" y="722376"/>
                  </a:lnTo>
                  <a:lnTo>
                    <a:pt x="509016" y="729996"/>
                  </a:lnTo>
                  <a:lnTo>
                    <a:pt x="490728" y="734568"/>
                  </a:lnTo>
                  <a:lnTo>
                    <a:pt x="473964" y="740663"/>
                  </a:lnTo>
                  <a:lnTo>
                    <a:pt x="419100" y="749808"/>
                  </a:lnTo>
                  <a:lnTo>
                    <a:pt x="400812" y="751332"/>
                  </a:lnTo>
                  <a:lnTo>
                    <a:pt x="481584" y="751332"/>
                  </a:lnTo>
                  <a:lnTo>
                    <a:pt x="530352" y="734568"/>
                  </a:lnTo>
                  <a:lnTo>
                    <a:pt x="580644" y="708660"/>
                  </a:lnTo>
                  <a:lnTo>
                    <a:pt x="624840" y="676656"/>
                  </a:lnTo>
                  <a:lnTo>
                    <a:pt x="676656" y="624839"/>
                  </a:lnTo>
                  <a:lnTo>
                    <a:pt x="708660" y="580644"/>
                  </a:lnTo>
                  <a:lnTo>
                    <a:pt x="740664" y="513588"/>
                  </a:lnTo>
                  <a:lnTo>
                    <a:pt x="755904" y="458724"/>
                  </a:lnTo>
                  <a:lnTo>
                    <a:pt x="762000" y="420624"/>
                  </a:lnTo>
                  <a:lnTo>
                    <a:pt x="763524" y="402336"/>
                  </a:lnTo>
                  <a:lnTo>
                    <a:pt x="763524" y="362712"/>
                  </a:lnTo>
                  <a:lnTo>
                    <a:pt x="762000" y="342900"/>
                  </a:lnTo>
                  <a:lnTo>
                    <a:pt x="758952" y="324612"/>
                  </a:lnTo>
                  <a:lnTo>
                    <a:pt x="755904" y="304800"/>
                  </a:lnTo>
                  <a:lnTo>
                    <a:pt x="740664" y="251460"/>
                  </a:lnTo>
                  <a:lnTo>
                    <a:pt x="717804" y="199644"/>
                  </a:lnTo>
                  <a:lnTo>
                    <a:pt x="676656" y="138684"/>
                  </a:lnTo>
                  <a:lnTo>
                    <a:pt x="638556" y="99060"/>
                  </a:lnTo>
                  <a:lnTo>
                    <a:pt x="624840" y="88391"/>
                  </a:lnTo>
                  <a:lnTo>
                    <a:pt x="609600" y="76200"/>
                  </a:lnTo>
                  <a:lnTo>
                    <a:pt x="595884" y="65532"/>
                  </a:lnTo>
                  <a:lnTo>
                    <a:pt x="579120" y="56387"/>
                  </a:lnTo>
                  <a:lnTo>
                    <a:pt x="563880" y="47244"/>
                  </a:lnTo>
                  <a:lnTo>
                    <a:pt x="547116" y="38100"/>
                  </a:lnTo>
                  <a:lnTo>
                    <a:pt x="513588" y="22860"/>
                  </a:lnTo>
                  <a:lnTo>
                    <a:pt x="495300" y="18287"/>
                  </a:lnTo>
                  <a:lnTo>
                    <a:pt x="481584" y="13715"/>
                  </a:lnTo>
                  <a:close/>
                </a:path>
              </a:pathLst>
            </a:custGeom>
            <a:solidFill>
              <a:srgbClr val="6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269560" y="2169713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948684" y="2578602"/>
            <a:ext cx="2794000" cy="2879090"/>
          </a:xfrm>
          <a:custGeom>
            <a:avLst/>
            <a:gdLst/>
            <a:ahLst/>
            <a:cxnLst/>
            <a:rect l="l" t="t" r="r" b="b"/>
            <a:pathLst>
              <a:path w="2794000" h="2879090">
                <a:moveTo>
                  <a:pt x="39624" y="1377696"/>
                </a:moveTo>
                <a:lnTo>
                  <a:pt x="1524" y="1377696"/>
                </a:lnTo>
                <a:lnTo>
                  <a:pt x="0" y="2753868"/>
                </a:lnTo>
                <a:lnTo>
                  <a:pt x="38100" y="2753868"/>
                </a:lnTo>
                <a:lnTo>
                  <a:pt x="39624" y="1377696"/>
                </a:lnTo>
                <a:close/>
              </a:path>
              <a:path w="2794000" h="2879090">
                <a:moveTo>
                  <a:pt x="1143000" y="28956"/>
                </a:moveTo>
                <a:lnTo>
                  <a:pt x="1118616" y="0"/>
                </a:lnTo>
                <a:lnTo>
                  <a:pt x="272796" y="720852"/>
                </a:lnTo>
                <a:lnTo>
                  <a:pt x="297180" y="749808"/>
                </a:lnTo>
                <a:lnTo>
                  <a:pt x="1143000" y="28956"/>
                </a:lnTo>
                <a:close/>
              </a:path>
              <a:path w="2794000" h="2879090">
                <a:moveTo>
                  <a:pt x="2519172" y="1281684"/>
                </a:moveTo>
                <a:lnTo>
                  <a:pt x="2496312" y="1249680"/>
                </a:lnTo>
                <a:lnTo>
                  <a:pt x="274320" y="2846832"/>
                </a:lnTo>
                <a:lnTo>
                  <a:pt x="295656" y="2878836"/>
                </a:lnTo>
                <a:lnTo>
                  <a:pt x="2519172" y="1281684"/>
                </a:lnTo>
                <a:close/>
              </a:path>
              <a:path w="2794000" h="2879090">
                <a:moveTo>
                  <a:pt x="2793492" y="1377696"/>
                </a:moveTo>
                <a:lnTo>
                  <a:pt x="2755392" y="1377696"/>
                </a:lnTo>
                <a:lnTo>
                  <a:pt x="2753868" y="2753868"/>
                </a:lnTo>
                <a:lnTo>
                  <a:pt x="2791968" y="2753868"/>
                </a:lnTo>
                <a:lnTo>
                  <a:pt x="2793492" y="1377696"/>
                </a:lnTo>
                <a:close/>
              </a:path>
            </a:pathLst>
          </a:custGeom>
          <a:solidFill>
            <a:srgbClr val="EFAB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1059" y="748278"/>
              <a:ext cx="4280915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284622" y="1441932"/>
            <a:ext cx="7096125" cy="97028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11150" indent="-273050">
              <a:lnSpc>
                <a:spcPct val="100000"/>
              </a:lnSpc>
              <a:spcBef>
                <a:spcPts val="69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311150" algn="l"/>
              </a:tabLst>
            </a:pP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Định</a:t>
            </a:r>
            <a:r>
              <a:rPr sz="260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lý</a:t>
            </a:r>
            <a:r>
              <a:rPr sz="260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Borchart,</a:t>
            </a:r>
            <a:r>
              <a:rPr sz="260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C00000"/>
                </a:solidFill>
                <a:latin typeface="Arial"/>
                <a:cs typeface="Arial"/>
              </a:rPr>
              <a:t>Sylvester,</a:t>
            </a:r>
            <a:r>
              <a:rPr sz="2600" spc="-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C00000"/>
                </a:solidFill>
                <a:latin typeface="Arial"/>
                <a:cs typeface="Arial"/>
              </a:rPr>
              <a:t>Cayley:</a:t>
            </a:r>
            <a:endParaRPr sz="2600">
              <a:latin typeface="Arial"/>
              <a:cs typeface="Arial"/>
            </a:endParaRPr>
          </a:p>
          <a:p>
            <a:pPr marL="1062355">
              <a:lnSpc>
                <a:spcPct val="100000"/>
              </a:lnSpc>
              <a:spcBef>
                <a:spcPts val="600"/>
              </a:spcBef>
            </a:pPr>
            <a:r>
              <a:rPr sz="2600" dirty="0">
                <a:latin typeface="Arial"/>
                <a:cs typeface="Arial"/>
              </a:rPr>
              <a:t>Số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của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đầy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đủ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</a:t>
            </a:r>
            <a:r>
              <a:rPr sz="2550" baseline="-21241" dirty="0">
                <a:latin typeface="Arial"/>
                <a:cs typeface="Arial"/>
              </a:rPr>
              <a:t>n</a:t>
            </a:r>
            <a:r>
              <a:rPr sz="2550" spc="337" baseline="-21241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</a:t>
            </a:r>
            <a:r>
              <a:rPr sz="2550" baseline="26143" dirty="0">
                <a:latin typeface="Arial"/>
                <a:cs typeface="Arial"/>
              </a:rPr>
              <a:t>n-</a:t>
            </a:r>
            <a:r>
              <a:rPr sz="2550" spc="-75" baseline="26143" dirty="0">
                <a:latin typeface="Arial"/>
                <a:cs typeface="Arial"/>
              </a:rPr>
              <a:t>2</a:t>
            </a:r>
            <a:endParaRPr sz="2550" baseline="26143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443" y="748278"/>
              <a:ext cx="1223771" cy="43281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1785" marR="5080" indent="-274320">
              <a:lnSpc>
                <a:spcPct val="100000"/>
              </a:lnSpc>
              <a:spcBef>
                <a:spcPts val="105"/>
              </a:spcBef>
            </a:pPr>
            <a:r>
              <a:rPr dirty="0"/>
              <a:t>1.</a:t>
            </a:r>
            <a:r>
              <a:rPr spc="-20" dirty="0"/>
              <a:t> </a:t>
            </a:r>
            <a:r>
              <a:rPr dirty="0"/>
              <a:t>Giả</a:t>
            </a:r>
            <a:r>
              <a:rPr spc="-20" dirty="0"/>
              <a:t> </a:t>
            </a:r>
            <a:r>
              <a:rPr dirty="0"/>
              <a:t>sử</a:t>
            </a:r>
            <a:r>
              <a:rPr spc="-40" dirty="0"/>
              <a:t> </a:t>
            </a:r>
            <a:r>
              <a:rPr dirty="0"/>
              <a:t>đồ</a:t>
            </a:r>
            <a:r>
              <a:rPr spc="-20" dirty="0"/>
              <a:t> </a:t>
            </a:r>
            <a:r>
              <a:rPr dirty="0"/>
              <a:t>thị</a:t>
            </a:r>
            <a:r>
              <a:rPr spc="-10" dirty="0"/>
              <a:t> </a:t>
            </a:r>
            <a:r>
              <a:rPr dirty="0"/>
              <a:t>G</a:t>
            </a:r>
            <a:r>
              <a:rPr spc="-25" dirty="0"/>
              <a:t> </a:t>
            </a:r>
            <a:r>
              <a:rPr dirty="0"/>
              <a:t>liên</a:t>
            </a:r>
            <a:r>
              <a:rPr spc="-20" dirty="0"/>
              <a:t> </a:t>
            </a:r>
            <a:r>
              <a:rPr dirty="0"/>
              <a:t>thông,</a:t>
            </a:r>
            <a:r>
              <a:rPr spc="-20" dirty="0"/>
              <a:t> </a:t>
            </a:r>
            <a:r>
              <a:rPr dirty="0"/>
              <a:t>có</a:t>
            </a:r>
            <a:r>
              <a:rPr spc="-20" dirty="0"/>
              <a:t> </a:t>
            </a:r>
            <a:r>
              <a:rPr dirty="0"/>
              <a:t>13</a:t>
            </a:r>
            <a:r>
              <a:rPr spc="-20" dirty="0"/>
              <a:t> </a:t>
            </a:r>
            <a:r>
              <a:rPr dirty="0"/>
              <a:t>đỉnh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20</a:t>
            </a:r>
            <a:r>
              <a:rPr spc="-15" dirty="0"/>
              <a:t> </a:t>
            </a:r>
            <a:r>
              <a:rPr spc="-10" dirty="0"/>
              <a:t>cạnh. </a:t>
            </a:r>
            <a:r>
              <a:rPr dirty="0"/>
              <a:t>Cây</a:t>
            </a:r>
            <a:r>
              <a:rPr spc="-35" dirty="0"/>
              <a:t> </a:t>
            </a:r>
            <a:r>
              <a:rPr dirty="0"/>
              <a:t>bao</a:t>
            </a:r>
            <a:r>
              <a:rPr spc="-25" dirty="0"/>
              <a:t> </a:t>
            </a:r>
            <a:r>
              <a:rPr dirty="0"/>
              <a:t>trùm</a:t>
            </a:r>
            <a:r>
              <a:rPr spc="-20" dirty="0"/>
              <a:t> </a:t>
            </a:r>
            <a:r>
              <a:rPr dirty="0"/>
              <a:t>của</a:t>
            </a:r>
            <a:r>
              <a:rPr spc="-40" dirty="0"/>
              <a:t> </a:t>
            </a:r>
            <a:r>
              <a:rPr dirty="0"/>
              <a:t>G</a:t>
            </a:r>
            <a:r>
              <a:rPr spc="-25" dirty="0"/>
              <a:t> </a:t>
            </a:r>
            <a:r>
              <a:rPr dirty="0"/>
              <a:t>có</a:t>
            </a:r>
            <a:r>
              <a:rPr spc="-20" dirty="0"/>
              <a:t> </a:t>
            </a:r>
            <a:r>
              <a:rPr dirty="0"/>
              <a:t>bao</a:t>
            </a:r>
            <a:r>
              <a:rPr spc="-20" dirty="0"/>
              <a:t> </a:t>
            </a:r>
            <a:r>
              <a:rPr dirty="0"/>
              <a:t>nhiêu</a:t>
            </a:r>
            <a:r>
              <a:rPr spc="-35" dirty="0"/>
              <a:t> </a:t>
            </a:r>
            <a:r>
              <a:rPr dirty="0"/>
              <a:t>đỉnh?</a:t>
            </a:r>
            <a:r>
              <a:rPr spc="-20" dirty="0"/>
              <a:t> </a:t>
            </a:r>
            <a:r>
              <a:rPr dirty="0"/>
              <a:t>Có</a:t>
            </a:r>
            <a:r>
              <a:rPr spc="-35" dirty="0"/>
              <a:t> </a:t>
            </a:r>
            <a:r>
              <a:rPr spc="-25" dirty="0"/>
              <a:t>bao </a:t>
            </a:r>
            <a:r>
              <a:rPr dirty="0"/>
              <a:t>nhiêu</a:t>
            </a:r>
            <a:r>
              <a:rPr spc="-80" dirty="0"/>
              <a:t> </a:t>
            </a:r>
            <a:r>
              <a:rPr spc="-20" dirty="0"/>
              <a:t>cạnh?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443" y="748278"/>
              <a:ext cx="1223771" cy="43281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/>
              <a:t>2.</a:t>
            </a:r>
            <a:r>
              <a:rPr spc="-20" dirty="0"/>
              <a:t> </a:t>
            </a:r>
            <a:r>
              <a:rPr dirty="0"/>
              <a:t>Đồ</a:t>
            </a:r>
            <a:r>
              <a:rPr spc="-35" dirty="0"/>
              <a:t> </a:t>
            </a:r>
            <a:r>
              <a:rPr dirty="0"/>
              <a:t>thị</a:t>
            </a:r>
            <a:r>
              <a:rPr spc="-20" dirty="0"/>
              <a:t> </a:t>
            </a:r>
            <a:r>
              <a:rPr dirty="0"/>
              <a:t>đầy</a:t>
            </a:r>
            <a:r>
              <a:rPr spc="-35" dirty="0"/>
              <a:t> </a:t>
            </a:r>
            <a:r>
              <a:rPr dirty="0"/>
              <a:t>đủ</a:t>
            </a:r>
            <a:r>
              <a:rPr spc="-20" dirty="0"/>
              <a:t> </a:t>
            </a:r>
            <a:r>
              <a:rPr dirty="0"/>
              <a:t>K</a:t>
            </a:r>
            <a:r>
              <a:rPr sz="2550" baseline="-21241" dirty="0"/>
              <a:t>5</a:t>
            </a:r>
            <a:r>
              <a:rPr sz="2550" spc="345" baseline="-21241" dirty="0"/>
              <a:t> </a:t>
            </a:r>
            <a:r>
              <a:rPr sz="2600" dirty="0"/>
              <a:t>có</a:t>
            </a:r>
            <a:r>
              <a:rPr sz="2600" spc="-30" dirty="0"/>
              <a:t> </a:t>
            </a:r>
            <a:r>
              <a:rPr sz="2600" dirty="0"/>
              <a:t>bao</a:t>
            </a:r>
            <a:r>
              <a:rPr sz="2600" spc="-25" dirty="0"/>
              <a:t> </a:t>
            </a:r>
            <a:r>
              <a:rPr sz="2600" dirty="0"/>
              <a:t>nhiêu</a:t>
            </a:r>
            <a:r>
              <a:rPr sz="2600" spc="-30" dirty="0"/>
              <a:t> </a:t>
            </a:r>
            <a:r>
              <a:rPr sz="2600" dirty="0"/>
              <a:t>cây</a:t>
            </a:r>
            <a:r>
              <a:rPr sz="2600" spc="-35" dirty="0"/>
              <a:t> </a:t>
            </a:r>
            <a:r>
              <a:rPr sz="2600" spc="-10" dirty="0"/>
              <a:t>khung?</a:t>
            </a:r>
            <a:endParaRPr sz="2600"/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443" y="748278"/>
              <a:ext cx="1223771" cy="43281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1785" marR="5080" indent="-274320">
              <a:lnSpc>
                <a:spcPct val="100000"/>
              </a:lnSpc>
              <a:spcBef>
                <a:spcPts val="105"/>
              </a:spcBef>
            </a:pPr>
            <a:r>
              <a:rPr dirty="0"/>
              <a:t>3.</a:t>
            </a:r>
            <a:r>
              <a:rPr spc="-60" dirty="0"/>
              <a:t> </a:t>
            </a:r>
            <a:r>
              <a:rPr dirty="0"/>
              <a:t>Tìm</a:t>
            </a:r>
            <a:r>
              <a:rPr spc="-40" dirty="0"/>
              <a:t> </a:t>
            </a:r>
            <a:r>
              <a:rPr dirty="0"/>
              <a:t>cây</a:t>
            </a:r>
            <a:r>
              <a:rPr spc="-30" dirty="0"/>
              <a:t> </a:t>
            </a:r>
            <a:r>
              <a:rPr dirty="0"/>
              <a:t>khung</a:t>
            </a:r>
            <a:r>
              <a:rPr spc="-30" dirty="0"/>
              <a:t> </a:t>
            </a:r>
            <a:r>
              <a:rPr dirty="0"/>
              <a:t>của</a:t>
            </a:r>
            <a:r>
              <a:rPr spc="-20" dirty="0"/>
              <a:t> </a:t>
            </a:r>
            <a:r>
              <a:rPr dirty="0"/>
              <a:t>đồ</a:t>
            </a:r>
            <a:r>
              <a:rPr spc="-1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sau</a:t>
            </a:r>
            <a:r>
              <a:rPr spc="-20" dirty="0"/>
              <a:t> </a:t>
            </a:r>
            <a:r>
              <a:rPr dirty="0"/>
              <a:t>lần</a:t>
            </a:r>
            <a:r>
              <a:rPr spc="-15" dirty="0"/>
              <a:t> </a:t>
            </a:r>
            <a:r>
              <a:rPr dirty="0"/>
              <a:t>lượt</a:t>
            </a:r>
            <a:r>
              <a:rPr spc="-30" dirty="0"/>
              <a:t> </a:t>
            </a:r>
            <a:r>
              <a:rPr dirty="0"/>
              <a:t>bằng</a:t>
            </a:r>
            <a:r>
              <a:rPr spc="-25" dirty="0"/>
              <a:t> </a:t>
            </a:r>
            <a:r>
              <a:rPr dirty="0"/>
              <a:t>DFS</a:t>
            </a:r>
            <a:r>
              <a:rPr spc="-45" dirty="0"/>
              <a:t> </a:t>
            </a:r>
            <a:r>
              <a:rPr spc="-25" dirty="0"/>
              <a:t>rồi </a:t>
            </a:r>
            <a:r>
              <a:rPr dirty="0"/>
              <a:t>BFS.</a:t>
            </a:r>
            <a:r>
              <a:rPr spc="-30" dirty="0"/>
              <a:t> </a:t>
            </a:r>
            <a:r>
              <a:rPr dirty="0"/>
              <a:t>Chọn</a:t>
            </a:r>
            <a:r>
              <a:rPr spc="-40" dirty="0"/>
              <a:t> </a:t>
            </a:r>
            <a:r>
              <a:rPr dirty="0"/>
              <a:t>đỉnh</a:t>
            </a:r>
            <a:r>
              <a:rPr spc="-25" dirty="0"/>
              <a:t> </a:t>
            </a:r>
            <a:r>
              <a:rPr dirty="0"/>
              <a:t>đầu</a:t>
            </a:r>
            <a:r>
              <a:rPr spc="-30" dirty="0"/>
              <a:t> </a:t>
            </a:r>
            <a:r>
              <a:rPr dirty="0"/>
              <a:t>tiên</a:t>
            </a:r>
            <a:r>
              <a:rPr spc="-25" dirty="0"/>
              <a:t> </a:t>
            </a:r>
            <a:r>
              <a:rPr dirty="0"/>
              <a:t>làm</a:t>
            </a:r>
            <a:r>
              <a:rPr spc="-40" dirty="0"/>
              <a:t> </a:t>
            </a:r>
            <a:r>
              <a:rPr spc="-20" dirty="0"/>
              <a:t>gốc: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20667" y="2484114"/>
            <a:ext cx="3372612" cy="2039112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443" y="748278"/>
              <a:ext cx="1223771" cy="43281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1785" marR="5080" indent="-274320">
              <a:lnSpc>
                <a:spcPct val="100000"/>
              </a:lnSpc>
              <a:spcBef>
                <a:spcPts val="105"/>
              </a:spcBef>
            </a:pPr>
            <a:r>
              <a:rPr dirty="0"/>
              <a:t>4.</a:t>
            </a:r>
            <a:r>
              <a:rPr spc="-60" dirty="0"/>
              <a:t> </a:t>
            </a:r>
            <a:r>
              <a:rPr dirty="0"/>
              <a:t>Tìm</a:t>
            </a:r>
            <a:r>
              <a:rPr spc="-40" dirty="0"/>
              <a:t> </a:t>
            </a:r>
            <a:r>
              <a:rPr dirty="0"/>
              <a:t>cây</a:t>
            </a:r>
            <a:r>
              <a:rPr spc="-30" dirty="0"/>
              <a:t> </a:t>
            </a:r>
            <a:r>
              <a:rPr dirty="0"/>
              <a:t>khung</a:t>
            </a:r>
            <a:r>
              <a:rPr spc="-30" dirty="0"/>
              <a:t> </a:t>
            </a:r>
            <a:r>
              <a:rPr dirty="0"/>
              <a:t>của</a:t>
            </a:r>
            <a:r>
              <a:rPr spc="-20" dirty="0"/>
              <a:t> </a:t>
            </a:r>
            <a:r>
              <a:rPr dirty="0"/>
              <a:t>đồ</a:t>
            </a:r>
            <a:r>
              <a:rPr spc="-1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sau</a:t>
            </a:r>
            <a:r>
              <a:rPr spc="-20" dirty="0"/>
              <a:t> </a:t>
            </a:r>
            <a:r>
              <a:rPr dirty="0"/>
              <a:t>lần</a:t>
            </a:r>
            <a:r>
              <a:rPr spc="-15" dirty="0"/>
              <a:t> </a:t>
            </a:r>
            <a:r>
              <a:rPr dirty="0"/>
              <a:t>lượt</a:t>
            </a:r>
            <a:r>
              <a:rPr spc="-30" dirty="0"/>
              <a:t> </a:t>
            </a:r>
            <a:r>
              <a:rPr dirty="0"/>
              <a:t>bằng</a:t>
            </a:r>
            <a:r>
              <a:rPr spc="-25" dirty="0"/>
              <a:t> </a:t>
            </a:r>
            <a:r>
              <a:rPr dirty="0"/>
              <a:t>DFS</a:t>
            </a:r>
            <a:r>
              <a:rPr spc="-45" dirty="0"/>
              <a:t> </a:t>
            </a:r>
            <a:r>
              <a:rPr spc="-25" dirty="0"/>
              <a:t>rồi </a:t>
            </a:r>
            <a:r>
              <a:rPr dirty="0"/>
              <a:t>BFS.</a:t>
            </a:r>
            <a:r>
              <a:rPr spc="-30" dirty="0"/>
              <a:t> </a:t>
            </a:r>
            <a:r>
              <a:rPr dirty="0"/>
              <a:t>Chọn</a:t>
            </a:r>
            <a:r>
              <a:rPr spc="-40" dirty="0"/>
              <a:t> </a:t>
            </a:r>
            <a:r>
              <a:rPr dirty="0"/>
              <a:t>đỉnh</a:t>
            </a:r>
            <a:r>
              <a:rPr spc="-25" dirty="0"/>
              <a:t> </a:t>
            </a:r>
            <a:r>
              <a:rPr dirty="0"/>
              <a:t>đầu</a:t>
            </a:r>
            <a:r>
              <a:rPr spc="-30" dirty="0"/>
              <a:t> </a:t>
            </a:r>
            <a:r>
              <a:rPr dirty="0"/>
              <a:t>tiên</a:t>
            </a:r>
            <a:r>
              <a:rPr spc="-25" dirty="0"/>
              <a:t> </a:t>
            </a:r>
            <a:r>
              <a:rPr dirty="0"/>
              <a:t>làm</a:t>
            </a:r>
            <a:r>
              <a:rPr spc="-40" dirty="0"/>
              <a:t> </a:t>
            </a:r>
            <a:r>
              <a:rPr spc="-20" dirty="0"/>
              <a:t>gốc: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449067" y="2636514"/>
            <a:ext cx="6048756" cy="3572255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249668" y="350514"/>
            <a:ext cx="2667000" cy="914400"/>
          </a:xfrm>
          <a:custGeom>
            <a:avLst/>
            <a:gdLst/>
            <a:ahLst/>
            <a:cxnLst/>
            <a:rect l="l" t="t" r="r" b="b"/>
            <a:pathLst>
              <a:path w="2667000" h="914400">
                <a:moveTo>
                  <a:pt x="2667000" y="0"/>
                </a:moveTo>
                <a:lnTo>
                  <a:pt x="0" y="0"/>
                </a:lnTo>
                <a:lnTo>
                  <a:pt x="0" y="914400"/>
                </a:lnTo>
                <a:lnTo>
                  <a:pt x="2667000" y="914400"/>
                </a:lnTo>
                <a:lnTo>
                  <a:pt x="2667000" y="0"/>
                </a:lnTo>
                <a:close/>
              </a:path>
            </a:pathLst>
          </a:custGeom>
          <a:solidFill>
            <a:srgbClr val="5956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49120" y="3413454"/>
            <a:ext cx="719264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83234" marR="5080" indent="-471170">
              <a:lnSpc>
                <a:spcPct val="100000"/>
              </a:lnSpc>
              <a:spcBef>
                <a:spcPts val="105"/>
              </a:spcBef>
              <a:tabLst>
                <a:tab pos="6741795" algn="l"/>
              </a:tabLst>
            </a:pPr>
            <a:r>
              <a:rPr sz="4400" b="1" dirty="0">
                <a:latin typeface="Tahoma"/>
                <a:cs typeface="Tahoma"/>
              </a:rPr>
              <a:t>CÂY</a:t>
            </a:r>
            <a:r>
              <a:rPr sz="4400" b="1" spc="-25" dirty="0">
                <a:latin typeface="Tahoma"/>
                <a:cs typeface="Tahoma"/>
              </a:rPr>
              <a:t> </a:t>
            </a:r>
            <a:r>
              <a:rPr sz="4400" b="1" dirty="0">
                <a:latin typeface="Tahoma"/>
                <a:cs typeface="Tahoma"/>
              </a:rPr>
              <a:t>KHUNG</a:t>
            </a:r>
            <a:r>
              <a:rPr sz="4400" b="1" spc="-30" dirty="0">
                <a:latin typeface="Tahoma"/>
                <a:cs typeface="Tahoma"/>
              </a:rPr>
              <a:t> </a:t>
            </a:r>
            <a:r>
              <a:rPr sz="4400" b="1" dirty="0">
                <a:latin typeface="Tahoma"/>
                <a:cs typeface="Tahoma"/>
              </a:rPr>
              <a:t>NHỎ</a:t>
            </a:r>
            <a:r>
              <a:rPr sz="4400" b="1" spc="-30" dirty="0">
                <a:latin typeface="Tahoma"/>
                <a:cs typeface="Tahoma"/>
              </a:rPr>
              <a:t> </a:t>
            </a:r>
            <a:r>
              <a:rPr sz="4400" b="1" spc="-20" dirty="0">
                <a:latin typeface="Tahoma"/>
                <a:cs typeface="Tahoma"/>
              </a:rPr>
              <a:t>NHẤT</a:t>
            </a:r>
            <a:r>
              <a:rPr sz="4400" b="1" dirty="0">
                <a:latin typeface="Tahoma"/>
                <a:cs typeface="Tahoma"/>
              </a:rPr>
              <a:t>	</a:t>
            </a:r>
            <a:r>
              <a:rPr sz="4400" b="1" spc="-50" dirty="0">
                <a:latin typeface="Tahoma"/>
                <a:cs typeface="Tahoma"/>
              </a:rPr>
              <a:t>&amp; </a:t>
            </a:r>
            <a:r>
              <a:rPr sz="4400" b="1" dirty="0">
                <a:latin typeface="Tahoma"/>
                <a:cs typeface="Tahoma"/>
              </a:rPr>
              <a:t>CÂY</a:t>
            </a:r>
            <a:r>
              <a:rPr sz="4400" b="1" spc="-30" dirty="0">
                <a:latin typeface="Tahoma"/>
                <a:cs typeface="Tahoma"/>
              </a:rPr>
              <a:t> </a:t>
            </a:r>
            <a:r>
              <a:rPr sz="4400" b="1" dirty="0">
                <a:latin typeface="Tahoma"/>
                <a:cs typeface="Tahoma"/>
              </a:rPr>
              <a:t>KHUNG</a:t>
            </a:r>
            <a:r>
              <a:rPr sz="4400" b="1" spc="-30" dirty="0">
                <a:latin typeface="Tahoma"/>
                <a:cs typeface="Tahoma"/>
              </a:rPr>
              <a:t> </a:t>
            </a:r>
            <a:r>
              <a:rPr sz="4400" b="1" dirty="0">
                <a:latin typeface="Tahoma"/>
                <a:cs typeface="Tahoma"/>
              </a:rPr>
              <a:t>LỚN</a:t>
            </a:r>
            <a:r>
              <a:rPr sz="4400" b="1" spc="-30" dirty="0">
                <a:latin typeface="Tahoma"/>
                <a:cs typeface="Tahoma"/>
              </a:rPr>
              <a:t> </a:t>
            </a:r>
            <a:r>
              <a:rPr sz="4400" b="1" spc="-20" dirty="0">
                <a:latin typeface="Tahoma"/>
                <a:cs typeface="Tahoma"/>
              </a:rPr>
              <a:t>NHẤT</a:t>
            </a:r>
            <a:endParaRPr sz="44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1059" y="748278"/>
              <a:ext cx="3869435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271922" y="1517417"/>
            <a:ext cx="8114665" cy="4689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3215" marR="43180" indent="-273050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324485" algn="l"/>
              </a:tabLst>
            </a:pPr>
            <a:r>
              <a:rPr sz="2600" dirty="0">
                <a:latin typeface="Arial"/>
                <a:cs typeface="Arial"/>
              </a:rPr>
              <a:t>Cho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45" dirty="0">
                <a:latin typeface="Arial"/>
                <a:cs typeface="Arial"/>
              </a:rPr>
              <a:t>(V,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E)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vô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hướng,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liên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thông.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Mỗi 	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e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Symbol"/>
                <a:cs typeface="Symbol"/>
              </a:rPr>
              <a:t>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Arial"/>
                <a:cs typeface="Arial"/>
              </a:rPr>
              <a:t>E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của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được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gán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một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trọng</a:t>
            </a:r>
            <a:r>
              <a:rPr sz="2600" spc="-25" dirty="0">
                <a:solidFill>
                  <a:srgbClr val="C00000"/>
                </a:solidFill>
                <a:latin typeface="Arial"/>
                <a:cs typeface="Arial"/>
              </a:rPr>
              <a:t> số 	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(weight)</a:t>
            </a:r>
            <a:r>
              <a:rPr sz="260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hay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chi</a:t>
            </a:r>
            <a:r>
              <a:rPr sz="2600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phí</a:t>
            </a:r>
            <a:r>
              <a:rPr sz="260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(cost)</a:t>
            </a:r>
            <a:r>
              <a:rPr sz="260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không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âm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c(e),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gọi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spc="-25" dirty="0">
                <a:solidFill>
                  <a:srgbClr val="C00000"/>
                </a:solidFill>
                <a:latin typeface="Arial"/>
                <a:cs typeface="Arial"/>
              </a:rPr>
              <a:t>độ 	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dài</a:t>
            </a:r>
            <a:r>
              <a:rPr sz="260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(length)</a:t>
            </a:r>
            <a:r>
              <a:rPr sz="2600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của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đó.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Giả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sử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</a:t>
            </a:r>
            <a:r>
              <a:rPr sz="2600" spc="-8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(V</a:t>
            </a:r>
            <a:r>
              <a:rPr sz="2550" spc="-15" baseline="-21241" dirty="0">
                <a:latin typeface="Arial"/>
                <a:cs typeface="Arial"/>
              </a:rPr>
              <a:t>T</a:t>
            </a:r>
            <a:r>
              <a:rPr sz="2600" spc="-10" dirty="0">
                <a:latin typeface="Arial"/>
                <a:cs typeface="Arial"/>
              </a:rPr>
              <a:t>,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E</a:t>
            </a:r>
            <a:r>
              <a:rPr sz="2550" baseline="-21241" dirty="0">
                <a:latin typeface="Arial"/>
                <a:cs typeface="Arial"/>
              </a:rPr>
              <a:t>T</a:t>
            </a:r>
            <a:r>
              <a:rPr sz="2600" dirty="0">
                <a:latin typeface="Arial"/>
                <a:cs typeface="Arial"/>
              </a:rPr>
              <a:t>)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cây 	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của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G.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spc="-140" dirty="0">
                <a:latin typeface="Arial"/>
                <a:cs typeface="Arial"/>
              </a:rPr>
              <a:t>Ta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gọi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độ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dài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c(T)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của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khung 	</a:t>
            </a:r>
            <a:r>
              <a:rPr sz="2600" dirty="0">
                <a:latin typeface="Arial"/>
                <a:cs typeface="Arial"/>
              </a:rPr>
              <a:t>T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tổng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độ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dài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của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nó:</a:t>
            </a:r>
            <a:endParaRPr sz="2600">
              <a:latin typeface="Arial"/>
              <a:cs typeface="Arial"/>
            </a:endParaRPr>
          </a:p>
          <a:p>
            <a:pPr marL="179070" algn="ctr">
              <a:lnSpc>
                <a:spcPct val="100000"/>
              </a:lnSpc>
              <a:spcBef>
                <a:spcPts val="55"/>
              </a:spcBef>
            </a:pPr>
            <a:r>
              <a:rPr sz="3200" i="1" spc="-25" dirty="0">
                <a:latin typeface="Times New Roman"/>
                <a:cs typeface="Times New Roman"/>
              </a:rPr>
              <a:t>c</a:t>
            </a:r>
            <a:r>
              <a:rPr sz="3200" spc="-25" dirty="0">
                <a:latin typeface="Times New Roman"/>
                <a:cs typeface="Times New Roman"/>
              </a:rPr>
              <a:t>(</a:t>
            </a:r>
            <a:r>
              <a:rPr sz="3200" i="1" spc="-25" dirty="0">
                <a:latin typeface="Times New Roman"/>
                <a:cs typeface="Times New Roman"/>
              </a:rPr>
              <a:t>T</a:t>
            </a:r>
            <a:r>
              <a:rPr sz="3200" i="1" spc="-3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)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ymbol"/>
                <a:cs typeface="Symbol"/>
              </a:rPr>
              <a:t></a:t>
            </a:r>
            <a:r>
              <a:rPr sz="3200" spc="355" dirty="0">
                <a:latin typeface="Times New Roman"/>
                <a:cs typeface="Times New Roman"/>
              </a:rPr>
              <a:t> </a:t>
            </a:r>
            <a:r>
              <a:rPr sz="7200" spc="127" baseline="-8680" dirty="0">
                <a:latin typeface="Symbol"/>
                <a:cs typeface="Symbol"/>
              </a:rPr>
              <a:t></a:t>
            </a:r>
            <a:r>
              <a:rPr sz="3200" i="1" spc="85" dirty="0">
                <a:latin typeface="Times New Roman"/>
                <a:cs typeface="Times New Roman"/>
              </a:rPr>
              <a:t>c</a:t>
            </a:r>
            <a:r>
              <a:rPr sz="3200" spc="85" dirty="0">
                <a:latin typeface="Times New Roman"/>
                <a:cs typeface="Times New Roman"/>
              </a:rPr>
              <a:t>(</a:t>
            </a:r>
            <a:r>
              <a:rPr sz="3200" i="1" spc="85" dirty="0">
                <a:latin typeface="Times New Roman"/>
                <a:cs typeface="Times New Roman"/>
              </a:rPr>
              <a:t>e</a:t>
            </a:r>
            <a:r>
              <a:rPr sz="3200" spc="85" dirty="0"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617220" algn="ctr">
              <a:lnSpc>
                <a:spcPct val="100000"/>
              </a:lnSpc>
              <a:spcBef>
                <a:spcPts val="250"/>
              </a:spcBef>
            </a:pPr>
            <a:r>
              <a:rPr sz="1850" i="1" spc="-20" dirty="0">
                <a:latin typeface="Times New Roman"/>
                <a:cs typeface="Times New Roman"/>
              </a:rPr>
              <a:t>e</a:t>
            </a:r>
            <a:r>
              <a:rPr sz="1850" spc="-20" dirty="0">
                <a:latin typeface="Symbol"/>
                <a:cs typeface="Symbol"/>
              </a:rPr>
              <a:t></a:t>
            </a:r>
            <a:r>
              <a:rPr sz="1850" i="1" spc="-20" dirty="0">
                <a:latin typeface="Times New Roman"/>
                <a:cs typeface="Times New Roman"/>
              </a:rPr>
              <a:t>E</a:t>
            </a:r>
            <a:r>
              <a:rPr sz="1950" i="1" spc="-30" baseline="-19230" dirty="0">
                <a:latin typeface="Times New Roman"/>
                <a:cs typeface="Times New Roman"/>
              </a:rPr>
              <a:t>T</a:t>
            </a:r>
            <a:endParaRPr sz="1950" baseline="-1923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45"/>
              </a:spcBef>
            </a:pPr>
            <a:endParaRPr sz="1850">
              <a:latin typeface="Times New Roman"/>
              <a:cs typeface="Times New Roman"/>
            </a:endParaRPr>
          </a:p>
          <a:p>
            <a:pPr marL="323215" marR="116839" indent="-273050">
              <a:lnSpc>
                <a:spcPct val="100000"/>
              </a:lnSpc>
              <a:buClr>
                <a:srgbClr val="990000"/>
              </a:buClr>
              <a:buSzPct val="84615"/>
              <a:buFont typeface="Segoe UI Symbol"/>
              <a:buChar char="⚫"/>
              <a:tabLst>
                <a:tab pos="324485" algn="l"/>
              </a:tabLst>
            </a:pPr>
            <a:r>
              <a:rPr sz="2600" dirty="0">
                <a:latin typeface="Arial"/>
                <a:cs typeface="Arial"/>
              </a:rPr>
              <a:t>Một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mà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được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gán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trọng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số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như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trên, 	</a:t>
            </a:r>
            <a:r>
              <a:rPr sz="2600" dirty="0">
                <a:latin typeface="Arial"/>
                <a:cs typeface="Arial"/>
              </a:rPr>
              <a:t>được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gọi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đồ</a:t>
            </a:r>
            <a:r>
              <a:rPr sz="260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thị</a:t>
            </a:r>
            <a:r>
              <a:rPr sz="2600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có</a:t>
            </a:r>
            <a:r>
              <a:rPr sz="2600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trọng</a:t>
            </a:r>
            <a:r>
              <a:rPr sz="2600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số</a:t>
            </a:r>
            <a:r>
              <a:rPr sz="260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(weighted</a:t>
            </a:r>
            <a:r>
              <a:rPr sz="260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C00000"/>
                </a:solidFill>
                <a:latin typeface="Arial"/>
                <a:cs typeface="Arial"/>
              </a:rPr>
              <a:t>graph)</a:t>
            </a:r>
            <a:r>
              <a:rPr sz="2600" spc="-10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4658867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04772" y="2935218"/>
            <a:ext cx="2147316" cy="252831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440760" y="37744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64207" y="37744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62836" y="5069733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43732" y="5069733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17800" y="30123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29383" y="32715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54376" y="418596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97660" y="441456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82059" y="44145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15183" y="49478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262555" y="410961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799079" y="35762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100571" y="1487418"/>
            <a:ext cx="2147316" cy="2528316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7936407" y="2326532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60084" y="2326532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258483" y="362200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939608" y="362200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993307" y="29666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277936" y="2966613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525259" y="1564609"/>
            <a:ext cx="909955" cy="864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0710">
              <a:lnSpc>
                <a:spcPts val="21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ts val="2100"/>
              </a:lnSpc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  <a:p>
            <a:pPr marL="782320">
              <a:lnSpc>
                <a:spcPct val="100000"/>
              </a:lnSpc>
              <a:spcBef>
                <a:spcPts val="24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36" name="object 3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100571" y="4154418"/>
            <a:ext cx="2147316" cy="2528316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7936407" y="499360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260084" y="49936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258483" y="628908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939608" y="628908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113447" y="423168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525259" y="44906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150024" y="54050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211059" y="6167013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758431" y="532896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46" name="object 4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079747" y="2779770"/>
            <a:ext cx="1446276" cy="932688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003547" y="4448550"/>
            <a:ext cx="1446276" cy="932688"/>
          </a:xfrm>
          <a:prstGeom prst="rect">
            <a:avLst/>
          </a:prstGeom>
        </p:spPr>
      </p:pic>
      <p:grpSp>
        <p:nvGrpSpPr>
          <p:cNvPr id="48" name="object 48"/>
          <p:cNvGrpSpPr/>
          <p:nvPr/>
        </p:nvGrpSpPr>
        <p:grpSpPr>
          <a:xfrm>
            <a:off x="8386571" y="2327142"/>
            <a:ext cx="1308100" cy="381000"/>
            <a:chOff x="8386571" y="2327142"/>
            <a:chExt cx="1308100" cy="381000"/>
          </a:xfrm>
        </p:grpSpPr>
        <p:pic>
          <p:nvPicPr>
            <p:cNvPr id="49" name="object 4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386571" y="2328666"/>
              <a:ext cx="1306068" cy="37947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386571" y="2327142"/>
              <a:ext cx="1307592" cy="38100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8388095" y="2327142"/>
              <a:ext cx="1306195" cy="379730"/>
            </a:xfrm>
            <a:custGeom>
              <a:avLst/>
              <a:gdLst/>
              <a:ahLst/>
              <a:cxnLst/>
              <a:rect l="l" t="t" r="r" b="b"/>
              <a:pathLst>
                <a:path w="1306195" h="379730">
                  <a:moveTo>
                    <a:pt x="13030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377951"/>
                  </a:lnTo>
                  <a:lnTo>
                    <a:pt x="3048" y="379475"/>
                  </a:lnTo>
                  <a:lnTo>
                    <a:pt x="1303020" y="379475"/>
                  </a:lnTo>
                  <a:lnTo>
                    <a:pt x="1306068" y="377951"/>
                  </a:lnTo>
                  <a:lnTo>
                    <a:pt x="1306068" y="374903"/>
                  </a:lnTo>
                  <a:lnTo>
                    <a:pt x="10668" y="374903"/>
                  </a:lnTo>
                  <a:lnTo>
                    <a:pt x="4572" y="370332"/>
                  </a:lnTo>
                  <a:lnTo>
                    <a:pt x="10668" y="370332"/>
                  </a:lnTo>
                  <a:lnTo>
                    <a:pt x="10668" y="10667"/>
                  </a:lnTo>
                  <a:lnTo>
                    <a:pt x="4572" y="10667"/>
                  </a:lnTo>
                  <a:lnTo>
                    <a:pt x="10668" y="4572"/>
                  </a:lnTo>
                  <a:lnTo>
                    <a:pt x="1306068" y="4572"/>
                  </a:lnTo>
                  <a:lnTo>
                    <a:pt x="1306068" y="3048"/>
                  </a:lnTo>
                  <a:lnTo>
                    <a:pt x="1303020" y="0"/>
                  </a:lnTo>
                  <a:close/>
                </a:path>
                <a:path w="1306195" h="379730">
                  <a:moveTo>
                    <a:pt x="10668" y="370332"/>
                  </a:moveTo>
                  <a:lnTo>
                    <a:pt x="4572" y="370332"/>
                  </a:lnTo>
                  <a:lnTo>
                    <a:pt x="10668" y="374903"/>
                  </a:lnTo>
                  <a:lnTo>
                    <a:pt x="10668" y="370332"/>
                  </a:lnTo>
                  <a:close/>
                </a:path>
                <a:path w="1306195" h="379730">
                  <a:moveTo>
                    <a:pt x="1295400" y="370332"/>
                  </a:moveTo>
                  <a:lnTo>
                    <a:pt x="10668" y="370332"/>
                  </a:lnTo>
                  <a:lnTo>
                    <a:pt x="10668" y="374903"/>
                  </a:lnTo>
                  <a:lnTo>
                    <a:pt x="1295400" y="374903"/>
                  </a:lnTo>
                  <a:lnTo>
                    <a:pt x="1295400" y="370332"/>
                  </a:lnTo>
                  <a:close/>
                </a:path>
                <a:path w="1306195" h="379730">
                  <a:moveTo>
                    <a:pt x="1295400" y="4572"/>
                  </a:moveTo>
                  <a:lnTo>
                    <a:pt x="1295400" y="374903"/>
                  </a:lnTo>
                  <a:lnTo>
                    <a:pt x="1299972" y="370332"/>
                  </a:lnTo>
                  <a:lnTo>
                    <a:pt x="1306068" y="370332"/>
                  </a:lnTo>
                  <a:lnTo>
                    <a:pt x="1306068" y="10667"/>
                  </a:lnTo>
                  <a:lnTo>
                    <a:pt x="1299972" y="10667"/>
                  </a:lnTo>
                  <a:lnTo>
                    <a:pt x="1295400" y="4572"/>
                  </a:lnTo>
                  <a:close/>
                </a:path>
                <a:path w="1306195" h="379730">
                  <a:moveTo>
                    <a:pt x="1306068" y="370332"/>
                  </a:moveTo>
                  <a:lnTo>
                    <a:pt x="1299972" y="370332"/>
                  </a:lnTo>
                  <a:lnTo>
                    <a:pt x="1295400" y="374903"/>
                  </a:lnTo>
                  <a:lnTo>
                    <a:pt x="1306068" y="374903"/>
                  </a:lnTo>
                  <a:lnTo>
                    <a:pt x="1306068" y="370332"/>
                  </a:lnTo>
                  <a:close/>
                </a:path>
                <a:path w="1306195" h="379730">
                  <a:moveTo>
                    <a:pt x="10668" y="4572"/>
                  </a:moveTo>
                  <a:lnTo>
                    <a:pt x="4572" y="10667"/>
                  </a:lnTo>
                  <a:lnTo>
                    <a:pt x="10668" y="10667"/>
                  </a:lnTo>
                  <a:lnTo>
                    <a:pt x="10668" y="4572"/>
                  </a:lnTo>
                  <a:close/>
                </a:path>
                <a:path w="1306195" h="379730">
                  <a:moveTo>
                    <a:pt x="1295400" y="4572"/>
                  </a:moveTo>
                  <a:lnTo>
                    <a:pt x="10668" y="4572"/>
                  </a:lnTo>
                  <a:lnTo>
                    <a:pt x="10668" y="10667"/>
                  </a:lnTo>
                  <a:lnTo>
                    <a:pt x="1295400" y="10667"/>
                  </a:lnTo>
                  <a:lnTo>
                    <a:pt x="1295400" y="4572"/>
                  </a:lnTo>
                  <a:close/>
                </a:path>
                <a:path w="1306195" h="379730">
                  <a:moveTo>
                    <a:pt x="1306068" y="4572"/>
                  </a:moveTo>
                  <a:lnTo>
                    <a:pt x="1295400" y="4572"/>
                  </a:lnTo>
                  <a:lnTo>
                    <a:pt x="1299972" y="10667"/>
                  </a:lnTo>
                  <a:lnTo>
                    <a:pt x="1306068" y="10667"/>
                  </a:lnTo>
                  <a:lnTo>
                    <a:pt x="1306068" y="4572"/>
                  </a:lnTo>
                  <a:close/>
                </a:path>
              </a:pathLst>
            </a:custGeom>
            <a:solidFill>
              <a:srgbClr val="5F8D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8556828" y="2357165"/>
            <a:ext cx="969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c(T)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=</a:t>
            </a:r>
            <a:r>
              <a:rPr sz="1800" spc="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20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8386571" y="4992618"/>
            <a:ext cx="1308100" cy="381000"/>
            <a:chOff x="8386571" y="4992618"/>
            <a:chExt cx="1308100" cy="381000"/>
          </a:xfrm>
        </p:grpSpPr>
        <p:pic>
          <p:nvPicPr>
            <p:cNvPr id="54" name="object 5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386571" y="4992618"/>
              <a:ext cx="1306068" cy="379475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386571" y="4992618"/>
              <a:ext cx="1307592" cy="38100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8388095" y="4994142"/>
              <a:ext cx="1306195" cy="379730"/>
            </a:xfrm>
            <a:custGeom>
              <a:avLst/>
              <a:gdLst/>
              <a:ahLst/>
              <a:cxnLst/>
              <a:rect l="l" t="t" r="r" b="b"/>
              <a:pathLst>
                <a:path w="1306195" h="379729">
                  <a:moveTo>
                    <a:pt x="13030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377951"/>
                  </a:lnTo>
                  <a:lnTo>
                    <a:pt x="3048" y="379475"/>
                  </a:lnTo>
                  <a:lnTo>
                    <a:pt x="1303020" y="379475"/>
                  </a:lnTo>
                  <a:lnTo>
                    <a:pt x="1306068" y="377951"/>
                  </a:lnTo>
                  <a:lnTo>
                    <a:pt x="1306068" y="374904"/>
                  </a:lnTo>
                  <a:lnTo>
                    <a:pt x="10668" y="374904"/>
                  </a:lnTo>
                  <a:lnTo>
                    <a:pt x="4572" y="370331"/>
                  </a:lnTo>
                  <a:lnTo>
                    <a:pt x="10668" y="370331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1306068" y="4572"/>
                  </a:lnTo>
                  <a:lnTo>
                    <a:pt x="1306068" y="3048"/>
                  </a:lnTo>
                  <a:lnTo>
                    <a:pt x="1303020" y="0"/>
                  </a:lnTo>
                  <a:close/>
                </a:path>
                <a:path w="1306195" h="379729">
                  <a:moveTo>
                    <a:pt x="10668" y="370331"/>
                  </a:moveTo>
                  <a:lnTo>
                    <a:pt x="4572" y="370331"/>
                  </a:lnTo>
                  <a:lnTo>
                    <a:pt x="10668" y="374904"/>
                  </a:lnTo>
                  <a:lnTo>
                    <a:pt x="10668" y="370331"/>
                  </a:lnTo>
                  <a:close/>
                </a:path>
                <a:path w="1306195" h="379729">
                  <a:moveTo>
                    <a:pt x="1295400" y="370331"/>
                  </a:moveTo>
                  <a:lnTo>
                    <a:pt x="10668" y="370331"/>
                  </a:lnTo>
                  <a:lnTo>
                    <a:pt x="10668" y="374904"/>
                  </a:lnTo>
                  <a:lnTo>
                    <a:pt x="1295400" y="374904"/>
                  </a:lnTo>
                  <a:lnTo>
                    <a:pt x="1295400" y="370331"/>
                  </a:lnTo>
                  <a:close/>
                </a:path>
                <a:path w="1306195" h="379729">
                  <a:moveTo>
                    <a:pt x="1295400" y="4572"/>
                  </a:moveTo>
                  <a:lnTo>
                    <a:pt x="1295400" y="374904"/>
                  </a:lnTo>
                  <a:lnTo>
                    <a:pt x="1299972" y="370331"/>
                  </a:lnTo>
                  <a:lnTo>
                    <a:pt x="1306068" y="370331"/>
                  </a:lnTo>
                  <a:lnTo>
                    <a:pt x="1306068" y="10668"/>
                  </a:lnTo>
                  <a:lnTo>
                    <a:pt x="1299972" y="10668"/>
                  </a:lnTo>
                  <a:lnTo>
                    <a:pt x="1295400" y="4572"/>
                  </a:lnTo>
                  <a:close/>
                </a:path>
                <a:path w="1306195" h="379729">
                  <a:moveTo>
                    <a:pt x="1306068" y="370331"/>
                  </a:moveTo>
                  <a:lnTo>
                    <a:pt x="1299972" y="370331"/>
                  </a:lnTo>
                  <a:lnTo>
                    <a:pt x="1295400" y="374904"/>
                  </a:lnTo>
                  <a:lnTo>
                    <a:pt x="1306068" y="374904"/>
                  </a:lnTo>
                  <a:lnTo>
                    <a:pt x="1306068" y="370331"/>
                  </a:lnTo>
                  <a:close/>
                </a:path>
                <a:path w="1306195" h="37972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1306195" h="379729">
                  <a:moveTo>
                    <a:pt x="12954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1295400" y="10668"/>
                  </a:lnTo>
                  <a:lnTo>
                    <a:pt x="1295400" y="4572"/>
                  </a:lnTo>
                  <a:close/>
                </a:path>
                <a:path w="1306195" h="379729">
                  <a:moveTo>
                    <a:pt x="1306068" y="4572"/>
                  </a:moveTo>
                  <a:lnTo>
                    <a:pt x="1295400" y="4572"/>
                  </a:lnTo>
                  <a:lnTo>
                    <a:pt x="1299972" y="10668"/>
                  </a:lnTo>
                  <a:lnTo>
                    <a:pt x="1306068" y="10668"/>
                  </a:lnTo>
                  <a:lnTo>
                    <a:pt x="1306068" y="4572"/>
                  </a:lnTo>
                  <a:close/>
                </a:path>
              </a:pathLst>
            </a:custGeom>
            <a:solidFill>
              <a:srgbClr val="5F8D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8576488" y="5024012"/>
            <a:ext cx="9283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c(T)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=</a:t>
            </a:r>
            <a:r>
              <a:rPr sz="1800" spc="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14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59" name="object 5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60" name="object 6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443" y="708654"/>
              <a:ext cx="3233927" cy="3977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7926705" cy="2875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Trong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số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tất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cả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của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G,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hãy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tìm 	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với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độ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dài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nhỏ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nhất.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như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vậy 	</a:t>
            </a:r>
            <a:r>
              <a:rPr sz="2600" dirty="0">
                <a:latin typeface="Arial"/>
                <a:cs typeface="Arial"/>
              </a:rPr>
              <a:t>được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gọi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cây</a:t>
            </a:r>
            <a:r>
              <a:rPr sz="260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khung</a:t>
            </a:r>
            <a:r>
              <a:rPr sz="260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nhỏ</a:t>
            </a:r>
            <a:r>
              <a:rPr sz="2600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nhất</a:t>
            </a:r>
            <a:r>
              <a:rPr sz="260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(minimum</a:t>
            </a:r>
            <a:r>
              <a:rPr sz="260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C00000"/>
                </a:solidFill>
                <a:latin typeface="Arial"/>
                <a:cs typeface="Arial"/>
              </a:rPr>
              <a:t>spanning 	</a:t>
            </a: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tree)</a:t>
            </a:r>
            <a:r>
              <a:rPr sz="260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của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và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bài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toán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đặt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ra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được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gọi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25" dirty="0">
                <a:latin typeface="Arial"/>
                <a:cs typeface="Arial"/>
              </a:rPr>
              <a:t> bài 	</a:t>
            </a:r>
            <a:r>
              <a:rPr sz="2600" dirty="0">
                <a:latin typeface="Arial"/>
                <a:cs typeface="Arial"/>
              </a:rPr>
              <a:t>toán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nhỏ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nhất.</a:t>
            </a:r>
            <a:endParaRPr sz="2600">
              <a:latin typeface="Arial"/>
              <a:cs typeface="Arial"/>
            </a:endParaRPr>
          </a:p>
          <a:p>
            <a:pPr marL="285115" marR="528320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Tương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tự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như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vậy,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độ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dài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lớn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nhất 	</a:t>
            </a:r>
            <a:r>
              <a:rPr sz="2600" dirty="0">
                <a:latin typeface="Arial"/>
                <a:cs typeface="Arial"/>
              </a:rPr>
              <a:t>được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gọi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lớn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nhất.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3627" y="417570"/>
            <a:ext cx="9020810" cy="6699884"/>
          </a:xfrm>
          <a:custGeom>
            <a:avLst/>
            <a:gdLst/>
            <a:ahLst/>
            <a:cxnLst/>
            <a:rect l="l" t="t" r="r" b="b"/>
            <a:pathLst>
              <a:path w="9020810" h="6699884">
                <a:moveTo>
                  <a:pt x="8703564" y="0"/>
                </a:moveTo>
                <a:lnTo>
                  <a:pt x="316991" y="0"/>
                </a:lnTo>
                <a:lnTo>
                  <a:pt x="300228" y="1524"/>
                </a:lnTo>
                <a:lnTo>
                  <a:pt x="249935" y="10667"/>
                </a:lnTo>
                <a:lnTo>
                  <a:pt x="204215" y="25907"/>
                </a:lnTo>
                <a:lnTo>
                  <a:pt x="161544" y="48767"/>
                </a:lnTo>
                <a:lnTo>
                  <a:pt x="121919" y="76200"/>
                </a:lnTo>
                <a:lnTo>
                  <a:pt x="76200" y="121919"/>
                </a:lnTo>
                <a:lnTo>
                  <a:pt x="57912" y="147827"/>
                </a:lnTo>
                <a:lnTo>
                  <a:pt x="48768" y="160019"/>
                </a:lnTo>
                <a:lnTo>
                  <a:pt x="41147" y="175259"/>
                </a:lnTo>
                <a:lnTo>
                  <a:pt x="33528" y="188975"/>
                </a:lnTo>
                <a:lnTo>
                  <a:pt x="15240" y="234695"/>
                </a:lnTo>
                <a:lnTo>
                  <a:pt x="10668" y="249935"/>
                </a:lnTo>
                <a:lnTo>
                  <a:pt x="7619" y="266700"/>
                </a:lnTo>
                <a:lnTo>
                  <a:pt x="4571" y="281939"/>
                </a:lnTo>
                <a:lnTo>
                  <a:pt x="3047" y="298703"/>
                </a:lnTo>
                <a:lnTo>
                  <a:pt x="1524" y="316991"/>
                </a:lnTo>
                <a:lnTo>
                  <a:pt x="0" y="333755"/>
                </a:lnTo>
                <a:lnTo>
                  <a:pt x="0" y="6367271"/>
                </a:lnTo>
                <a:lnTo>
                  <a:pt x="4571" y="6417563"/>
                </a:lnTo>
                <a:lnTo>
                  <a:pt x="15240" y="6466332"/>
                </a:lnTo>
                <a:lnTo>
                  <a:pt x="33528" y="6512052"/>
                </a:lnTo>
                <a:lnTo>
                  <a:pt x="67056" y="6566915"/>
                </a:lnTo>
                <a:lnTo>
                  <a:pt x="109728" y="6614159"/>
                </a:lnTo>
                <a:lnTo>
                  <a:pt x="121919" y="6623304"/>
                </a:lnTo>
                <a:lnTo>
                  <a:pt x="134112" y="6633971"/>
                </a:lnTo>
                <a:lnTo>
                  <a:pt x="188975" y="6667500"/>
                </a:lnTo>
                <a:lnTo>
                  <a:pt x="249935" y="6688835"/>
                </a:lnTo>
                <a:lnTo>
                  <a:pt x="316991" y="6699504"/>
                </a:lnTo>
                <a:lnTo>
                  <a:pt x="8705088" y="6699504"/>
                </a:lnTo>
                <a:lnTo>
                  <a:pt x="8738616" y="6696456"/>
                </a:lnTo>
                <a:lnTo>
                  <a:pt x="8753856" y="6693408"/>
                </a:lnTo>
                <a:lnTo>
                  <a:pt x="316991" y="6693408"/>
                </a:lnTo>
                <a:lnTo>
                  <a:pt x="283463" y="6690359"/>
                </a:lnTo>
                <a:lnTo>
                  <a:pt x="220980" y="6673596"/>
                </a:lnTo>
                <a:lnTo>
                  <a:pt x="150875" y="6638543"/>
                </a:lnTo>
                <a:lnTo>
                  <a:pt x="102108" y="6597396"/>
                </a:lnTo>
                <a:lnTo>
                  <a:pt x="62484" y="6550152"/>
                </a:lnTo>
                <a:lnTo>
                  <a:pt x="54863" y="6536435"/>
                </a:lnTo>
                <a:lnTo>
                  <a:pt x="45719" y="6522719"/>
                </a:lnTo>
                <a:lnTo>
                  <a:pt x="39624" y="6509004"/>
                </a:lnTo>
                <a:lnTo>
                  <a:pt x="32003" y="6493763"/>
                </a:lnTo>
                <a:lnTo>
                  <a:pt x="27431" y="6478523"/>
                </a:lnTo>
                <a:lnTo>
                  <a:pt x="13715" y="6432804"/>
                </a:lnTo>
                <a:lnTo>
                  <a:pt x="7619" y="6384035"/>
                </a:lnTo>
                <a:lnTo>
                  <a:pt x="7619" y="316991"/>
                </a:lnTo>
                <a:lnTo>
                  <a:pt x="13715" y="266700"/>
                </a:lnTo>
                <a:lnTo>
                  <a:pt x="27431" y="220979"/>
                </a:lnTo>
                <a:lnTo>
                  <a:pt x="32003" y="205739"/>
                </a:lnTo>
                <a:lnTo>
                  <a:pt x="39624" y="192024"/>
                </a:lnTo>
                <a:lnTo>
                  <a:pt x="45719" y="176783"/>
                </a:lnTo>
                <a:lnTo>
                  <a:pt x="54863" y="164591"/>
                </a:lnTo>
                <a:lnTo>
                  <a:pt x="62484" y="150875"/>
                </a:lnTo>
                <a:lnTo>
                  <a:pt x="71628" y="137159"/>
                </a:lnTo>
                <a:lnTo>
                  <a:pt x="82296" y="124967"/>
                </a:lnTo>
                <a:lnTo>
                  <a:pt x="91440" y="114300"/>
                </a:lnTo>
                <a:lnTo>
                  <a:pt x="126491" y="80772"/>
                </a:lnTo>
                <a:lnTo>
                  <a:pt x="164591" y="53339"/>
                </a:lnTo>
                <a:lnTo>
                  <a:pt x="207263" y="32003"/>
                </a:lnTo>
                <a:lnTo>
                  <a:pt x="220980" y="25907"/>
                </a:lnTo>
                <a:lnTo>
                  <a:pt x="251459" y="16763"/>
                </a:lnTo>
                <a:lnTo>
                  <a:pt x="268224" y="13715"/>
                </a:lnTo>
                <a:lnTo>
                  <a:pt x="283463" y="10667"/>
                </a:lnTo>
                <a:lnTo>
                  <a:pt x="300228" y="7619"/>
                </a:lnTo>
                <a:lnTo>
                  <a:pt x="316991" y="7619"/>
                </a:lnTo>
                <a:lnTo>
                  <a:pt x="333756" y="6095"/>
                </a:lnTo>
                <a:lnTo>
                  <a:pt x="8746235" y="6095"/>
                </a:lnTo>
                <a:lnTo>
                  <a:pt x="8738616" y="4572"/>
                </a:lnTo>
                <a:lnTo>
                  <a:pt x="8721852" y="1524"/>
                </a:lnTo>
                <a:lnTo>
                  <a:pt x="8703564" y="0"/>
                </a:lnTo>
                <a:close/>
              </a:path>
              <a:path w="9020810" h="6699884">
                <a:moveTo>
                  <a:pt x="8746235" y="6095"/>
                </a:moveTo>
                <a:lnTo>
                  <a:pt x="8686800" y="6095"/>
                </a:lnTo>
                <a:lnTo>
                  <a:pt x="8703564" y="7619"/>
                </a:lnTo>
                <a:lnTo>
                  <a:pt x="8720328" y="7619"/>
                </a:lnTo>
                <a:lnTo>
                  <a:pt x="8753856" y="13715"/>
                </a:lnTo>
                <a:lnTo>
                  <a:pt x="8769096" y="16763"/>
                </a:lnTo>
                <a:lnTo>
                  <a:pt x="8799576" y="25907"/>
                </a:lnTo>
                <a:lnTo>
                  <a:pt x="8814816" y="32003"/>
                </a:lnTo>
                <a:lnTo>
                  <a:pt x="8828532" y="39624"/>
                </a:lnTo>
                <a:lnTo>
                  <a:pt x="8843772" y="45719"/>
                </a:lnTo>
                <a:lnTo>
                  <a:pt x="8855964" y="53339"/>
                </a:lnTo>
                <a:lnTo>
                  <a:pt x="8883396" y="71627"/>
                </a:lnTo>
                <a:lnTo>
                  <a:pt x="8895588" y="80772"/>
                </a:lnTo>
                <a:lnTo>
                  <a:pt x="8906256" y="91439"/>
                </a:lnTo>
                <a:lnTo>
                  <a:pt x="8918448" y="102107"/>
                </a:lnTo>
                <a:lnTo>
                  <a:pt x="8929116" y="114300"/>
                </a:lnTo>
                <a:lnTo>
                  <a:pt x="8939784" y="124967"/>
                </a:lnTo>
                <a:lnTo>
                  <a:pt x="8948928" y="137159"/>
                </a:lnTo>
                <a:lnTo>
                  <a:pt x="8982456" y="192024"/>
                </a:lnTo>
                <a:lnTo>
                  <a:pt x="9003792" y="251459"/>
                </a:lnTo>
                <a:lnTo>
                  <a:pt x="9006840" y="268224"/>
                </a:lnTo>
                <a:lnTo>
                  <a:pt x="9009888" y="283463"/>
                </a:lnTo>
                <a:lnTo>
                  <a:pt x="9012936" y="300227"/>
                </a:lnTo>
                <a:lnTo>
                  <a:pt x="9012936" y="316991"/>
                </a:lnTo>
                <a:lnTo>
                  <a:pt x="9014460" y="333755"/>
                </a:lnTo>
                <a:lnTo>
                  <a:pt x="9014460" y="6367271"/>
                </a:lnTo>
                <a:lnTo>
                  <a:pt x="9012936" y="6384035"/>
                </a:lnTo>
                <a:lnTo>
                  <a:pt x="9012936" y="6400799"/>
                </a:lnTo>
                <a:lnTo>
                  <a:pt x="9009888" y="6416039"/>
                </a:lnTo>
                <a:lnTo>
                  <a:pt x="9006840" y="6432804"/>
                </a:lnTo>
                <a:lnTo>
                  <a:pt x="9003792" y="6448044"/>
                </a:lnTo>
                <a:lnTo>
                  <a:pt x="8999220" y="6464808"/>
                </a:lnTo>
                <a:lnTo>
                  <a:pt x="8994648" y="6480047"/>
                </a:lnTo>
                <a:lnTo>
                  <a:pt x="8988552" y="6493763"/>
                </a:lnTo>
                <a:lnTo>
                  <a:pt x="8982456" y="6509004"/>
                </a:lnTo>
                <a:lnTo>
                  <a:pt x="8958072" y="6550152"/>
                </a:lnTo>
                <a:lnTo>
                  <a:pt x="8929116" y="6586728"/>
                </a:lnTo>
                <a:lnTo>
                  <a:pt x="8906256" y="6608063"/>
                </a:lnTo>
                <a:lnTo>
                  <a:pt x="8895588" y="6618732"/>
                </a:lnTo>
                <a:lnTo>
                  <a:pt x="8828532" y="6661404"/>
                </a:lnTo>
                <a:lnTo>
                  <a:pt x="8784336" y="6679691"/>
                </a:lnTo>
                <a:lnTo>
                  <a:pt x="8769096" y="6682739"/>
                </a:lnTo>
                <a:lnTo>
                  <a:pt x="8752332" y="6687311"/>
                </a:lnTo>
                <a:lnTo>
                  <a:pt x="8737092" y="6690359"/>
                </a:lnTo>
                <a:lnTo>
                  <a:pt x="8703564" y="6693408"/>
                </a:lnTo>
                <a:lnTo>
                  <a:pt x="8753856" y="6693408"/>
                </a:lnTo>
                <a:lnTo>
                  <a:pt x="8801100" y="6679691"/>
                </a:lnTo>
                <a:lnTo>
                  <a:pt x="8846820" y="6659880"/>
                </a:lnTo>
                <a:lnTo>
                  <a:pt x="8886444" y="6633971"/>
                </a:lnTo>
                <a:lnTo>
                  <a:pt x="8923020" y="6601967"/>
                </a:lnTo>
                <a:lnTo>
                  <a:pt x="8953500" y="6566915"/>
                </a:lnTo>
                <a:lnTo>
                  <a:pt x="8964168" y="6553200"/>
                </a:lnTo>
                <a:lnTo>
                  <a:pt x="8971788" y="6539483"/>
                </a:lnTo>
                <a:lnTo>
                  <a:pt x="8980932" y="6525767"/>
                </a:lnTo>
                <a:lnTo>
                  <a:pt x="8987028" y="6512052"/>
                </a:lnTo>
                <a:lnTo>
                  <a:pt x="9005316" y="6466332"/>
                </a:lnTo>
                <a:lnTo>
                  <a:pt x="9019032" y="6400799"/>
                </a:lnTo>
                <a:lnTo>
                  <a:pt x="9020556" y="6384035"/>
                </a:lnTo>
                <a:lnTo>
                  <a:pt x="9020556" y="315467"/>
                </a:lnTo>
                <a:lnTo>
                  <a:pt x="9019032" y="298703"/>
                </a:lnTo>
                <a:lnTo>
                  <a:pt x="9015984" y="281939"/>
                </a:lnTo>
                <a:lnTo>
                  <a:pt x="9012936" y="266700"/>
                </a:lnTo>
                <a:lnTo>
                  <a:pt x="9009888" y="249935"/>
                </a:lnTo>
                <a:lnTo>
                  <a:pt x="9000744" y="219455"/>
                </a:lnTo>
                <a:lnTo>
                  <a:pt x="8994648" y="204215"/>
                </a:lnTo>
                <a:lnTo>
                  <a:pt x="8987028" y="188975"/>
                </a:lnTo>
                <a:lnTo>
                  <a:pt x="8979408" y="175259"/>
                </a:lnTo>
                <a:lnTo>
                  <a:pt x="8971788" y="160019"/>
                </a:lnTo>
                <a:lnTo>
                  <a:pt x="8944356" y="121919"/>
                </a:lnTo>
                <a:lnTo>
                  <a:pt x="8898636" y="76200"/>
                </a:lnTo>
                <a:lnTo>
                  <a:pt x="8886444" y="67055"/>
                </a:lnTo>
                <a:lnTo>
                  <a:pt x="8872728" y="56387"/>
                </a:lnTo>
                <a:lnTo>
                  <a:pt x="8860536" y="48767"/>
                </a:lnTo>
                <a:lnTo>
                  <a:pt x="8845296" y="41148"/>
                </a:lnTo>
                <a:lnTo>
                  <a:pt x="8831580" y="33527"/>
                </a:lnTo>
                <a:lnTo>
                  <a:pt x="8816340" y="25907"/>
                </a:lnTo>
                <a:lnTo>
                  <a:pt x="8801100" y="19811"/>
                </a:lnTo>
                <a:lnTo>
                  <a:pt x="8770620" y="10667"/>
                </a:lnTo>
                <a:lnTo>
                  <a:pt x="8753856" y="7619"/>
                </a:lnTo>
                <a:lnTo>
                  <a:pt x="8746235" y="6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20496" y="4155942"/>
            <a:ext cx="2753995" cy="2753995"/>
            <a:chOff x="920496" y="4155942"/>
            <a:chExt cx="2753995" cy="27539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2020" y="4157466"/>
              <a:ext cx="2752344" cy="27523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0496" y="4157466"/>
              <a:ext cx="2753867" cy="27523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0496" y="4155942"/>
              <a:ext cx="2753995" cy="2753995"/>
            </a:xfrm>
            <a:custGeom>
              <a:avLst/>
              <a:gdLst/>
              <a:ahLst/>
              <a:cxnLst/>
              <a:rect l="l" t="t" r="r" b="b"/>
              <a:pathLst>
                <a:path w="2753995" h="2753995">
                  <a:moveTo>
                    <a:pt x="2290572" y="0"/>
                  </a:moveTo>
                  <a:lnTo>
                    <a:pt x="461772" y="0"/>
                  </a:lnTo>
                  <a:lnTo>
                    <a:pt x="414528" y="3048"/>
                  </a:lnTo>
                  <a:lnTo>
                    <a:pt x="368807" y="9144"/>
                  </a:lnTo>
                  <a:lnTo>
                    <a:pt x="347472" y="15239"/>
                  </a:lnTo>
                  <a:lnTo>
                    <a:pt x="324612" y="21336"/>
                  </a:lnTo>
                  <a:lnTo>
                    <a:pt x="281940" y="36575"/>
                  </a:lnTo>
                  <a:lnTo>
                    <a:pt x="222503" y="67056"/>
                  </a:lnTo>
                  <a:lnTo>
                    <a:pt x="185928" y="92963"/>
                  </a:lnTo>
                  <a:lnTo>
                    <a:pt x="152400" y="120396"/>
                  </a:lnTo>
                  <a:lnTo>
                    <a:pt x="120395" y="152400"/>
                  </a:lnTo>
                  <a:lnTo>
                    <a:pt x="92963" y="185928"/>
                  </a:lnTo>
                  <a:lnTo>
                    <a:pt x="67056" y="222504"/>
                  </a:lnTo>
                  <a:lnTo>
                    <a:pt x="45719" y="262128"/>
                  </a:lnTo>
                  <a:lnTo>
                    <a:pt x="28956" y="303275"/>
                  </a:lnTo>
                  <a:lnTo>
                    <a:pt x="15240" y="347472"/>
                  </a:lnTo>
                  <a:lnTo>
                    <a:pt x="10667" y="370331"/>
                  </a:lnTo>
                  <a:lnTo>
                    <a:pt x="6095" y="391668"/>
                  </a:lnTo>
                  <a:lnTo>
                    <a:pt x="3047" y="416051"/>
                  </a:lnTo>
                  <a:lnTo>
                    <a:pt x="1523" y="438912"/>
                  </a:lnTo>
                  <a:lnTo>
                    <a:pt x="95" y="461772"/>
                  </a:lnTo>
                  <a:lnTo>
                    <a:pt x="0" y="2292096"/>
                  </a:lnTo>
                  <a:lnTo>
                    <a:pt x="1523" y="2314956"/>
                  </a:lnTo>
                  <a:lnTo>
                    <a:pt x="3047" y="2339340"/>
                  </a:lnTo>
                  <a:lnTo>
                    <a:pt x="9143" y="2385060"/>
                  </a:lnTo>
                  <a:lnTo>
                    <a:pt x="15240" y="2406396"/>
                  </a:lnTo>
                  <a:lnTo>
                    <a:pt x="21335" y="2429256"/>
                  </a:lnTo>
                  <a:lnTo>
                    <a:pt x="36575" y="2471928"/>
                  </a:lnTo>
                  <a:lnTo>
                    <a:pt x="67056" y="2531364"/>
                  </a:lnTo>
                  <a:lnTo>
                    <a:pt x="92963" y="2567940"/>
                  </a:lnTo>
                  <a:lnTo>
                    <a:pt x="120395" y="2601468"/>
                  </a:lnTo>
                  <a:lnTo>
                    <a:pt x="152400" y="2633472"/>
                  </a:lnTo>
                  <a:lnTo>
                    <a:pt x="185928" y="2660904"/>
                  </a:lnTo>
                  <a:lnTo>
                    <a:pt x="222503" y="2686812"/>
                  </a:lnTo>
                  <a:lnTo>
                    <a:pt x="262128" y="2708148"/>
                  </a:lnTo>
                  <a:lnTo>
                    <a:pt x="303275" y="2724912"/>
                  </a:lnTo>
                  <a:lnTo>
                    <a:pt x="347472" y="2738628"/>
                  </a:lnTo>
                  <a:lnTo>
                    <a:pt x="370331" y="2743200"/>
                  </a:lnTo>
                  <a:lnTo>
                    <a:pt x="391667" y="2747772"/>
                  </a:lnTo>
                  <a:lnTo>
                    <a:pt x="416051" y="2750820"/>
                  </a:lnTo>
                  <a:lnTo>
                    <a:pt x="463295" y="2753868"/>
                  </a:lnTo>
                  <a:lnTo>
                    <a:pt x="2292096" y="2753868"/>
                  </a:lnTo>
                  <a:lnTo>
                    <a:pt x="2339340" y="2750820"/>
                  </a:lnTo>
                  <a:lnTo>
                    <a:pt x="2362200" y="2747772"/>
                  </a:lnTo>
                  <a:lnTo>
                    <a:pt x="2385059" y="2743200"/>
                  </a:lnTo>
                  <a:lnTo>
                    <a:pt x="438912" y="2743200"/>
                  </a:lnTo>
                  <a:lnTo>
                    <a:pt x="416051" y="2741676"/>
                  </a:lnTo>
                  <a:lnTo>
                    <a:pt x="393191" y="2738628"/>
                  </a:lnTo>
                  <a:lnTo>
                    <a:pt x="371856" y="2734056"/>
                  </a:lnTo>
                  <a:lnTo>
                    <a:pt x="348995" y="2729484"/>
                  </a:lnTo>
                  <a:lnTo>
                    <a:pt x="306323" y="2715768"/>
                  </a:lnTo>
                  <a:lnTo>
                    <a:pt x="266700" y="2699004"/>
                  </a:lnTo>
                  <a:lnTo>
                    <a:pt x="228600" y="2677668"/>
                  </a:lnTo>
                  <a:lnTo>
                    <a:pt x="208787" y="2667000"/>
                  </a:lnTo>
                  <a:lnTo>
                    <a:pt x="192023" y="2653284"/>
                  </a:lnTo>
                  <a:lnTo>
                    <a:pt x="175259" y="2641092"/>
                  </a:lnTo>
                  <a:lnTo>
                    <a:pt x="141731" y="2610612"/>
                  </a:lnTo>
                  <a:lnTo>
                    <a:pt x="128015" y="2595372"/>
                  </a:lnTo>
                  <a:lnTo>
                    <a:pt x="112775" y="2578608"/>
                  </a:lnTo>
                  <a:lnTo>
                    <a:pt x="100584" y="2561844"/>
                  </a:lnTo>
                  <a:lnTo>
                    <a:pt x="86867" y="2543556"/>
                  </a:lnTo>
                  <a:lnTo>
                    <a:pt x="76200" y="2525268"/>
                  </a:lnTo>
                  <a:lnTo>
                    <a:pt x="64007" y="2506980"/>
                  </a:lnTo>
                  <a:lnTo>
                    <a:pt x="45719" y="2467356"/>
                  </a:lnTo>
                  <a:lnTo>
                    <a:pt x="38100" y="2446020"/>
                  </a:lnTo>
                  <a:lnTo>
                    <a:pt x="30479" y="2426208"/>
                  </a:lnTo>
                  <a:lnTo>
                    <a:pt x="24384" y="2404872"/>
                  </a:lnTo>
                  <a:lnTo>
                    <a:pt x="19812" y="2382012"/>
                  </a:lnTo>
                  <a:lnTo>
                    <a:pt x="15240" y="2360676"/>
                  </a:lnTo>
                  <a:lnTo>
                    <a:pt x="12191" y="2337816"/>
                  </a:lnTo>
                  <a:lnTo>
                    <a:pt x="10667" y="2314956"/>
                  </a:lnTo>
                  <a:lnTo>
                    <a:pt x="10667" y="438912"/>
                  </a:lnTo>
                  <a:lnTo>
                    <a:pt x="12191" y="416051"/>
                  </a:lnTo>
                  <a:lnTo>
                    <a:pt x="15240" y="393192"/>
                  </a:lnTo>
                  <a:lnTo>
                    <a:pt x="19812" y="371856"/>
                  </a:lnTo>
                  <a:lnTo>
                    <a:pt x="24384" y="348995"/>
                  </a:lnTo>
                  <a:lnTo>
                    <a:pt x="38100" y="306324"/>
                  </a:lnTo>
                  <a:lnTo>
                    <a:pt x="54863" y="266700"/>
                  </a:lnTo>
                  <a:lnTo>
                    <a:pt x="76200" y="228600"/>
                  </a:lnTo>
                  <a:lnTo>
                    <a:pt x="86867" y="208787"/>
                  </a:lnTo>
                  <a:lnTo>
                    <a:pt x="100584" y="192024"/>
                  </a:lnTo>
                  <a:lnTo>
                    <a:pt x="112775" y="175260"/>
                  </a:lnTo>
                  <a:lnTo>
                    <a:pt x="143256" y="141732"/>
                  </a:lnTo>
                  <a:lnTo>
                    <a:pt x="175259" y="112775"/>
                  </a:lnTo>
                  <a:lnTo>
                    <a:pt x="192023" y="100584"/>
                  </a:lnTo>
                  <a:lnTo>
                    <a:pt x="210312" y="86867"/>
                  </a:lnTo>
                  <a:lnTo>
                    <a:pt x="228600" y="76200"/>
                  </a:lnTo>
                  <a:lnTo>
                    <a:pt x="246887" y="64008"/>
                  </a:lnTo>
                  <a:lnTo>
                    <a:pt x="286512" y="45720"/>
                  </a:lnTo>
                  <a:lnTo>
                    <a:pt x="306323" y="38100"/>
                  </a:lnTo>
                  <a:lnTo>
                    <a:pt x="327659" y="30479"/>
                  </a:lnTo>
                  <a:lnTo>
                    <a:pt x="348995" y="24384"/>
                  </a:lnTo>
                  <a:lnTo>
                    <a:pt x="371856" y="19812"/>
                  </a:lnTo>
                  <a:lnTo>
                    <a:pt x="393191" y="15239"/>
                  </a:lnTo>
                  <a:lnTo>
                    <a:pt x="416051" y="12191"/>
                  </a:lnTo>
                  <a:lnTo>
                    <a:pt x="438912" y="10667"/>
                  </a:lnTo>
                  <a:lnTo>
                    <a:pt x="2383536" y="10667"/>
                  </a:lnTo>
                  <a:lnTo>
                    <a:pt x="2362200" y="6096"/>
                  </a:lnTo>
                  <a:lnTo>
                    <a:pt x="2337816" y="3048"/>
                  </a:lnTo>
                  <a:lnTo>
                    <a:pt x="2290572" y="0"/>
                  </a:lnTo>
                  <a:close/>
                </a:path>
                <a:path w="2753995" h="2753995">
                  <a:moveTo>
                    <a:pt x="2383536" y="10667"/>
                  </a:moveTo>
                  <a:lnTo>
                    <a:pt x="2314955" y="10667"/>
                  </a:lnTo>
                  <a:lnTo>
                    <a:pt x="2337816" y="12191"/>
                  </a:lnTo>
                  <a:lnTo>
                    <a:pt x="2360676" y="15239"/>
                  </a:lnTo>
                  <a:lnTo>
                    <a:pt x="2382012" y="19812"/>
                  </a:lnTo>
                  <a:lnTo>
                    <a:pt x="2404871" y="24384"/>
                  </a:lnTo>
                  <a:lnTo>
                    <a:pt x="2426207" y="30479"/>
                  </a:lnTo>
                  <a:lnTo>
                    <a:pt x="2447543" y="38100"/>
                  </a:lnTo>
                  <a:lnTo>
                    <a:pt x="2467355" y="45720"/>
                  </a:lnTo>
                  <a:lnTo>
                    <a:pt x="2506979" y="64008"/>
                  </a:lnTo>
                  <a:lnTo>
                    <a:pt x="2525267" y="76200"/>
                  </a:lnTo>
                  <a:lnTo>
                    <a:pt x="2545079" y="86867"/>
                  </a:lnTo>
                  <a:lnTo>
                    <a:pt x="2561843" y="100584"/>
                  </a:lnTo>
                  <a:lnTo>
                    <a:pt x="2578607" y="112775"/>
                  </a:lnTo>
                  <a:lnTo>
                    <a:pt x="2595371" y="128015"/>
                  </a:lnTo>
                  <a:lnTo>
                    <a:pt x="2625852" y="158495"/>
                  </a:lnTo>
                  <a:lnTo>
                    <a:pt x="2641091" y="175260"/>
                  </a:lnTo>
                  <a:lnTo>
                    <a:pt x="2653283" y="192024"/>
                  </a:lnTo>
                  <a:lnTo>
                    <a:pt x="2667000" y="210312"/>
                  </a:lnTo>
                  <a:lnTo>
                    <a:pt x="2677667" y="228600"/>
                  </a:lnTo>
                  <a:lnTo>
                    <a:pt x="2689859" y="246887"/>
                  </a:lnTo>
                  <a:lnTo>
                    <a:pt x="2708148" y="286512"/>
                  </a:lnTo>
                  <a:lnTo>
                    <a:pt x="2715767" y="306324"/>
                  </a:lnTo>
                  <a:lnTo>
                    <a:pt x="2723388" y="327660"/>
                  </a:lnTo>
                  <a:lnTo>
                    <a:pt x="2729483" y="348995"/>
                  </a:lnTo>
                  <a:lnTo>
                    <a:pt x="2734055" y="371856"/>
                  </a:lnTo>
                  <a:lnTo>
                    <a:pt x="2738628" y="393192"/>
                  </a:lnTo>
                  <a:lnTo>
                    <a:pt x="2741676" y="416051"/>
                  </a:lnTo>
                  <a:lnTo>
                    <a:pt x="2743200" y="438912"/>
                  </a:lnTo>
                  <a:lnTo>
                    <a:pt x="2743200" y="2314956"/>
                  </a:lnTo>
                  <a:lnTo>
                    <a:pt x="2741676" y="2337816"/>
                  </a:lnTo>
                  <a:lnTo>
                    <a:pt x="2738628" y="2360676"/>
                  </a:lnTo>
                  <a:lnTo>
                    <a:pt x="2734055" y="2382012"/>
                  </a:lnTo>
                  <a:lnTo>
                    <a:pt x="2729483" y="2404872"/>
                  </a:lnTo>
                  <a:lnTo>
                    <a:pt x="2715767" y="2447544"/>
                  </a:lnTo>
                  <a:lnTo>
                    <a:pt x="2699004" y="2487168"/>
                  </a:lnTo>
                  <a:lnTo>
                    <a:pt x="2677667" y="2525268"/>
                  </a:lnTo>
                  <a:lnTo>
                    <a:pt x="2667000" y="2545080"/>
                  </a:lnTo>
                  <a:lnTo>
                    <a:pt x="2653283" y="2561844"/>
                  </a:lnTo>
                  <a:lnTo>
                    <a:pt x="2641091" y="2578608"/>
                  </a:lnTo>
                  <a:lnTo>
                    <a:pt x="2625852" y="2595372"/>
                  </a:lnTo>
                  <a:lnTo>
                    <a:pt x="2595371" y="2625852"/>
                  </a:lnTo>
                  <a:lnTo>
                    <a:pt x="2578607" y="2641092"/>
                  </a:lnTo>
                  <a:lnTo>
                    <a:pt x="2561843" y="2653284"/>
                  </a:lnTo>
                  <a:lnTo>
                    <a:pt x="2543555" y="2667000"/>
                  </a:lnTo>
                  <a:lnTo>
                    <a:pt x="2525267" y="2677668"/>
                  </a:lnTo>
                  <a:lnTo>
                    <a:pt x="2506979" y="2689860"/>
                  </a:lnTo>
                  <a:lnTo>
                    <a:pt x="2467355" y="2708148"/>
                  </a:lnTo>
                  <a:lnTo>
                    <a:pt x="2446019" y="2715768"/>
                  </a:lnTo>
                  <a:lnTo>
                    <a:pt x="2426207" y="2723388"/>
                  </a:lnTo>
                  <a:lnTo>
                    <a:pt x="2404871" y="2729484"/>
                  </a:lnTo>
                  <a:lnTo>
                    <a:pt x="2382012" y="2734056"/>
                  </a:lnTo>
                  <a:lnTo>
                    <a:pt x="2360676" y="2738628"/>
                  </a:lnTo>
                  <a:lnTo>
                    <a:pt x="2337816" y="2741676"/>
                  </a:lnTo>
                  <a:lnTo>
                    <a:pt x="2314955" y="2743200"/>
                  </a:lnTo>
                  <a:lnTo>
                    <a:pt x="2385059" y="2743200"/>
                  </a:lnTo>
                  <a:lnTo>
                    <a:pt x="2429255" y="2732532"/>
                  </a:lnTo>
                  <a:lnTo>
                    <a:pt x="2471928" y="2717292"/>
                  </a:lnTo>
                  <a:lnTo>
                    <a:pt x="2531364" y="2686812"/>
                  </a:lnTo>
                  <a:lnTo>
                    <a:pt x="2567940" y="2660904"/>
                  </a:lnTo>
                  <a:lnTo>
                    <a:pt x="2601467" y="2633472"/>
                  </a:lnTo>
                  <a:lnTo>
                    <a:pt x="2633471" y="2601468"/>
                  </a:lnTo>
                  <a:lnTo>
                    <a:pt x="2660904" y="2567940"/>
                  </a:lnTo>
                  <a:lnTo>
                    <a:pt x="2686812" y="2531364"/>
                  </a:lnTo>
                  <a:lnTo>
                    <a:pt x="2708148" y="2491740"/>
                  </a:lnTo>
                  <a:lnTo>
                    <a:pt x="2724912" y="2450592"/>
                  </a:lnTo>
                  <a:lnTo>
                    <a:pt x="2738628" y="2406396"/>
                  </a:lnTo>
                  <a:lnTo>
                    <a:pt x="2743200" y="2383536"/>
                  </a:lnTo>
                  <a:lnTo>
                    <a:pt x="2747771" y="2362200"/>
                  </a:lnTo>
                  <a:lnTo>
                    <a:pt x="2750819" y="2337816"/>
                  </a:lnTo>
                  <a:lnTo>
                    <a:pt x="2752343" y="2314956"/>
                  </a:lnTo>
                  <a:lnTo>
                    <a:pt x="2753772" y="2292096"/>
                  </a:lnTo>
                  <a:lnTo>
                    <a:pt x="2753867" y="461772"/>
                  </a:lnTo>
                  <a:lnTo>
                    <a:pt x="2752343" y="438912"/>
                  </a:lnTo>
                  <a:lnTo>
                    <a:pt x="2750819" y="414528"/>
                  </a:lnTo>
                  <a:lnTo>
                    <a:pt x="2743200" y="368807"/>
                  </a:lnTo>
                  <a:lnTo>
                    <a:pt x="2732531" y="324612"/>
                  </a:lnTo>
                  <a:lnTo>
                    <a:pt x="2717291" y="281939"/>
                  </a:lnTo>
                  <a:lnTo>
                    <a:pt x="2686812" y="222504"/>
                  </a:lnTo>
                  <a:lnTo>
                    <a:pt x="2660904" y="185928"/>
                  </a:lnTo>
                  <a:lnTo>
                    <a:pt x="2633471" y="152400"/>
                  </a:lnTo>
                  <a:lnTo>
                    <a:pt x="2601467" y="120396"/>
                  </a:lnTo>
                  <a:lnTo>
                    <a:pt x="2567940" y="92963"/>
                  </a:lnTo>
                  <a:lnTo>
                    <a:pt x="2531364" y="67056"/>
                  </a:lnTo>
                  <a:lnTo>
                    <a:pt x="2491740" y="45720"/>
                  </a:lnTo>
                  <a:lnTo>
                    <a:pt x="2450591" y="28956"/>
                  </a:lnTo>
                  <a:lnTo>
                    <a:pt x="2406395" y="15239"/>
                  </a:lnTo>
                  <a:lnTo>
                    <a:pt x="2383536" y="10667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7014971" y="1335018"/>
            <a:ext cx="2755900" cy="2755900"/>
            <a:chOff x="7014971" y="1335018"/>
            <a:chExt cx="2755900" cy="27559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14971" y="1335018"/>
              <a:ext cx="2752344" cy="275234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14971" y="1335018"/>
              <a:ext cx="2755392" cy="275539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016495" y="1336542"/>
              <a:ext cx="2753995" cy="2753995"/>
            </a:xfrm>
            <a:custGeom>
              <a:avLst/>
              <a:gdLst/>
              <a:ahLst/>
              <a:cxnLst/>
              <a:rect l="l" t="t" r="r" b="b"/>
              <a:pathLst>
                <a:path w="2753995" h="2753995">
                  <a:moveTo>
                    <a:pt x="2290572" y="0"/>
                  </a:moveTo>
                  <a:lnTo>
                    <a:pt x="461772" y="0"/>
                  </a:lnTo>
                  <a:lnTo>
                    <a:pt x="414527" y="3048"/>
                  </a:lnTo>
                  <a:lnTo>
                    <a:pt x="368807" y="9144"/>
                  </a:lnTo>
                  <a:lnTo>
                    <a:pt x="347472" y="15239"/>
                  </a:lnTo>
                  <a:lnTo>
                    <a:pt x="324611" y="21336"/>
                  </a:lnTo>
                  <a:lnTo>
                    <a:pt x="281939" y="36575"/>
                  </a:lnTo>
                  <a:lnTo>
                    <a:pt x="222503" y="67056"/>
                  </a:lnTo>
                  <a:lnTo>
                    <a:pt x="185927" y="92963"/>
                  </a:lnTo>
                  <a:lnTo>
                    <a:pt x="152400" y="120396"/>
                  </a:lnTo>
                  <a:lnTo>
                    <a:pt x="120396" y="152400"/>
                  </a:lnTo>
                  <a:lnTo>
                    <a:pt x="92963" y="185927"/>
                  </a:lnTo>
                  <a:lnTo>
                    <a:pt x="67055" y="222503"/>
                  </a:lnTo>
                  <a:lnTo>
                    <a:pt x="45720" y="262127"/>
                  </a:lnTo>
                  <a:lnTo>
                    <a:pt x="28955" y="303275"/>
                  </a:lnTo>
                  <a:lnTo>
                    <a:pt x="15239" y="347472"/>
                  </a:lnTo>
                  <a:lnTo>
                    <a:pt x="10668" y="370332"/>
                  </a:lnTo>
                  <a:lnTo>
                    <a:pt x="6096" y="391667"/>
                  </a:lnTo>
                  <a:lnTo>
                    <a:pt x="3048" y="416051"/>
                  </a:lnTo>
                  <a:lnTo>
                    <a:pt x="1524" y="438912"/>
                  </a:lnTo>
                  <a:lnTo>
                    <a:pt x="95" y="461772"/>
                  </a:lnTo>
                  <a:lnTo>
                    <a:pt x="0" y="2292096"/>
                  </a:lnTo>
                  <a:lnTo>
                    <a:pt x="1524" y="2314956"/>
                  </a:lnTo>
                  <a:lnTo>
                    <a:pt x="3048" y="2339340"/>
                  </a:lnTo>
                  <a:lnTo>
                    <a:pt x="9144" y="2385060"/>
                  </a:lnTo>
                  <a:lnTo>
                    <a:pt x="15239" y="2406396"/>
                  </a:lnTo>
                  <a:lnTo>
                    <a:pt x="21335" y="2429256"/>
                  </a:lnTo>
                  <a:lnTo>
                    <a:pt x="36575" y="2471928"/>
                  </a:lnTo>
                  <a:lnTo>
                    <a:pt x="67055" y="2531364"/>
                  </a:lnTo>
                  <a:lnTo>
                    <a:pt x="92963" y="2567940"/>
                  </a:lnTo>
                  <a:lnTo>
                    <a:pt x="120396" y="2601467"/>
                  </a:lnTo>
                  <a:lnTo>
                    <a:pt x="152400" y="2633472"/>
                  </a:lnTo>
                  <a:lnTo>
                    <a:pt x="185927" y="2660904"/>
                  </a:lnTo>
                  <a:lnTo>
                    <a:pt x="222503" y="2686812"/>
                  </a:lnTo>
                  <a:lnTo>
                    <a:pt x="262127" y="2708148"/>
                  </a:lnTo>
                  <a:lnTo>
                    <a:pt x="303275" y="2724912"/>
                  </a:lnTo>
                  <a:lnTo>
                    <a:pt x="347472" y="2738628"/>
                  </a:lnTo>
                  <a:lnTo>
                    <a:pt x="370331" y="2743200"/>
                  </a:lnTo>
                  <a:lnTo>
                    <a:pt x="391668" y="2747772"/>
                  </a:lnTo>
                  <a:lnTo>
                    <a:pt x="416051" y="2750820"/>
                  </a:lnTo>
                  <a:lnTo>
                    <a:pt x="463296" y="2753867"/>
                  </a:lnTo>
                  <a:lnTo>
                    <a:pt x="2292096" y="2753867"/>
                  </a:lnTo>
                  <a:lnTo>
                    <a:pt x="2339339" y="2750820"/>
                  </a:lnTo>
                  <a:lnTo>
                    <a:pt x="2362200" y="2747772"/>
                  </a:lnTo>
                  <a:lnTo>
                    <a:pt x="2385059" y="2743200"/>
                  </a:lnTo>
                  <a:lnTo>
                    <a:pt x="438911" y="2743200"/>
                  </a:lnTo>
                  <a:lnTo>
                    <a:pt x="416051" y="2741676"/>
                  </a:lnTo>
                  <a:lnTo>
                    <a:pt x="393192" y="2738628"/>
                  </a:lnTo>
                  <a:lnTo>
                    <a:pt x="371855" y="2734056"/>
                  </a:lnTo>
                  <a:lnTo>
                    <a:pt x="348996" y="2729484"/>
                  </a:lnTo>
                  <a:lnTo>
                    <a:pt x="306324" y="2715767"/>
                  </a:lnTo>
                  <a:lnTo>
                    <a:pt x="266700" y="2699004"/>
                  </a:lnTo>
                  <a:lnTo>
                    <a:pt x="228600" y="2677667"/>
                  </a:lnTo>
                  <a:lnTo>
                    <a:pt x="208787" y="2667000"/>
                  </a:lnTo>
                  <a:lnTo>
                    <a:pt x="192024" y="2653284"/>
                  </a:lnTo>
                  <a:lnTo>
                    <a:pt x="175259" y="2641091"/>
                  </a:lnTo>
                  <a:lnTo>
                    <a:pt x="141731" y="2610612"/>
                  </a:lnTo>
                  <a:lnTo>
                    <a:pt x="128015" y="2595372"/>
                  </a:lnTo>
                  <a:lnTo>
                    <a:pt x="112775" y="2578608"/>
                  </a:lnTo>
                  <a:lnTo>
                    <a:pt x="100583" y="2561844"/>
                  </a:lnTo>
                  <a:lnTo>
                    <a:pt x="86868" y="2543556"/>
                  </a:lnTo>
                  <a:lnTo>
                    <a:pt x="76200" y="2525267"/>
                  </a:lnTo>
                  <a:lnTo>
                    <a:pt x="64007" y="2506979"/>
                  </a:lnTo>
                  <a:lnTo>
                    <a:pt x="45720" y="2467356"/>
                  </a:lnTo>
                  <a:lnTo>
                    <a:pt x="38100" y="2446020"/>
                  </a:lnTo>
                  <a:lnTo>
                    <a:pt x="30479" y="2426208"/>
                  </a:lnTo>
                  <a:lnTo>
                    <a:pt x="24383" y="2404872"/>
                  </a:lnTo>
                  <a:lnTo>
                    <a:pt x="19811" y="2382012"/>
                  </a:lnTo>
                  <a:lnTo>
                    <a:pt x="15239" y="2360676"/>
                  </a:lnTo>
                  <a:lnTo>
                    <a:pt x="12192" y="2337816"/>
                  </a:lnTo>
                  <a:lnTo>
                    <a:pt x="10668" y="2314956"/>
                  </a:lnTo>
                  <a:lnTo>
                    <a:pt x="10668" y="438912"/>
                  </a:lnTo>
                  <a:lnTo>
                    <a:pt x="12192" y="416051"/>
                  </a:lnTo>
                  <a:lnTo>
                    <a:pt x="15239" y="393191"/>
                  </a:lnTo>
                  <a:lnTo>
                    <a:pt x="19811" y="371856"/>
                  </a:lnTo>
                  <a:lnTo>
                    <a:pt x="24383" y="348996"/>
                  </a:lnTo>
                  <a:lnTo>
                    <a:pt x="38100" y="306324"/>
                  </a:lnTo>
                  <a:lnTo>
                    <a:pt x="64007" y="246887"/>
                  </a:lnTo>
                  <a:lnTo>
                    <a:pt x="76200" y="228600"/>
                  </a:lnTo>
                  <a:lnTo>
                    <a:pt x="86868" y="208787"/>
                  </a:lnTo>
                  <a:lnTo>
                    <a:pt x="100583" y="192024"/>
                  </a:lnTo>
                  <a:lnTo>
                    <a:pt x="112775" y="175260"/>
                  </a:lnTo>
                  <a:lnTo>
                    <a:pt x="143255" y="141732"/>
                  </a:lnTo>
                  <a:lnTo>
                    <a:pt x="175259" y="112775"/>
                  </a:lnTo>
                  <a:lnTo>
                    <a:pt x="192024" y="100584"/>
                  </a:lnTo>
                  <a:lnTo>
                    <a:pt x="210311" y="86867"/>
                  </a:lnTo>
                  <a:lnTo>
                    <a:pt x="228600" y="76200"/>
                  </a:lnTo>
                  <a:lnTo>
                    <a:pt x="246887" y="64008"/>
                  </a:lnTo>
                  <a:lnTo>
                    <a:pt x="286511" y="45720"/>
                  </a:lnTo>
                  <a:lnTo>
                    <a:pt x="306324" y="38100"/>
                  </a:lnTo>
                  <a:lnTo>
                    <a:pt x="327659" y="30479"/>
                  </a:lnTo>
                  <a:lnTo>
                    <a:pt x="348996" y="24384"/>
                  </a:lnTo>
                  <a:lnTo>
                    <a:pt x="371855" y="19812"/>
                  </a:lnTo>
                  <a:lnTo>
                    <a:pt x="393192" y="15239"/>
                  </a:lnTo>
                  <a:lnTo>
                    <a:pt x="416051" y="12191"/>
                  </a:lnTo>
                  <a:lnTo>
                    <a:pt x="438911" y="10667"/>
                  </a:lnTo>
                  <a:lnTo>
                    <a:pt x="2383535" y="10667"/>
                  </a:lnTo>
                  <a:lnTo>
                    <a:pt x="2362200" y="6096"/>
                  </a:lnTo>
                  <a:lnTo>
                    <a:pt x="2337815" y="3048"/>
                  </a:lnTo>
                  <a:lnTo>
                    <a:pt x="2290572" y="0"/>
                  </a:lnTo>
                  <a:close/>
                </a:path>
                <a:path w="2753995" h="2753995">
                  <a:moveTo>
                    <a:pt x="2383535" y="10667"/>
                  </a:moveTo>
                  <a:lnTo>
                    <a:pt x="2314955" y="10667"/>
                  </a:lnTo>
                  <a:lnTo>
                    <a:pt x="2337815" y="12191"/>
                  </a:lnTo>
                  <a:lnTo>
                    <a:pt x="2360676" y="15239"/>
                  </a:lnTo>
                  <a:lnTo>
                    <a:pt x="2382011" y="19812"/>
                  </a:lnTo>
                  <a:lnTo>
                    <a:pt x="2404872" y="24384"/>
                  </a:lnTo>
                  <a:lnTo>
                    <a:pt x="2426207" y="30479"/>
                  </a:lnTo>
                  <a:lnTo>
                    <a:pt x="2467355" y="45720"/>
                  </a:lnTo>
                  <a:lnTo>
                    <a:pt x="2506979" y="65532"/>
                  </a:lnTo>
                  <a:lnTo>
                    <a:pt x="2525268" y="76200"/>
                  </a:lnTo>
                  <a:lnTo>
                    <a:pt x="2545079" y="86867"/>
                  </a:lnTo>
                  <a:lnTo>
                    <a:pt x="2561844" y="100584"/>
                  </a:lnTo>
                  <a:lnTo>
                    <a:pt x="2578607" y="112775"/>
                  </a:lnTo>
                  <a:lnTo>
                    <a:pt x="2595372" y="128015"/>
                  </a:lnTo>
                  <a:lnTo>
                    <a:pt x="2625852" y="158496"/>
                  </a:lnTo>
                  <a:lnTo>
                    <a:pt x="2641092" y="175260"/>
                  </a:lnTo>
                  <a:lnTo>
                    <a:pt x="2653283" y="192024"/>
                  </a:lnTo>
                  <a:lnTo>
                    <a:pt x="2667000" y="210312"/>
                  </a:lnTo>
                  <a:lnTo>
                    <a:pt x="2677668" y="228600"/>
                  </a:lnTo>
                  <a:lnTo>
                    <a:pt x="2689859" y="246887"/>
                  </a:lnTo>
                  <a:lnTo>
                    <a:pt x="2708148" y="286512"/>
                  </a:lnTo>
                  <a:lnTo>
                    <a:pt x="2715768" y="306324"/>
                  </a:lnTo>
                  <a:lnTo>
                    <a:pt x="2723387" y="327660"/>
                  </a:lnTo>
                  <a:lnTo>
                    <a:pt x="2729483" y="348996"/>
                  </a:lnTo>
                  <a:lnTo>
                    <a:pt x="2734055" y="371856"/>
                  </a:lnTo>
                  <a:lnTo>
                    <a:pt x="2738628" y="393191"/>
                  </a:lnTo>
                  <a:lnTo>
                    <a:pt x="2741676" y="416051"/>
                  </a:lnTo>
                  <a:lnTo>
                    <a:pt x="2743200" y="438912"/>
                  </a:lnTo>
                  <a:lnTo>
                    <a:pt x="2743200" y="2314956"/>
                  </a:lnTo>
                  <a:lnTo>
                    <a:pt x="2741676" y="2337816"/>
                  </a:lnTo>
                  <a:lnTo>
                    <a:pt x="2738628" y="2360676"/>
                  </a:lnTo>
                  <a:lnTo>
                    <a:pt x="2734055" y="2382012"/>
                  </a:lnTo>
                  <a:lnTo>
                    <a:pt x="2729483" y="2404872"/>
                  </a:lnTo>
                  <a:lnTo>
                    <a:pt x="2715768" y="2447544"/>
                  </a:lnTo>
                  <a:lnTo>
                    <a:pt x="2699004" y="2487167"/>
                  </a:lnTo>
                  <a:lnTo>
                    <a:pt x="2677668" y="2525267"/>
                  </a:lnTo>
                  <a:lnTo>
                    <a:pt x="2667000" y="2545079"/>
                  </a:lnTo>
                  <a:lnTo>
                    <a:pt x="2653283" y="2561844"/>
                  </a:lnTo>
                  <a:lnTo>
                    <a:pt x="2641092" y="2578608"/>
                  </a:lnTo>
                  <a:lnTo>
                    <a:pt x="2625852" y="2595372"/>
                  </a:lnTo>
                  <a:lnTo>
                    <a:pt x="2595372" y="2625852"/>
                  </a:lnTo>
                  <a:lnTo>
                    <a:pt x="2578607" y="2641091"/>
                  </a:lnTo>
                  <a:lnTo>
                    <a:pt x="2561844" y="2653284"/>
                  </a:lnTo>
                  <a:lnTo>
                    <a:pt x="2543555" y="2667000"/>
                  </a:lnTo>
                  <a:lnTo>
                    <a:pt x="2525268" y="2677667"/>
                  </a:lnTo>
                  <a:lnTo>
                    <a:pt x="2506979" y="2689860"/>
                  </a:lnTo>
                  <a:lnTo>
                    <a:pt x="2467355" y="2708148"/>
                  </a:lnTo>
                  <a:lnTo>
                    <a:pt x="2446020" y="2715767"/>
                  </a:lnTo>
                  <a:lnTo>
                    <a:pt x="2426207" y="2723388"/>
                  </a:lnTo>
                  <a:lnTo>
                    <a:pt x="2404872" y="2729484"/>
                  </a:lnTo>
                  <a:lnTo>
                    <a:pt x="2382011" y="2734056"/>
                  </a:lnTo>
                  <a:lnTo>
                    <a:pt x="2360676" y="2738628"/>
                  </a:lnTo>
                  <a:lnTo>
                    <a:pt x="2337815" y="2741676"/>
                  </a:lnTo>
                  <a:lnTo>
                    <a:pt x="2314955" y="2743200"/>
                  </a:lnTo>
                  <a:lnTo>
                    <a:pt x="2385059" y="2743200"/>
                  </a:lnTo>
                  <a:lnTo>
                    <a:pt x="2429255" y="2732532"/>
                  </a:lnTo>
                  <a:lnTo>
                    <a:pt x="2471928" y="2717291"/>
                  </a:lnTo>
                  <a:lnTo>
                    <a:pt x="2531363" y="2686812"/>
                  </a:lnTo>
                  <a:lnTo>
                    <a:pt x="2567939" y="2660904"/>
                  </a:lnTo>
                  <a:lnTo>
                    <a:pt x="2601468" y="2633472"/>
                  </a:lnTo>
                  <a:lnTo>
                    <a:pt x="2633472" y="2601467"/>
                  </a:lnTo>
                  <a:lnTo>
                    <a:pt x="2660904" y="2567940"/>
                  </a:lnTo>
                  <a:lnTo>
                    <a:pt x="2686811" y="2531364"/>
                  </a:lnTo>
                  <a:lnTo>
                    <a:pt x="2708148" y="2491740"/>
                  </a:lnTo>
                  <a:lnTo>
                    <a:pt x="2724911" y="2450591"/>
                  </a:lnTo>
                  <a:lnTo>
                    <a:pt x="2738628" y="2406396"/>
                  </a:lnTo>
                  <a:lnTo>
                    <a:pt x="2743200" y="2383536"/>
                  </a:lnTo>
                  <a:lnTo>
                    <a:pt x="2747772" y="2362200"/>
                  </a:lnTo>
                  <a:lnTo>
                    <a:pt x="2750820" y="2337816"/>
                  </a:lnTo>
                  <a:lnTo>
                    <a:pt x="2752344" y="2314956"/>
                  </a:lnTo>
                  <a:lnTo>
                    <a:pt x="2753772" y="2292096"/>
                  </a:lnTo>
                  <a:lnTo>
                    <a:pt x="2753868" y="461772"/>
                  </a:lnTo>
                  <a:lnTo>
                    <a:pt x="2752344" y="438912"/>
                  </a:lnTo>
                  <a:lnTo>
                    <a:pt x="2750820" y="414527"/>
                  </a:lnTo>
                  <a:lnTo>
                    <a:pt x="2743200" y="368808"/>
                  </a:lnTo>
                  <a:lnTo>
                    <a:pt x="2732531" y="324612"/>
                  </a:lnTo>
                  <a:lnTo>
                    <a:pt x="2717292" y="281939"/>
                  </a:lnTo>
                  <a:lnTo>
                    <a:pt x="2686811" y="222503"/>
                  </a:lnTo>
                  <a:lnTo>
                    <a:pt x="2660904" y="185927"/>
                  </a:lnTo>
                  <a:lnTo>
                    <a:pt x="2633472" y="152400"/>
                  </a:lnTo>
                  <a:lnTo>
                    <a:pt x="2601468" y="120396"/>
                  </a:lnTo>
                  <a:lnTo>
                    <a:pt x="2567939" y="92963"/>
                  </a:lnTo>
                  <a:lnTo>
                    <a:pt x="2531363" y="67056"/>
                  </a:lnTo>
                  <a:lnTo>
                    <a:pt x="2491739" y="45720"/>
                  </a:lnTo>
                  <a:lnTo>
                    <a:pt x="2450592" y="28956"/>
                  </a:lnTo>
                  <a:lnTo>
                    <a:pt x="2406396" y="15239"/>
                  </a:lnTo>
                  <a:lnTo>
                    <a:pt x="2383535" y="10667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014971" y="4155942"/>
            <a:ext cx="2755900" cy="2753995"/>
            <a:chOff x="7014971" y="4155942"/>
            <a:chExt cx="2755900" cy="275399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14971" y="4157466"/>
              <a:ext cx="2752344" cy="27523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14971" y="4157466"/>
              <a:ext cx="2755392" cy="275234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016495" y="4155942"/>
              <a:ext cx="2753995" cy="2753995"/>
            </a:xfrm>
            <a:custGeom>
              <a:avLst/>
              <a:gdLst/>
              <a:ahLst/>
              <a:cxnLst/>
              <a:rect l="l" t="t" r="r" b="b"/>
              <a:pathLst>
                <a:path w="2753995" h="2753995">
                  <a:moveTo>
                    <a:pt x="2290572" y="0"/>
                  </a:moveTo>
                  <a:lnTo>
                    <a:pt x="461772" y="0"/>
                  </a:lnTo>
                  <a:lnTo>
                    <a:pt x="414527" y="3048"/>
                  </a:lnTo>
                  <a:lnTo>
                    <a:pt x="368807" y="9144"/>
                  </a:lnTo>
                  <a:lnTo>
                    <a:pt x="347472" y="15239"/>
                  </a:lnTo>
                  <a:lnTo>
                    <a:pt x="324611" y="21336"/>
                  </a:lnTo>
                  <a:lnTo>
                    <a:pt x="281939" y="36575"/>
                  </a:lnTo>
                  <a:lnTo>
                    <a:pt x="222503" y="67056"/>
                  </a:lnTo>
                  <a:lnTo>
                    <a:pt x="185927" y="92963"/>
                  </a:lnTo>
                  <a:lnTo>
                    <a:pt x="152400" y="120396"/>
                  </a:lnTo>
                  <a:lnTo>
                    <a:pt x="120396" y="152400"/>
                  </a:lnTo>
                  <a:lnTo>
                    <a:pt x="92963" y="185928"/>
                  </a:lnTo>
                  <a:lnTo>
                    <a:pt x="67055" y="222504"/>
                  </a:lnTo>
                  <a:lnTo>
                    <a:pt x="45720" y="262128"/>
                  </a:lnTo>
                  <a:lnTo>
                    <a:pt x="28955" y="303275"/>
                  </a:lnTo>
                  <a:lnTo>
                    <a:pt x="15239" y="347472"/>
                  </a:lnTo>
                  <a:lnTo>
                    <a:pt x="10668" y="370331"/>
                  </a:lnTo>
                  <a:lnTo>
                    <a:pt x="6096" y="391668"/>
                  </a:lnTo>
                  <a:lnTo>
                    <a:pt x="3048" y="416051"/>
                  </a:lnTo>
                  <a:lnTo>
                    <a:pt x="1524" y="438912"/>
                  </a:lnTo>
                  <a:lnTo>
                    <a:pt x="95" y="461772"/>
                  </a:lnTo>
                  <a:lnTo>
                    <a:pt x="0" y="2292096"/>
                  </a:lnTo>
                  <a:lnTo>
                    <a:pt x="1524" y="2314956"/>
                  </a:lnTo>
                  <a:lnTo>
                    <a:pt x="3048" y="2339340"/>
                  </a:lnTo>
                  <a:lnTo>
                    <a:pt x="9144" y="2385060"/>
                  </a:lnTo>
                  <a:lnTo>
                    <a:pt x="15239" y="2406396"/>
                  </a:lnTo>
                  <a:lnTo>
                    <a:pt x="21335" y="2429256"/>
                  </a:lnTo>
                  <a:lnTo>
                    <a:pt x="36575" y="2471928"/>
                  </a:lnTo>
                  <a:lnTo>
                    <a:pt x="67055" y="2531364"/>
                  </a:lnTo>
                  <a:lnTo>
                    <a:pt x="92963" y="2567940"/>
                  </a:lnTo>
                  <a:lnTo>
                    <a:pt x="120396" y="2601468"/>
                  </a:lnTo>
                  <a:lnTo>
                    <a:pt x="152400" y="2633472"/>
                  </a:lnTo>
                  <a:lnTo>
                    <a:pt x="185927" y="2660904"/>
                  </a:lnTo>
                  <a:lnTo>
                    <a:pt x="222503" y="2686812"/>
                  </a:lnTo>
                  <a:lnTo>
                    <a:pt x="262127" y="2708148"/>
                  </a:lnTo>
                  <a:lnTo>
                    <a:pt x="303275" y="2724912"/>
                  </a:lnTo>
                  <a:lnTo>
                    <a:pt x="347472" y="2738628"/>
                  </a:lnTo>
                  <a:lnTo>
                    <a:pt x="370331" y="2743200"/>
                  </a:lnTo>
                  <a:lnTo>
                    <a:pt x="391668" y="2747772"/>
                  </a:lnTo>
                  <a:lnTo>
                    <a:pt x="416051" y="2750820"/>
                  </a:lnTo>
                  <a:lnTo>
                    <a:pt x="463296" y="2753868"/>
                  </a:lnTo>
                  <a:lnTo>
                    <a:pt x="2292096" y="2753868"/>
                  </a:lnTo>
                  <a:lnTo>
                    <a:pt x="2339339" y="2750820"/>
                  </a:lnTo>
                  <a:lnTo>
                    <a:pt x="2362200" y="2747772"/>
                  </a:lnTo>
                  <a:lnTo>
                    <a:pt x="2385059" y="2743200"/>
                  </a:lnTo>
                  <a:lnTo>
                    <a:pt x="438911" y="2743200"/>
                  </a:lnTo>
                  <a:lnTo>
                    <a:pt x="416051" y="2741676"/>
                  </a:lnTo>
                  <a:lnTo>
                    <a:pt x="393192" y="2738628"/>
                  </a:lnTo>
                  <a:lnTo>
                    <a:pt x="371855" y="2734056"/>
                  </a:lnTo>
                  <a:lnTo>
                    <a:pt x="348996" y="2729484"/>
                  </a:lnTo>
                  <a:lnTo>
                    <a:pt x="306324" y="2715768"/>
                  </a:lnTo>
                  <a:lnTo>
                    <a:pt x="266700" y="2699004"/>
                  </a:lnTo>
                  <a:lnTo>
                    <a:pt x="228600" y="2677668"/>
                  </a:lnTo>
                  <a:lnTo>
                    <a:pt x="208787" y="2667000"/>
                  </a:lnTo>
                  <a:lnTo>
                    <a:pt x="192024" y="2653284"/>
                  </a:lnTo>
                  <a:lnTo>
                    <a:pt x="175259" y="2641092"/>
                  </a:lnTo>
                  <a:lnTo>
                    <a:pt x="141731" y="2610612"/>
                  </a:lnTo>
                  <a:lnTo>
                    <a:pt x="128015" y="2595372"/>
                  </a:lnTo>
                  <a:lnTo>
                    <a:pt x="112775" y="2578608"/>
                  </a:lnTo>
                  <a:lnTo>
                    <a:pt x="100583" y="2561844"/>
                  </a:lnTo>
                  <a:lnTo>
                    <a:pt x="86868" y="2543556"/>
                  </a:lnTo>
                  <a:lnTo>
                    <a:pt x="76200" y="2525268"/>
                  </a:lnTo>
                  <a:lnTo>
                    <a:pt x="64007" y="2506980"/>
                  </a:lnTo>
                  <a:lnTo>
                    <a:pt x="45720" y="2467356"/>
                  </a:lnTo>
                  <a:lnTo>
                    <a:pt x="38100" y="2446020"/>
                  </a:lnTo>
                  <a:lnTo>
                    <a:pt x="30479" y="2426208"/>
                  </a:lnTo>
                  <a:lnTo>
                    <a:pt x="24383" y="2404872"/>
                  </a:lnTo>
                  <a:lnTo>
                    <a:pt x="19811" y="2382012"/>
                  </a:lnTo>
                  <a:lnTo>
                    <a:pt x="15239" y="2360676"/>
                  </a:lnTo>
                  <a:lnTo>
                    <a:pt x="12192" y="2337816"/>
                  </a:lnTo>
                  <a:lnTo>
                    <a:pt x="10668" y="2314956"/>
                  </a:lnTo>
                  <a:lnTo>
                    <a:pt x="10668" y="438912"/>
                  </a:lnTo>
                  <a:lnTo>
                    <a:pt x="12192" y="416051"/>
                  </a:lnTo>
                  <a:lnTo>
                    <a:pt x="15239" y="393192"/>
                  </a:lnTo>
                  <a:lnTo>
                    <a:pt x="19811" y="371856"/>
                  </a:lnTo>
                  <a:lnTo>
                    <a:pt x="24383" y="348995"/>
                  </a:lnTo>
                  <a:lnTo>
                    <a:pt x="38100" y="306324"/>
                  </a:lnTo>
                  <a:lnTo>
                    <a:pt x="64007" y="246887"/>
                  </a:lnTo>
                  <a:lnTo>
                    <a:pt x="76200" y="228600"/>
                  </a:lnTo>
                  <a:lnTo>
                    <a:pt x="86868" y="208787"/>
                  </a:lnTo>
                  <a:lnTo>
                    <a:pt x="100583" y="192024"/>
                  </a:lnTo>
                  <a:lnTo>
                    <a:pt x="112775" y="175260"/>
                  </a:lnTo>
                  <a:lnTo>
                    <a:pt x="143255" y="141732"/>
                  </a:lnTo>
                  <a:lnTo>
                    <a:pt x="175259" y="112775"/>
                  </a:lnTo>
                  <a:lnTo>
                    <a:pt x="192024" y="100584"/>
                  </a:lnTo>
                  <a:lnTo>
                    <a:pt x="210311" y="86867"/>
                  </a:lnTo>
                  <a:lnTo>
                    <a:pt x="228600" y="76200"/>
                  </a:lnTo>
                  <a:lnTo>
                    <a:pt x="246887" y="64008"/>
                  </a:lnTo>
                  <a:lnTo>
                    <a:pt x="286511" y="45720"/>
                  </a:lnTo>
                  <a:lnTo>
                    <a:pt x="306324" y="38100"/>
                  </a:lnTo>
                  <a:lnTo>
                    <a:pt x="327659" y="30479"/>
                  </a:lnTo>
                  <a:lnTo>
                    <a:pt x="348996" y="24384"/>
                  </a:lnTo>
                  <a:lnTo>
                    <a:pt x="371855" y="19812"/>
                  </a:lnTo>
                  <a:lnTo>
                    <a:pt x="393192" y="15239"/>
                  </a:lnTo>
                  <a:lnTo>
                    <a:pt x="416051" y="12191"/>
                  </a:lnTo>
                  <a:lnTo>
                    <a:pt x="438911" y="10667"/>
                  </a:lnTo>
                  <a:lnTo>
                    <a:pt x="2383535" y="10667"/>
                  </a:lnTo>
                  <a:lnTo>
                    <a:pt x="2362200" y="6096"/>
                  </a:lnTo>
                  <a:lnTo>
                    <a:pt x="2337815" y="3048"/>
                  </a:lnTo>
                  <a:lnTo>
                    <a:pt x="2290572" y="0"/>
                  </a:lnTo>
                  <a:close/>
                </a:path>
                <a:path w="2753995" h="2753995">
                  <a:moveTo>
                    <a:pt x="2383535" y="10667"/>
                  </a:moveTo>
                  <a:lnTo>
                    <a:pt x="2314955" y="10667"/>
                  </a:lnTo>
                  <a:lnTo>
                    <a:pt x="2337815" y="12191"/>
                  </a:lnTo>
                  <a:lnTo>
                    <a:pt x="2360676" y="15239"/>
                  </a:lnTo>
                  <a:lnTo>
                    <a:pt x="2382011" y="19812"/>
                  </a:lnTo>
                  <a:lnTo>
                    <a:pt x="2404872" y="24384"/>
                  </a:lnTo>
                  <a:lnTo>
                    <a:pt x="2426207" y="30479"/>
                  </a:lnTo>
                  <a:lnTo>
                    <a:pt x="2447544" y="38100"/>
                  </a:lnTo>
                  <a:lnTo>
                    <a:pt x="2467355" y="45720"/>
                  </a:lnTo>
                  <a:lnTo>
                    <a:pt x="2506979" y="64008"/>
                  </a:lnTo>
                  <a:lnTo>
                    <a:pt x="2525268" y="76200"/>
                  </a:lnTo>
                  <a:lnTo>
                    <a:pt x="2545079" y="86867"/>
                  </a:lnTo>
                  <a:lnTo>
                    <a:pt x="2561844" y="100584"/>
                  </a:lnTo>
                  <a:lnTo>
                    <a:pt x="2578607" y="112775"/>
                  </a:lnTo>
                  <a:lnTo>
                    <a:pt x="2595372" y="128015"/>
                  </a:lnTo>
                  <a:lnTo>
                    <a:pt x="2625852" y="158495"/>
                  </a:lnTo>
                  <a:lnTo>
                    <a:pt x="2641092" y="175260"/>
                  </a:lnTo>
                  <a:lnTo>
                    <a:pt x="2653283" y="192024"/>
                  </a:lnTo>
                  <a:lnTo>
                    <a:pt x="2667000" y="210312"/>
                  </a:lnTo>
                  <a:lnTo>
                    <a:pt x="2677668" y="228600"/>
                  </a:lnTo>
                  <a:lnTo>
                    <a:pt x="2689859" y="246887"/>
                  </a:lnTo>
                  <a:lnTo>
                    <a:pt x="2708148" y="286512"/>
                  </a:lnTo>
                  <a:lnTo>
                    <a:pt x="2715768" y="306324"/>
                  </a:lnTo>
                  <a:lnTo>
                    <a:pt x="2723387" y="327660"/>
                  </a:lnTo>
                  <a:lnTo>
                    <a:pt x="2729483" y="348995"/>
                  </a:lnTo>
                  <a:lnTo>
                    <a:pt x="2734055" y="371856"/>
                  </a:lnTo>
                  <a:lnTo>
                    <a:pt x="2738628" y="393192"/>
                  </a:lnTo>
                  <a:lnTo>
                    <a:pt x="2741676" y="416051"/>
                  </a:lnTo>
                  <a:lnTo>
                    <a:pt x="2743200" y="438912"/>
                  </a:lnTo>
                  <a:lnTo>
                    <a:pt x="2743200" y="2314956"/>
                  </a:lnTo>
                  <a:lnTo>
                    <a:pt x="2741676" y="2337816"/>
                  </a:lnTo>
                  <a:lnTo>
                    <a:pt x="2738628" y="2360676"/>
                  </a:lnTo>
                  <a:lnTo>
                    <a:pt x="2734055" y="2382012"/>
                  </a:lnTo>
                  <a:lnTo>
                    <a:pt x="2729483" y="2404872"/>
                  </a:lnTo>
                  <a:lnTo>
                    <a:pt x="2715768" y="2447544"/>
                  </a:lnTo>
                  <a:lnTo>
                    <a:pt x="2699004" y="2487168"/>
                  </a:lnTo>
                  <a:lnTo>
                    <a:pt x="2677668" y="2525268"/>
                  </a:lnTo>
                  <a:lnTo>
                    <a:pt x="2667000" y="2545080"/>
                  </a:lnTo>
                  <a:lnTo>
                    <a:pt x="2653283" y="2561844"/>
                  </a:lnTo>
                  <a:lnTo>
                    <a:pt x="2641092" y="2578608"/>
                  </a:lnTo>
                  <a:lnTo>
                    <a:pt x="2625852" y="2595372"/>
                  </a:lnTo>
                  <a:lnTo>
                    <a:pt x="2595372" y="2625852"/>
                  </a:lnTo>
                  <a:lnTo>
                    <a:pt x="2578607" y="2641092"/>
                  </a:lnTo>
                  <a:lnTo>
                    <a:pt x="2561844" y="2653284"/>
                  </a:lnTo>
                  <a:lnTo>
                    <a:pt x="2543555" y="2667000"/>
                  </a:lnTo>
                  <a:lnTo>
                    <a:pt x="2525268" y="2677668"/>
                  </a:lnTo>
                  <a:lnTo>
                    <a:pt x="2506979" y="2689860"/>
                  </a:lnTo>
                  <a:lnTo>
                    <a:pt x="2467355" y="2708148"/>
                  </a:lnTo>
                  <a:lnTo>
                    <a:pt x="2446020" y="2715768"/>
                  </a:lnTo>
                  <a:lnTo>
                    <a:pt x="2426207" y="2723388"/>
                  </a:lnTo>
                  <a:lnTo>
                    <a:pt x="2404872" y="2729484"/>
                  </a:lnTo>
                  <a:lnTo>
                    <a:pt x="2382011" y="2734056"/>
                  </a:lnTo>
                  <a:lnTo>
                    <a:pt x="2360676" y="2738628"/>
                  </a:lnTo>
                  <a:lnTo>
                    <a:pt x="2337815" y="2741676"/>
                  </a:lnTo>
                  <a:lnTo>
                    <a:pt x="2314955" y="2743200"/>
                  </a:lnTo>
                  <a:lnTo>
                    <a:pt x="2385059" y="2743200"/>
                  </a:lnTo>
                  <a:lnTo>
                    <a:pt x="2429255" y="2732532"/>
                  </a:lnTo>
                  <a:lnTo>
                    <a:pt x="2471928" y="2717292"/>
                  </a:lnTo>
                  <a:lnTo>
                    <a:pt x="2531363" y="2686812"/>
                  </a:lnTo>
                  <a:lnTo>
                    <a:pt x="2567939" y="2660904"/>
                  </a:lnTo>
                  <a:lnTo>
                    <a:pt x="2601468" y="2633472"/>
                  </a:lnTo>
                  <a:lnTo>
                    <a:pt x="2633472" y="2601468"/>
                  </a:lnTo>
                  <a:lnTo>
                    <a:pt x="2660904" y="2567940"/>
                  </a:lnTo>
                  <a:lnTo>
                    <a:pt x="2686811" y="2531364"/>
                  </a:lnTo>
                  <a:lnTo>
                    <a:pt x="2708148" y="2491740"/>
                  </a:lnTo>
                  <a:lnTo>
                    <a:pt x="2724911" y="2450592"/>
                  </a:lnTo>
                  <a:lnTo>
                    <a:pt x="2738628" y="2406396"/>
                  </a:lnTo>
                  <a:lnTo>
                    <a:pt x="2743200" y="2383536"/>
                  </a:lnTo>
                  <a:lnTo>
                    <a:pt x="2747772" y="2362200"/>
                  </a:lnTo>
                  <a:lnTo>
                    <a:pt x="2750820" y="2337816"/>
                  </a:lnTo>
                  <a:lnTo>
                    <a:pt x="2752344" y="2314956"/>
                  </a:lnTo>
                  <a:lnTo>
                    <a:pt x="2753772" y="2292096"/>
                  </a:lnTo>
                  <a:lnTo>
                    <a:pt x="2753868" y="461772"/>
                  </a:lnTo>
                  <a:lnTo>
                    <a:pt x="2752344" y="438912"/>
                  </a:lnTo>
                  <a:lnTo>
                    <a:pt x="2750820" y="414528"/>
                  </a:lnTo>
                  <a:lnTo>
                    <a:pt x="2743200" y="368807"/>
                  </a:lnTo>
                  <a:lnTo>
                    <a:pt x="2732531" y="324612"/>
                  </a:lnTo>
                  <a:lnTo>
                    <a:pt x="2717292" y="281939"/>
                  </a:lnTo>
                  <a:lnTo>
                    <a:pt x="2686811" y="222504"/>
                  </a:lnTo>
                  <a:lnTo>
                    <a:pt x="2660904" y="185928"/>
                  </a:lnTo>
                  <a:lnTo>
                    <a:pt x="2633472" y="152400"/>
                  </a:lnTo>
                  <a:lnTo>
                    <a:pt x="2601468" y="120396"/>
                  </a:lnTo>
                  <a:lnTo>
                    <a:pt x="2567939" y="92963"/>
                  </a:lnTo>
                  <a:lnTo>
                    <a:pt x="2531363" y="67056"/>
                  </a:lnTo>
                  <a:lnTo>
                    <a:pt x="2491739" y="45720"/>
                  </a:lnTo>
                  <a:lnTo>
                    <a:pt x="2450592" y="28956"/>
                  </a:lnTo>
                  <a:lnTo>
                    <a:pt x="2406396" y="15239"/>
                  </a:lnTo>
                  <a:lnTo>
                    <a:pt x="2383535" y="10667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4043171" y="2478018"/>
            <a:ext cx="2755900" cy="2755900"/>
            <a:chOff x="4043171" y="2478018"/>
            <a:chExt cx="2755900" cy="275590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43171" y="2478018"/>
              <a:ext cx="2752344" cy="275234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43171" y="2478018"/>
              <a:ext cx="2755392" cy="275539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044695" y="2479542"/>
              <a:ext cx="2753995" cy="2753995"/>
            </a:xfrm>
            <a:custGeom>
              <a:avLst/>
              <a:gdLst/>
              <a:ahLst/>
              <a:cxnLst/>
              <a:rect l="l" t="t" r="r" b="b"/>
              <a:pathLst>
                <a:path w="2753995" h="2753995">
                  <a:moveTo>
                    <a:pt x="2290571" y="0"/>
                  </a:moveTo>
                  <a:lnTo>
                    <a:pt x="461771" y="0"/>
                  </a:lnTo>
                  <a:lnTo>
                    <a:pt x="414527" y="3048"/>
                  </a:lnTo>
                  <a:lnTo>
                    <a:pt x="368807" y="9144"/>
                  </a:lnTo>
                  <a:lnTo>
                    <a:pt x="347471" y="15239"/>
                  </a:lnTo>
                  <a:lnTo>
                    <a:pt x="324612" y="21336"/>
                  </a:lnTo>
                  <a:lnTo>
                    <a:pt x="281939" y="36575"/>
                  </a:lnTo>
                  <a:lnTo>
                    <a:pt x="222503" y="67056"/>
                  </a:lnTo>
                  <a:lnTo>
                    <a:pt x="185927" y="92963"/>
                  </a:lnTo>
                  <a:lnTo>
                    <a:pt x="152400" y="120396"/>
                  </a:lnTo>
                  <a:lnTo>
                    <a:pt x="120395" y="152400"/>
                  </a:lnTo>
                  <a:lnTo>
                    <a:pt x="92963" y="185927"/>
                  </a:lnTo>
                  <a:lnTo>
                    <a:pt x="67055" y="222503"/>
                  </a:lnTo>
                  <a:lnTo>
                    <a:pt x="45719" y="262127"/>
                  </a:lnTo>
                  <a:lnTo>
                    <a:pt x="28955" y="303275"/>
                  </a:lnTo>
                  <a:lnTo>
                    <a:pt x="15239" y="347472"/>
                  </a:lnTo>
                  <a:lnTo>
                    <a:pt x="10667" y="370332"/>
                  </a:lnTo>
                  <a:lnTo>
                    <a:pt x="6095" y="391667"/>
                  </a:lnTo>
                  <a:lnTo>
                    <a:pt x="3048" y="416051"/>
                  </a:lnTo>
                  <a:lnTo>
                    <a:pt x="1524" y="438912"/>
                  </a:lnTo>
                  <a:lnTo>
                    <a:pt x="95" y="461772"/>
                  </a:lnTo>
                  <a:lnTo>
                    <a:pt x="0" y="2292096"/>
                  </a:lnTo>
                  <a:lnTo>
                    <a:pt x="1524" y="2314956"/>
                  </a:lnTo>
                  <a:lnTo>
                    <a:pt x="3048" y="2339340"/>
                  </a:lnTo>
                  <a:lnTo>
                    <a:pt x="9143" y="2385060"/>
                  </a:lnTo>
                  <a:lnTo>
                    <a:pt x="15239" y="2406396"/>
                  </a:lnTo>
                  <a:lnTo>
                    <a:pt x="21336" y="2429256"/>
                  </a:lnTo>
                  <a:lnTo>
                    <a:pt x="36575" y="2471928"/>
                  </a:lnTo>
                  <a:lnTo>
                    <a:pt x="67055" y="2531364"/>
                  </a:lnTo>
                  <a:lnTo>
                    <a:pt x="92963" y="2567940"/>
                  </a:lnTo>
                  <a:lnTo>
                    <a:pt x="120395" y="2601468"/>
                  </a:lnTo>
                  <a:lnTo>
                    <a:pt x="152400" y="2633472"/>
                  </a:lnTo>
                  <a:lnTo>
                    <a:pt x="185927" y="2660904"/>
                  </a:lnTo>
                  <a:lnTo>
                    <a:pt x="222503" y="2686812"/>
                  </a:lnTo>
                  <a:lnTo>
                    <a:pt x="262127" y="2708148"/>
                  </a:lnTo>
                  <a:lnTo>
                    <a:pt x="303275" y="2724912"/>
                  </a:lnTo>
                  <a:lnTo>
                    <a:pt x="347471" y="2738628"/>
                  </a:lnTo>
                  <a:lnTo>
                    <a:pt x="370331" y="2743200"/>
                  </a:lnTo>
                  <a:lnTo>
                    <a:pt x="391667" y="2747772"/>
                  </a:lnTo>
                  <a:lnTo>
                    <a:pt x="416051" y="2750820"/>
                  </a:lnTo>
                  <a:lnTo>
                    <a:pt x="463295" y="2753868"/>
                  </a:lnTo>
                  <a:lnTo>
                    <a:pt x="2292095" y="2753868"/>
                  </a:lnTo>
                  <a:lnTo>
                    <a:pt x="2339340" y="2750820"/>
                  </a:lnTo>
                  <a:lnTo>
                    <a:pt x="2362200" y="2747772"/>
                  </a:lnTo>
                  <a:lnTo>
                    <a:pt x="2385059" y="2743200"/>
                  </a:lnTo>
                  <a:lnTo>
                    <a:pt x="438912" y="2743200"/>
                  </a:lnTo>
                  <a:lnTo>
                    <a:pt x="416051" y="2741676"/>
                  </a:lnTo>
                  <a:lnTo>
                    <a:pt x="393191" y="2738628"/>
                  </a:lnTo>
                  <a:lnTo>
                    <a:pt x="371855" y="2734056"/>
                  </a:lnTo>
                  <a:lnTo>
                    <a:pt x="348995" y="2729484"/>
                  </a:lnTo>
                  <a:lnTo>
                    <a:pt x="306324" y="2715768"/>
                  </a:lnTo>
                  <a:lnTo>
                    <a:pt x="266700" y="2699004"/>
                  </a:lnTo>
                  <a:lnTo>
                    <a:pt x="228600" y="2677668"/>
                  </a:lnTo>
                  <a:lnTo>
                    <a:pt x="208787" y="2667000"/>
                  </a:lnTo>
                  <a:lnTo>
                    <a:pt x="192024" y="2653284"/>
                  </a:lnTo>
                  <a:lnTo>
                    <a:pt x="175259" y="2641092"/>
                  </a:lnTo>
                  <a:lnTo>
                    <a:pt x="141731" y="2610612"/>
                  </a:lnTo>
                  <a:lnTo>
                    <a:pt x="128015" y="2595372"/>
                  </a:lnTo>
                  <a:lnTo>
                    <a:pt x="112775" y="2578608"/>
                  </a:lnTo>
                  <a:lnTo>
                    <a:pt x="100583" y="2561844"/>
                  </a:lnTo>
                  <a:lnTo>
                    <a:pt x="86867" y="2543556"/>
                  </a:lnTo>
                  <a:lnTo>
                    <a:pt x="76200" y="2525268"/>
                  </a:lnTo>
                  <a:lnTo>
                    <a:pt x="64007" y="2506980"/>
                  </a:lnTo>
                  <a:lnTo>
                    <a:pt x="45719" y="2467356"/>
                  </a:lnTo>
                  <a:lnTo>
                    <a:pt x="38100" y="2446020"/>
                  </a:lnTo>
                  <a:lnTo>
                    <a:pt x="30479" y="2426208"/>
                  </a:lnTo>
                  <a:lnTo>
                    <a:pt x="24383" y="2404872"/>
                  </a:lnTo>
                  <a:lnTo>
                    <a:pt x="19812" y="2382012"/>
                  </a:lnTo>
                  <a:lnTo>
                    <a:pt x="15239" y="2360676"/>
                  </a:lnTo>
                  <a:lnTo>
                    <a:pt x="12191" y="2337816"/>
                  </a:lnTo>
                  <a:lnTo>
                    <a:pt x="10667" y="2314956"/>
                  </a:lnTo>
                  <a:lnTo>
                    <a:pt x="10667" y="438912"/>
                  </a:lnTo>
                  <a:lnTo>
                    <a:pt x="12191" y="416051"/>
                  </a:lnTo>
                  <a:lnTo>
                    <a:pt x="15239" y="393191"/>
                  </a:lnTo>
                  <a:lnTo>
                    <a:pt x="19812" y="371856"/>
                  </a:lnTo>
                  <a:lnTo>
                    <a:pt x="24383" y="348996"/>
                  </a:lnTo>
                  <a:lnTo>
                    <a:pt x="38100" y="306324"/>
                  </a:lnTo>
                  <a:lnTo>
                    <a:pt x="64007" y="246887"/>
                  </a:lnTo>
                  <a:lnTo>
                    <a:pt x="76200" y="228600"/>
                  </a:lnTo>
                  <a:lnTo>
                    <a:pt x="86867" y="208787"/>
                  </a:lnTo>
                  <a:lnTo>
                    <a:pt x="100583" y="192024"/>
                  </a:lnTo>
                  <a:lnTo>
                    <a:pt x="112775" y="175260"/>
                  </a:lnTo>
                  <a:lnTo>
                    <a:pt x="143255" y="141732"/>
                  </a:lnTo>
                  <a:lnTo>
                    <a:pt x="175259" y="112775"/>
                  </a:lnTo>
                  <a:lnTo>
                    <a:pt x="192024" y="100584"/>
                  </a:lnTo>
                  <a:lnTo>
                    <a:pt x="210312" y="86867"/>
                  </a:lnTo>
                  <a:lnTo>
                    <a:pt x="228600" y="76200"/>
                  </a:lnTo>
                  <a:lnTo>
                    <a:pt x="246887" y="64008"/>
                  </a:lnTo>
                  <a:lnTo>
                    <a:pt x="286512" y="45720"/>
                  </a:lnTo>
                  <a:lnTo>
                    <a:pt x="306324" y="38100"/>
                  </a:lnTo>
                  <a:lnTo>
                    <a:pt x="327659" y="30479"/>
                  </a:lnTo>
                  <a:lnTo>
                    <a:pt x="348995" y="24384"/>
                  </a:lnTo>
                  <a:lnTo>
                    <a:pt x="371855" y="19812"/>
                  </a:lnTo>
                  <a:lnTo>
                    <a:pt x="393191" y="15239"/>
                  </a:lnTo>
                  <a:lnTo>
                    <a:pt x="416051" y="12191"/>
                  </a:lnTo>
                  <a:lnTo>
                    <a:pt x="438912" y="10667"/>
                  </a:lnTo>
                  <a:lnTo>
                    <a:pt x="2383536" y="10667"/>
                  </a:lnTo>
                  <a:lnTo>
                    <a:pt x="2362200" y="6096"/>
                  </a:lnTo>
                  <a:lnTo>
                    <a:pt x="2337816" y="3048"/>
                  </a:lnTo>
                  <a:lnTo>
                    <a:pt x="2290571" y="0"/>
                  </a:lnTo>
                  <a:close/>
                </a:path>
                <a:path w="2753995" h="2753995">
                  <a:moveTo>
                    <a:pt x="2383536" y="10667"/>
                  </a:moveTo>
                  <a:lnTo>
                    <a:pt x="2314955" y="10667"/>
                  </a:lnTo>
                  <a:lnTo>
                    <a:pt x="2337816" y="12191"/>
                  </a:lnTo>
                  <a:lnTo>
                    <a:pt x="2360676" y="15239"/>
                  </a:lnTo>
                  <a:lnTo>
                    <a:pt x="2382012" y="19812"/>
                  </a:lnTo>
                  <a:lnTo>
                    <a:pt x="2404871" y="24384"/>
                  </a:lnTo>
                  <a:lnTo>
                    <a:pt x="2426207" y="30479"/>
                  </a:lnTo>
                  <a:lnTo>
                    <a:pt x="2447543" y="38100"/>
                  </a:lnTo>
                  <a:lnTo>
                    <a:pt x="2467355" y="45720"/>
                  </a:lnTo>
                  <a:lnTo>
                    <a:pt x="2506979" y="64008"/>
                  </a:lnTo>
                  <a:lnTo>
                    <a:pt x="2525268" y="76200"/>
                  </a:lnTo>
                  <a:lnTo>
                    <a:pt x="2545079" y="86867"/>
                  </a:lnTo>
                  <a:lnTo>
                    <a:pt x="2561844" y="100584"/>
                  </a:lnTo>
                  <a:lnTo>
                    <a:pt x="2578607" y="112775"/>
                  </a:lnTo>
                  <a:lnTo>
                    <a:pt x="2595372" y="128015"/>
                  </a:lnTo>
                  <a:lnTo>
                    <a:pt x="2625852" y="158496"/>
                  </a:lnTo>
                  <a:lnTo>
                    <a:pt x="2641092" y="175260"/>
                  </a:lnTo>
                  <a:lnTo>
                    <a:pt x="2653283" y="192024"/>
                  </a:lnTo>
                  <a:lnTo>
                    <a:pt x="2667000" y="210312"/>
                  </a:lnTo>
                  <a:lnTo>
                    <a:pt x="2677668" y="228600"/>
                  </a:lnTo>
                  <a:lnTo>
                    <a:pt x="2689859" y="246887"/>
                  </a:lnTo>
                  <a:lnTo>
                    <a:pt x="2708148" y="286512"/>
                  </a:lnTo>
                  <a:lnTo>
                    <a:pt x="2715768" y="306324"/>
                  </a:lnTo>
                  <a:lnTo>
                    <a:pt x="2723387" y="327660"/>
                  </a:lnTo>
                  <a:lnTo>
                    <a:pt x="2729483" y="348996"/>
                  </a:lnTo>
                  <a:lnTo>
                    <a:pt x="2734055" y="371856"/>
                  </a:lnTo>
                  <a:lnTo>
                    <a:pt x="2738628" y="393191"/>
                  </a:lnTo>
                  <a:lnTo>
                    <a:pt x="2741676" y="416051"/>
                  </a:lnTo>
                  <a:lnTo>
                    <a:pt x="2743200" y="438912"/>
                  </a:lnTo>
                  <a:lnTo>
                    <a:pt x="2743200" y="2314956"/>
                  </a:lnTo>
                  <a:lnTo>
                    <a:pt x="2741676" y="2337816"/>
                  </a:lnTo>
                  <a:lnTo>
                    <a:pt x="2738628" y="2360676"/>
                  </a:lnTo>
                  <a:lnTo>
                    <a:pt x="2734055" y="2382012"/>
                  </a:lnTo>
                  <a:lnTo>
                    <a:pt x="2729483" y="2404872"/>
                  </a:lnTo>
                  <a:lnTo>
                    <a:pt x="2715768" y="2447544"/>
                  </a:lnTo>
                  <a:lnTo>
                    <a:pt x="2699004" y="2487168"/>
                  </a:lnTo>
                  <a:lnTo>
                    <a:pt x="2677668" y="2525268"/>
                  </a:lnTo>
                  <a:lnTo>
                    <a:pt x="2667000" y="2545080"/>
                  </a:lnTo>
                  <a:lnTo>
                    <a:pt x="2653283" y="2561844"/>
                  </a:lnTo>
                  <a:lnTo>
                    <a:pt x="2641092" y="2578608"/>
                  </a:lnTo>
                  <a:lnTo>
                    <a:pt x="2625852" y="2595372"/>
                  </a:lnTo>
                  <a:lnTo>
                    <a:pt x="2595372" y="2625852"/>
                  </a:lnTo>
                  <a:lnTo>
                    <a:pt x="2578607" y="2641092"/>
                  </a:lnTo>
                  <a:lnTo>
                    <a:pt x="2561844" y="2653284"/>
                  </a:lnTo>
                  <a:lnTo>
                    <a:pt x="2543555" y="2667000"/>
                  </a:lnTo>
                  <a:lnTo>
                    <a:pt x="2525268" y="2677668"/>
                  </a:lnTo>
                  <a:lnTo>
                    <a:pt x="2506979" y="2689860"/>
                  </a:lnTo>
                  <a:lnTo>
                    <a:pt x="2467355" y="2708148"/>
                  </a:lnTo>
                  <a:lnTo>
                    <a:pt x="2446019" y="2715768"/>
                  </a:lnTo>
                  <a:lnTo>
                    <a:pt x="2426207" y="2723388"/>
                  </a:lnTo>
                  <a:lnTo>
                    <a:pt x="2404871" y="2729484"/>
                  </a:lnTo>
                  <a:lnTo>
                    <a:pt x="2382012" y="2734056"/>
                  </a:lnTo>
                  <a:lnTo>
                    <a:pt x="2360676" y="2738628"/>
                  </a:lnTo>
                  <a:lnTo>
                    <a:pt x="2337816" y="2741676"/>
                  </a:lnTo>
                  <a:lnTo>
                    <a:pt x="2314955" y="2743200"/>
                  </a:lnTo>
                  <a:lnTo>
                    <a:pt x="2385059" y="2743200"/>
                  </a:lnTo>
                  <a:lnTo>
                    <a:pt x="2429255" y="2732532"/>
                  </a:lnTo>
                  <a:lnTo>
                    <a:pt x="2471928" y="2717292"/>
                  </a:lnTo>
                  <a:lnTo>
                    <a:pt x="2531363" y="2686812"/>
                  </a:lnTo>
                  <a:lnTo>
                    <a:pt x="2567939" y="2660904"/>
                  </a:lnTo>
                  <a:lnTo>
                    <a:pt x="2601468" y="2633472"/>
                  </a:lnTo>
                  <a:lnTo>
                    <a:pt x="2633472" y="2601468"/>
                  </a:lnTo>
                  <a:lnTo>
                    <a:pt x="2660904" y="2567940"/>
                  </a:lnTo>
                  <a:lnTo>
                    <a:pt x="2686811" y="2531364"/>
                  </a:lnTo>
                  <a:lnTo>
                    <a:pt x="2708148" y="2491740"/>
                  </a:lnTo>
                  <a:lnTo>
                    <a:pt x="2724911" y="2450592"/>
                  </a:lnTo>
                  <a:lnTo>
                    <a:pt x="2738628" y="2406396"/>
                  </a:lnTo>
                  <a:lnTo>
                    <a:pt x="2743200" y="2383536"/>
                  </a:lnTo>
                  <a:lnTo>
                    <a:pt x="2747772" y="2362200"/>
                  </a:lnTo>
                  <a:lnTo>
                    <a:pt x="2750820" y="2337816"/>
                  </a:lnTo>
                  <a:lnTo>
                    <a:pt x="2752344" y="2314956"/>
                  </a:lnTo>
                  <a:lnTo>
                    <a:pt x="2753772" y="2292096"/>
                  </a:lnTo>
                  <a:lnTo>
                    <a:pt x="2753868" y="461772"/>
                  </a:lnTo>
                  <a:lnTo>
                    <a:pt x="2752344" y="438912"/>
                  </a:lnTo>
                  <a:lnTo>
                    <a:pt x="2750820" y="414527"/>
                  </a:lnTo>
                  <a:lnTo>
                    <a:pt x="2743200" y="368808"/>
                  </a:lnTo>
                  <a:lnTo>
                    <a:pt x="2732531" y="324612"/>
                  </a:lnTo>
                  <a:lnTo>
                    <a:pt x="2717292" y="281939"/>
                  </a:lnTo>
                  <a:lnTo>
                    <a:pt x="2686811" y="222503"/>
                  </a:lnTo>
                  <a:lnTo>
                    <a:pt x="2660904" y="185927"/>
                  </a:lnTo>
                  <a:lnTo>
                    <a:pt x="2633472" y="152400"/>
                  </a:lnTo>
                  <a:lnTo>
                    <a:pt x="2601468" y="120396"/>
                  </a:lnTo>
                  <a:lnTo>
                    <a:pt x="2567939" y="92963"/>
                  </a:lnTo>
                  <a:lnTo>
                    <a:pt x="2531363" y="67056"/>
                  </a:lnTo>
                  <a:lnTo>
                    <a:pt x="2491739" y="45720"/>
                  </a:lnTo>
                  <a:lnTo>
                    <a:pt x="2450591" y="28956"/>
                  </a:lnTo>
                  <a:lnTo>
                    <a:pt x="2406395" y="15239"/>
                  </a:lnTo>
                  <a:lnTo>
                    <a:pt x="2383536" y="10667"/>
                  </a:lnTo>
                  <a:close/>
                </a:path>
              </a:pathLst>
            </a:custGeom>
            <a:solidFill>
              <a:srgbClr val="5F8D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920496" y="1335018"/>
            <a:ext cx="2753995" cy="2755900"/>
            <a:chOff x="920496" y="1335018"/>
            <a:chExt cx="2753995" cy="275590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2020" y="1335018"/>
              <a:ext cx="2752344" cy="275234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0496" y="1335018"/>
              <a:ext cx="2753867" cy="275539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920496" y="1336542"/>
              <a:ext cx="2753995" cy="2753995"/>
            </a:xfrm>
            <a:custGeom>
              <a:avLst/>
              <a:gdLst/>
              <a:ahLst/>
              <a:cxnLst/>
              <a:rect l="l" t="t" r="r" b="b"/>
              <a:pathLst>
                <a:path w="2753995" h="2753995">
                  <a:moveTo>
                    <a:pt x="2290572" y="0"/>
                  </a:moveTo>
                  <a:lnTo>
                    <a:pt x="461772" y="0"/>
                  </a:lnTo>
                  <a:lnTo>
                    <a:pt x="414528" y="3048"/>
                  </a:lnTo>
                  <a:lnTo>
                    <a:pt x="368807" y="9144"/>
                  </a:lnTo>
                  <a:lnTo>
                    <a:pt x="347472" y="15239"/>
                  </a:lnTo>
                  <a:lnTo>
                    <a:pt x="324612" y="21336"/>
                  </a:lnTo>
                  <a:lnTo>
                    <a:pt x="281940" y="36575"/>
                  </a:lnTo>
                  <a:lnTo>
                    <a:pt x="222503" y="67056"/>
                  </a:lnTo>
                  <a:lnTo>
                    <a:pt x="185928" y="92963"/>
                  </a:lnTo>
                  <a:lnTo>
                    <a:pt x="152400" y="120396"/>
                  </a:lnTo>
                  <a:lnTo>
                    <a:pt x="120395" y="152400"/>
                  </a:lnTo>
                  <a:lnTo>
                    <a:pt x="92963" y="185927"/>
                  </a:lnTo>
                  <a:lnTo>
                    <a:pt x="67056" y="222503"/>
                  </a:lnTo>
                  <a:lnTo>
                    <a:pt x="45719" y="262127"/>
                  </a:lnTo>
                  <a:lnTo>
                    <a:pt x="28956" y="303275"/>
                  </a:lnTo>
                  <a:lnTo>
                    <a:pt x="15240" y="347472"/>
                  </a:lnTo>
                  <a:lnTo>
                    <a:pt x="10667" y="370332"/>
                  </a:lnTo>
                  <a:lnTo>
                    <a:pt x="6095" y="391667"/>
                  </a:lnTo>
                  <a:lnTo>
                    <a:pt x="3047" y="416051"/>
                  </a:lnTo>
                  <a:lnTo>
                    <a:pt x="1523" y="438912"/>
                  </a:lnTo>
                  <a:lnTo>
                    <a:pt x="95" y="461772"/>
                  </a:lnTo>
                  <a:lnTo>
                    <a:pt x="0" y="2292096"/>
                  </a:lnTo>
                  <a:lnTo>
                    <a:pt x="1523" y="2314956"/>
                  </a:lnTo>
                  <a:lnTo>
                    <a:pt x="3047" y="2339340"/>
                  </a:lnTo>
                  <a:lnTo>
                    <a:pt x="9143" y="2385060"/>
                  </a:lnTo>
                  <a:lnTo>
                    <a:pt x="15240" y="2406396"/>
                  </a:lnTo>
                  <a:lnTo>
                    <a:pt x="21335" y="2429256"/>
                  </a:lnTo>
                  <a:lnTo>
                    <a:pt x="36575" y="2471928"/>
                  </a:lnTo>
                  <a:lnTo>
                    <a:pt x="67056" y="2531364"/>
                  </a:lnTo>
                  <a:lnTo>
                    <a:pt x="92963" y="2567940"/>
                  </a:lnTo>
                  <a:lnTo>
                    <a:pt x="120395" y="2601467"/>
                  </a:lnTo>
                  <a:lnTo>
                    <a:pt x="152400" y="2633472"/>
                  </a:lnTo>
                  <a:lnTo>
                    <a:pt x="185928" y="2660904"/>
                  </a:lnTo>
                  <a:lnTo>
                    <a:pt x="222503" y="2686812"/>
                  </a:lnTo>
                  <a:lnTo>
                    <a:pt x="262128" y="2708148"/>
                  </a:lnTo>
                  <a:lnTo>
                    <a:pt x="303275" y="2724912"/>
                  </a:lnTo>
                  <a:lnTo>
                    <a:pt x="347472" y="2738628"/>
                  </a:lnTo>
                  <a:lnTo>
                    <a:pt x="370331" y="2743200"/>
                  </a:lnTo>
                  <a:lnTo>
                    <a:pt x="391667" y="2747772"/>
                  </a:lnTo>
                  <a:lnTo>
                    <a:pt x="416051" y="2750820"/>
                  </a:lnTo>
                  <a:lnTo>
                    <a:pt x="463295" y="2753867"/>
                  </a:lnTo>
                  <a:lnTo>
                    <a:pt x="2292096" y="2753867"/>
                  </a:lnTo>
                  <a:lnTo>
                    <a:pt x="2339340" y="2750820"/>
                  </a:lnTo>
                  <a:lnTo>
                    <a:pt x="2362200" y="2747772"/>
                  </a:lnTo>
                  <a:lnTo>
                    <a:pt x="2385059" y="2743200"/>
                  </a:lnTo>
                  <a:lnTo>
                    <a:pt x="438912" y="2743200"/>
                  </a:lnTo>
                  <a:lnTo>
                    <a:pt x="416051" y="2741676"/>
                  </a:lnTo>
                  <a:lnTo>
                    <a:pt x="393191" y="2738628"/>
                  </a:lnTo>
                  <a:lnTo>
                    <a:pt x="371856" y="2734056"/>
                  </a:lnTo>
                  <a:lnTo>
                    <a:pt x="348995" y="2729484"/>
                  </a:lnTo>
                  <a:lnTo>
                    <a:pt x="306323" y="2715767"/>
                  </a:lnTo>
                  <a:lnTo>
                    <a:pt x="266700" y="2699004"/>
                  </a:lnTo>
                  <a:lnTo>
                    <a:pt x="228600" y="2677667"/>
                  </a:lnTo>
                  <a:lnTo>
                    <a:pt x="208787" y="2667000"/>
                  </a:lnTo>
                  <a:lnTo>
                    <a:pt x="192023" y="2653284"/>
                  </a:lnTo>
                  <a:lnTo>
                    <a:pt x="175259" y="2641091"/>
                  </a:lnTo>
                  <a:lnTo>
                    <a:pt x="141731" y="2610612"/>
                  </a:lnTo>
                  <a:lnTo>
                    <a:pt x="128015" y="2595372"/>
                  </a:lnTo>
                  <a:lnTo>
                    <a:pt x="112775" y="2578608"/>
                  </a:lnTo>
                  <a:lnTo>
                    <a:pt x="100584" y="2561844"/>
                  </a:lnTo>
                  <a:lnTo>
                    <a:pt x="86867" y="2543556"/>
                  </a:lnTo>
                  <a:lnTo>
                    <a:pt x="76200" y="2525267"/>
                  </a:lnTo>
                  <a:lnTo>
                    <a:pt x="64007" y="2506979"/>
                  </a:lnTo>
                  <a:lnTo>
                    <a:pt x="45719" y="2467356"/>
                  </a:lnTo>
                  <a:lnTo>
                    <a:pt x="38100" y="2446020"/>
                  </a:lnTo>
                  <a:lnTo>
                    <a:pt x="30479" y="2426208"/>
                  </a:lnTo>
                  <a:lnTo>
                    <a:pt x="24384" y="2404872"/>
                  </a:lnTo>
                  <a:lnTo>
                    <a:pt x="19812" y="2382012"/>
                  </a:lnTo>
                  <a:lnTo>
                    <a:pt x="15240" y="2360676"/>
                  </a:lnTo>
                  <a:lnTo>
                    <a:pt x="12191" y="2337816"/>
                  </a:lnTo>
                  <a:lnTo>
                    <a:pt x="10667" y="2314956"/>
                  </a:lnTo>
                  <a:lnTo>
                    <a:pt x="10667" y="438912"/>
                  </a:lnTo>
                  <a:lnTo>
                    <a:pt x="12191" y="416051"/>
                  </a:lnTo>
                  <a:lnTo>
                    <a:pt x="15240" y="393191"/>
                  </a:lnTo>
                  <a:lnTo>
                    <a:pt x="19812" y="371856"/>
                  </a:lnTo>
                  <a:lnTo>
                    <a:pt x="24384" y="348996"/>
                  </a:lnTo>
                  <a:lnTo>
                    <a:pt x="38100" y="306324"/>
                  </a:lnTo>
                  <a:lnTo>
                    <a:pt x="54863" y="266700"/>
                  </a:lnTo>
                  <a:lnTo>
                    <a:pt x="76200" y="228600"/>
                  </a:lnTo>
                  <a:lnTo>
                    <a:pt x="86867" y="208787"/>
                  </a:lnTo>
                  <a:lnTo>
                    <a:pt x="100584" y="192024"/>
                  </a:lnTo>
                  <a:lnTo>
                    <a:pt x="112775" y="175260"/>
                  </a:lnTo>
                  <a:lnTo>
                    <a:pt x="143256" y="141732"/>
                  </a:lnTo>
                  <a:lnTo>
                    <a:pt x="175259" y="112775"/>
                  </a:lnTo>
                  <a:lnTo>
                    <a:pt x="192023" y="100584"/>
                  </a:lnTo>
                  <a:lnTo>
                    <a:pt x="210312" y="86867"/>
                  </a:lnTo>
                  <a:lnTo>
                    <a:pt x="228600" y="76200"/>
                  </a:lnTo>
                  <a:lnTo>
                    <a:pt x="246887" y="64008"/>
                  </a:lnTo>
                  <a:lnTo>
                    <a:pt x="286512" y="45720"/>
                  </a:lnTo>
                  <a:lnTo>
                    <a:pt x="306323" y="38100"/>
                  </a:lnTo>
                  <a:lnTo>
                    <a:pt x="327659" y="30479"/>
                  </a:lnTo>
                  <a:lnTo>
                    <a:pt x="348995" y="24384"/>
                  </a:lnTo>
                  <a:lnTo>
                    <a:pt x="371856" y="19812"/>
                  </a:lnTo>
                  <a:lnTo>
                    <a:pt x="393191" y="15239"/>
                  </a:lnTo>
                  <a:lnTo>
                    <a:pt x="416051" y="12191"/>
                  </a:lnTo>
                  <a:lnTo>
                    <a:pt x="438912" y="10667"/>
                  </a:lnTo>
                  <a:lnTo>
                    <a:pt x="2383536" y="10667"/>
                  </a:lnTo>
                  <a:lnTo>
                    <a:pt x="2362200" y="6096"/>
                  </a:lnTo>
                  <a:lnTo>
                    <a:pt x="2337816" y="3048"/>
                  </a:lnTo>
                  <a:lnTo>
                    <a:pt x="2290572" y="0"/>
                  </a:lnTo>
                  <a:close/>
                </a:path>
                <a:path w="2753995" h="2753995">
                  <a:moveTo>
                    <a:pt x="2383536" y="10667"/>
                  </a:moveTo>
                  <a:lnTo>
                    <a:pt x="2314955" y="10667"/>
                  </a:lnTo>
                  <a:lnTo>
                    <a:pt x="2337816" y="12191"/>
                  </a:lnTo>
                  <a:lnTo>
                    <a:pt x="2360676" y="15239"/>
                  </a:lnTo>
                  <a:lnTo>
                    <a:pt x="2382012" y="19812"/>
                  </a:lnTo>
                  <a:lnTo>
                    <a:pt x="2404871" y="24384"/>
                  </a:lnTo>
                  <a:lnTo>
                    <a:pt x="2426207" y="30479"/>
                  </a:lnTo>
                  <a:lnTo>
                    <a:pt x="2467355" y="45720"/>
                  </a:lnTo>
                  <a:lnTo>
                    <a:pt x="2506979" y="65532"/>
                  </a:lnTo>
                  <a:lnTo>
                    <a:pt x="2525267" y="76200"/>
                  </a:lnTo>
                  <a:lnTo>
                    <a:pt x="2545079" y="86867"/>
                  </a:lnTo>
                  <a:lnTo>
                    <a:pt x="2561843" y="100584"/>
                  </a:lnTo>
                  <a:lnTo>
                    <a:pt x="2578607" y="112775"/>
                  </a:lnTo>
                  <a:lnTo>
                    <a:pt x="2595371" y="128015"/>
                  </a:lnTo>
                  <a:lnTo>
                    <a:pt x="2625852" y="158496"/>
                  </a:lnTo>
                  <a:lnTo>
                    <a:pt x="2641091" y="175260"/>
                  </a:lnTo>
                  <a:lnTo>
                    <a:pt x="2653283" y="192024"/>
                  </a:lnTo>
                  <a:lnTo>
                    <a:pt x="2667000" y="210312"/>
                  </a:lnTo>
                  <a:lnTo>
                    <a:pt x="2677667" y="228600"/>
                  </a:lnTo>
                  <a:lnTo>
                    <a:pt x="2689859" y="246887"/>
                  </a:lnTo>
                  <a:lnTo>
                    <a:pt x="2708148" y="286512"/>
                  </a:lnTo>
                  <a:lnTo>
                    <a:pt x="2715767" y="306324"/>
                  </a:lnTo>
                  <a:lnTo>
                    <a:pt x="2723388" y="327660"/>
                  </a:lnTo>
                  <a:lnTo>
                    <a:pt x="2729483" y="348996"/>
                  </a:lnTo>
                  <a:lnTo>
                    <a:pt x="2734055" y="371856"/>
                  </a:lnTo>
                  <a:lnTo>
                    <a:pt x="2738628" y="393191"/>
                  </a:lnTo>
                  <a:lnTo>
                    <a:pt x="2741676" y="416051"/>
                  </a:lnTo>
                  <a:lnTo>
                    <a:pt x="2743200" y="438912"/>
                  </a:lnTo>
                  <a:lnTo>
                    <a:pt x="2743200" y="2314956"/>
                  </a:lnTo>
                  <a:lnTo>
                    <a:pt x="2741676" y="2337816"/>
                  </a:lnTo>
                  <a:lnTo>
                    <a:pt x="2738628" y="2360676"/>
                  </a:lnTo>
                  <a:lnTo>
                    <a:pt x="2734055" y="2382012"/>
                  </a:lnTo>
                  <a:lnTo>
                    <a:pt x="2729483" y="2404872"/>
                  </a:lnTo>
                  <a:lnTo>
                    <a:pt x="2715767" y="2447544"/>
                  </a:lnTo>
                  <a:lnTo>
                    <a:pt x="2699004" y="2487167"/>
                  </a:lnTo>
                  <a:lnTo>
                    <a:pt x="2677667" y="2525267"/>
                  </a:lnTo>
                  <a:lnTo>
                    <a:pt x="2667000" y="2545079"/>
                  </a:lnTo>
                  <a:lnTo>
                    <a:pt x="2653283" y="2561844"/>
                  </a:lnTo>
                  <a:lnTo>
                    <a:pt x="2641091" y="2578608"/>
                  </a:lnTo>
                  <a:lnTo>
                    <a:pt x="2625852" y="2595372"/>
                  </a:lnTo>
                  <a:lnTo>
                    <a:pt x="2595371" y="2625852"/>
                  </a:lnTo>
                  <a:lnTo>
                    <a:pt x="2578607" y="2641091"/>
                  </a:lnTo>
                  <a:lnTo>
                    <a:pt x="2561843" y="2653284"/>
                  </a:lnTo>
                  <a:lnTo>
                    <a:pt x="2543555" y="2667000"/>
                  </a:lnTo>
                  <a:lnTo>
                    <a:pt x="2525267" y="2677667"/>
                  </a:lnTo>
                  <a:lnTo>
                    <a:pt x="2506979" y="2689860"/>
                  </a:lnTo>
                  <a:lnTo>
                    <a:pt x="2467355" y="2708148"/>
                  </a:lnTo>
                  <a:lnTo>
                    <a:pt x="2446019" y="2715767"/>
                  </a:lnTo>
                  <a:lnTo>
                    <a:pt x="2426207" y="2723388"/>
                  </a:lnTo>
                  <a:lnTo>
                    <a:pt x="2404871" y="2729484"/>
                  </a:lnTo>
                  <a:lnTo>
                    <a:pt x="2382012" y="2734056"/>
                  </a:lnTo>
                  <a:lnTo>
                    <a:pt x="2360676" y="2738628"/>
                  </a:lnTo>
                  <a:lnTo>
                    <a:pt x="2337816" y="2741676"/>
                  </a:lnTo>
                  <a:lnTo>
                    <a:pt x="2314955" y="2743200"/>
                  </a:lnTo>
                  <a:lnTo>
                    <a:pt x="2385059" y="2743200"/>
                  </a:lnTo>
                  <a:lnTo>
                    <a:pt x="2429255" y="2732532"/>
                  </a:lnTo>
                  <a:lnTo>
                    <a:pt x="2471928" y="2717291"/>
                  </a:lnTo>
                  <a:lnTo>
                    <a:pt x="2531364" y="2686812"/>
                  </a:lnTo>
                  <a:lnTo>
                    <a:pt x="2567940" y="2660904"/>
                  </a:lnTo>
                  <a:lnTo>
                    <a:pt x="2601467" y="2633472"/>
                  </a:lnTo>
                  <a:lnTo>
                    <a:pt x="2633471" y="2601467"/>
                  </a:lnTo>
                  <a:lnTo>
                    <a:pt x="2660904" y="2567940"/>
                  </a:lnTo>
                  <a:lnTo>
                    <a:pt x="2686812" y="2531364"/>
                  </a:lnTo>
                  <a:lnTo>
                    <a:pt x="2708148" y="2491740"/>
                  </a:lnTo>
                  <a:lnTo>
                    <a:pt x="2724912" y="2450591"/>
                  </a:lnTo>
                  <a:lnTo>
                    <a:pt x="2738628" y="2406396"/>
                  </a:lnTo>
                  <a:lnTo>
                    <a:pt x="2743200" y="2383536"/>
                  </a:lnTo>
                  <a:lnTo>
                    <a:pt x="2747771" y="2362200"/>
                  </a:lnTo>
                  <a:lnTo>
                    <a:pt x="2750819" y="2337816"/>
                  </a:lnTo>
                  <a:lnTo>
                    <a:pt x="2752343" y="2314956"/>
                  </a:lnTo>
                  <a:lnTo>
                    <a:pt x="2753772" y="2292096"/>
                  </a:lnTo>
                  <a:lnTo>
                    <a:pt x="2753867" y="461772"/>
                  </a:lnTo>
                  <a:lnTo>
                    <a:pt x="2752343" y="438912"/>
                  </a:lnTo>
                  <a:lnTo>
                    <a:pt x="2750819" y="414527"/>
                  </a:lnTo>
                  <a:lnTo>
                    <a:pt x="2743200" y="368808"/>
                  </a:lnTo>
                  <a:lnTo>
                    <a:pt x="2732531" y="324612"/>
                  </a:lnTo>
                  <a:lnTo>
                    <a:pt x="2717291" y="281939"/>
                  </a:lnTo>
                  <a:lnTo>
                    <a:pt x="2686812" y="222503"/>
                  </a:lnTo>
                  <a:lnTo>
                    <a:pt x="2660904" y="185927"/>
                  </a:lnTo>
                  <a:lnTo>
                    <a:pt x="2633471" y="152400"/>
                  </a:lnTo>
                  <a:lnTo>
                    <a:pt x="2601467" y="120396"/>
                  </a:lnTo>
                  <a:lnTo>
                    <a:pt x="2567940" y="92963"/>
                  </a:lnTo>
                  <a:lnTo>
                    <a:pt x="2531364" y="67056"/>
                  </a:lnTo>
                  <a:lnTo>
                    <a:pt x="2491740" y="45720"/>
                  </a:lnTo>
                  <a:lnTo>
                    <a:pt x="2450591" y="28956"/>
                  </a:lnTo>
                  <a:lnTo>
                    <a:pt x="2406395" y="15239"/>
                  </a:lnTo>
                  <a:lnTo>
                    <a:pt x="2383536" y="10667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2668" y="350514"/>
              <a:ext cx="6480048" cy="91897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2668" y="350514"/>
              <a:ext cx="6483096" cy="92044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72668" y="350514"/>
              <a:ext cx="6483350" cy="920750"/>
            </a:xfrm>
            <a:custGeom>
              <a:avLst/>
              <a:gdLst/>
              <a:ahLst/>
              <a:cxnLst/>
              <a:rect l="l" t="t" r="r" b="b"/>
              <a:pathLst>
                <a:path w="6483350" h="920750">
                  <a:moveTo>
                    <a:pt x="0" y="909828"/>
                  </a:moveTo>
                  <a:lnTo>
                    <a:pt x="0" y="920496"/>
                  </a:lnTo>
                  <a:lnTo>
                    <a:pt x="6480048" y="920496"/>
                  </a:lnTo>
                  <a:lnTo>
                    <a:pt x="6483096" y="917448"/>
                  </a:lnTo>
                  <a:lnTo>
                    <a:pt x="6483096" y="914400"/>
                  </a:lnTo>
                  <a:lnTo>
                    <a:pt x="6095" y="914400"/>
                  </a:lnTo>
                  <a:lnTo>
                    <a:pt x="0" y="909828"/>
                  </a:lnTo>
                  <a:close/>
                </a:path>
                <a:path w="6483350" h="920750">
                  <a:moveTo>
                    <a:pt x="6095" y="0"/>
                  </a:moveTo>
                  <a:lnTo>
                    <a:pt x="0" y="6096"/>
                  </a:lnTo>
                  <a:lnTo>
                    <a:pt x="0" y="909828"/>
                  </a:lnTo>
                  <a:lnTo>
                    <a:pt x="6095" y="914400"/>
                  </a:lnTo>
                  <a:lnTo>
                    <a:pt x="6095" y="0"/>
                  </a:lnTo>
                  <a:close/>
                </a:path>
                <a:path w="6483350" h="920750">
                  <a:moveTo>
                    <a:pt x="6472428" y="909828"/>
                  </a:moveTo>
                  <a:lnTo>
                    <a:pt x="6095" y="909828"/>
                  </a:lnTo>
                  <a:lnTo>
                    <a:pt x="6095" y="914400"/>
                  </a:lnTo>
                  <a:lnTo>
                    <a:pt x="6472428" y="914400"/>
                  </a:lnTo>
                  <a:lnTo>
                    <a:pt x="6472428" y="909828"/>
                  </a:lnTo>
                  <a:close/>
                </a:path>
                <a:path w="6483350" h="920750">
                  <a:moveTo>
                    <a:pt x="6472428" y="0"/>
                  </a:moveTo>
                  <a:lnTo>
                    <a:pt x="6472428" y="914400"/>
                  </a:lnTo>
                  <a:lnTo>
                    <a:pt x="6477000" y="909828"/>
                  </a:lnTo>
                  <a:lnTo>
                    <a:pt x="6483096" y="909828"/>
                  </a:lnTo>
                  <a:lnTo>
                    <a:pt x="6483096" y="6096"/>
                  </a:lnTo>
                  <a:lnTo>
                    <a:pt x="6477000" y="6096"/>
                  </a:lnTo>
                  <a:lnTo>
                    <a:pt x="6472428" y="0"/>
                  </a:lnTo>
                  <a:close/>
                </a:path>
                <a:path w="6483350" h="920750">
                  <a:moveTo>
                    <a:pt x="6483096" y="909828"/>
                  </a:moveTo>
                  <a:lnTo>
                    <a:pt x="6477000" y="909828"/>
                  </a:lnTo>
                  <a:lnTo>
                    <a:pt x="6472428" y="914400"/>
                  </a:lnTo>
                  <a:lnTo>
                    <a:pt x="6483096" y="914400"/>
                  </a:lnTo>
                  <a:lnTo>
                    <a:pt x="6483096" y="909828"/>
                  </a:lnTo>
                  <a:close/>
                </a:path>
                <a:path w="6483350" h="920750">
                  <a:moveTo>
                    <a:pt x="6095" y="0"/>
                  </a:moveTo>
                  <a:lnTo>
                    <a:pt x="0" y="0"/>
                  </a:lnTo>
                  <a:lnTo>
                    <a:pt x="0" y="6096"/>
                  </a:lnTo>
                  <a:lnTo>
                    <a:pt x="6095" y="0"/>
                  </a:lnTo>
                  <a:close/>
                </a:path>
                <a:path w="6483350" h="920750">
                  <a:moveTo>
                    <a:pt x="6472428" y="0"/>
                  </a:moveTo>
                  <a:lnTo>
                    <a:pt x="6095" y="0"/>
                  </a:lnTo>
                  <a:lnTo>
                    <a:pt x="6095" y="6096"/>
                  </a:lnTo>
                  <a:lnTo>
                    <a:pt x="6472428" y="6096"/>
                  </a:lnTo>
                  <a:lnTo>
                    <a:pt x="6472428" y="0"/>
                  </a:lnTo>
                  <a:close/>
                </a:path>
                <a:path w="6483350" h="920750">
                  <a:moveTo>
                    <a:pt x="6483096" y="0"/>
                  </a:moveTo>
                  <a:lnTo>
                    <a:pt x="6472428" y="0"/>
                  </a:lnTo>
                  <a:lnTo>
                    <a:pt x="6477000" y="6096"/>
                  </a:lnTo>
                  <a:lnTo>
                    <a:pt x="6483096" y="6096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62584" y="757422"/>
              <a:ext cx="891540" cy="408940"/>
            </a:xfrm>
            <a:custGeom>
              <a:avLst/>
              <a:gdLst/>
              <a:ahLst/>
              <a:cxnLst/>
              <a:rect l="l" t="t" r="r" b="b"/>
              <a:pathLst>
                <a:path w="891539" h="408940">
                  <a:moveTo>
                    <a:pt x="824484" y="370331"/>
                  </a:moveTo>
                  <a:lnTo>
                    <a:pt x="781811" y="370331"/>
                  </a:lnTo>
                  <a:lnTo>
                    <a:pt x="781811" y="408431"/>
                  </a:lnTo>
                  <a:lnTo>
                    <a:pt x="824484" y="408431"/>
                  </a:lnTo>
                  <a:lnTo>
                    <a:pt x="824484" y="370331"/>
                  </a:lnTo>
                  <a:close/>
                </a:path>
                <a:path w="891539" h="408940">
                  <a:moveTo>
                    <a:pt x="571500" y="105155"/>
                  </a:moveTo>
                  <a:lnTo>
                    <a:pt x="526970" y="117633"/>
                  </a:lnTo>
                  <a:lnTo>
                    <a:pt x="493585" y="152971"/>
                  </a:lnTo>
                  <a:lnTo>
                    <a:pt x="479107" y="196596"/>
                  </a:lnTo>
                  <a:lnTo>
                    <a:pt x="477012" y="224027"/>
                  </a:lnTo>
                  <a:lnTo>
                    <a:pt x="477321" y="237434"/>
                  </a:lnTo>
                  <a:lnTo>
                    <a:pt x="486584" y="283654"/>
                  </a:lnTo>
                  <a:lnTo>
                    <a:pt x="512254" y="321944"/>
                  </a:lnTo>
                  <a:lnTo>
                    <a:pt x="550425" y="339304"/>
                  </a:lnTo>
                  <a:lnTo>
                    <a:pt x="559307" y="339851"/>
                  </a:lnTo>
                  <a:lnTo>
                    <a:pt x="566928" y="339851"/>
                  </a:lnTo>
                  <a:lnTo>
                    <a:pt x="574547" y="338327"/>
                  </a:lnTo>
                  <a:lnTo>
                    <a:pt x="579119" y="336803"/>
                  </a:lnTo>
                  <a:lnTo>
                    <a:pt x="591312" y="333755"/>
                  </a:lnTo>
                  <a:lnTo>
                    <a:pt x="595884" y="330707"/>
                  </a:lnTo>
                  <a:lnTo>
                    <a:pt x="601979" y="329183"/>
                  </a:lnTo>
                  <a:lnTo>
                    <a:pt x="611124" y="323087"/>
                  </a:lnTo>
                  <a:lnTo>
                    <a:pt x="615696" y="318515"/>
                  </a:lnTo>
                  <a:lnTo>
                    <a:pt x="620268" y="315467"/>
                  </a:lnTo>
                  <a:lnTo>
                    <a:pt x="626363" y="310895"/>
                  </a:lnTo>
                  <a:lnTo>
                    <a:pt x="662940" y="310895"/>
                  </a:lnTo>
                  <a:lnTo>
                    <a:pt x="662940" y="303275"/>
                  </a:lnTo>
                  <a:lnTo>
                    <a:pt x="568452" y="303275"/>
                  </a:lnTo>
                  <a:lnTo>
                    <a:pt x="555617" y="302109"/>
                  </a:lnTo>
                  <a:lnTo>
                    <a:pt x="522827" y="271152"/>
                  </a:lnTo>
                  <a:lnTo>
                    <a:pt x="515112" y="222503"/>
                  </a:lnTo>
                  <a:lnTo>
                    <a:pt x="516231" y="203311"/>
                  </a:lnTo>
                  <a:lnTo>
                    <a:pt x="531876" y="160020"/>
                  </a:lnTo>
                  <a:lnTo>
                    <a:pt x="577596" y="138683"/>
                  </a:lnTo>
                  <a:lnTo>
                    <a:pt x="662940" y="138683"/>
                  </a:lnTo>
                  <a:lnTo>
                    <a:pt x="662940" y="120396"/>
                  </a:lnTo>
                  <a:lnTo>
                    <a:pt x="626363" y="120396"/>
                  </a:lnTo>
                  <a:lnTo>
                    <a:pt x="619529" y="116347"/>
                  </a:lnTo>
                  <a:lnTo>
                    <a:pt x="612838" y="113156"/>
                  </a:lnTo>
                  <a:lnTo>
                    <a:pt x="579239" y="105417"/>
                  </a:lnTo>
                  <a:lnTo>
                    <a:pt x="571500" y="105155"/>
                  </a:lnTo>
                  <a:close/>
                </a:path>
                <a:path w="891539" h="408940">
                  <a:moveTo>
                    <a:pt x="662940" y="310895"/>
                  </a:moveTo>
                  <a:lnTo>
                    <a:pt x="626363" y="310895"/>
                  </a:lnTo>
                  <a:lnTo>
                    <a:pt x="626363" y="332231"/>
                  </a:lnTo>
                  <a:lnTo>
                    <a:pt x="662940" y="332231"/>
                  </a:lnTo>
                  <a:lnTo>
                    <a:pt x="662940" y="310895"/>
                  </a:lnTo>
                  <a:close/>
                </a:path>
                <a:path w="891539" h="408940">
                  <a:moveTo>
                    <a:pt x="662940" y="138683"/>
                  </a:moveTo>
                  <a:lnTo>
                    <a:pt x="585216" y="138683"/>
                  </a:lnTo>
                  <a:lnTo>
                    <a:pt x="594360" y="140207"/>
                  </a:lnTo>
                  <a:lnTo>
                    <a:pt x="600456" y="141731"/>
                  </a:lnTo>
                  <a:lnTo>
                    <a:pt x="606432" y="143160"/>
                  </a:lnTo>
                  <a:lnTo>
                    <a:pt x="612838" y="145160"/>
                  </a:lnTo>
                  <a:lnTo>
                    <a:pt x="619529" y="147732"/>
                  </a:lnTo>
                  <a:lnTo>
                    <a:pt x="626363" y="150875"/>
                  </a:lnTo>
                  <a:lnTo>
                    <a:pt x="626363" y="278891"/>
                  </a:lnTo>
                  <a:lnTo>
                    <a:pt x="590311" y="300061"/>
                  </a:lnTo>
                  <a:lnTo>
                    <a:pt x="568452" y="303275"/>
                  </a:lnTo>
                  <a:lnTo>
                    <a:pt x="662940" y="303275"/>
                  </a:lnTo>
                  <a:lnTo>
                    <a:pt x="662940" y="138683"/>
                  </a:lnTo>
                  <a:close/>
                </a:path>
                <a:path w="891539" h="408940">
                  <a:moveTo>
                    <a:pt x="662940" y="24383"/>
                  </a:moveTo>
                  <a:lnTo>
                    <a:pt x="626363" y="24383"/>
                  </a:lnTo>
                  <a:lnTo>
                    <a:pt x="626363" y="120396"/>
                  </a:lnTo>
                  <a:lnTo>
                    <a:pt x="662940" y="120396"/>
                  </a:lnTo>
                  <a:lnTo>
                    <a:pt x="662940" y="24383"/>
                  </a:lnTo>
                  <a:close/>
                </a:path>
                <a:path w="891539" h="408940">
                  <a:moveTo>
                    <a:pt x="754379" y="111251"/>
                  </a:moveTo>
                  <a:lnTo>
                    <a:pt x="716279" y="111251"/>
                  </a:lnTo>
                  <a:lnTo>
                    <a:pt x="716279" y="254507"/>
                  </a:lnTo>
                  <a:lnTo>
                    <a:pt x="716589" y="265604"/>
                  </a:lnTo>
                  <a:lnTo>
                    <a:pt x="717613" y="275844"/>
                  </a:lnTo>
                  <a:lnTo>
                    <a:pt x="719494" y="284940"/>
                  </a:lnTo>
                  <a:lnTo>
                    <a:pt x="722376" y="292607"/>
                  </a:lnTo>
                  <a:lnTo>
                    <a:pt x="724947" y="300299"/>
                  </a:lnTo>
                  <a:lnTo>
                    <a:pt x="752379" y="331160"/>
                  </a:lnTo>
                  <a:lnTo>
                    <a:pt x="786384" y="339851"/>
                  </a:lnTo>
                  <a:lnTo>
                    <a:pt x="795504" y="339280"/>
                  </a:lnTo>
                  <a:lnTo>
                    <a:pt x="836866" y="321563"/>
                  </a:lnTo>
                  <a:lnTo>
                    <a:pt x="853440" y="307847"/>
                  </a:lnTo>
                  <a:lnTo>
                    <a:pt x="891540" y="307847"/>
                  </a:lnTo>
                  <a:lnTo>
                    <a:pt x="891540" y="303275"/>
                  </a:lnTo>
                  <a:lnTo>
                    <a:pt x="786384" y="303275"/>
                  </a:lnTo>
                  <a:lnTo>
                    <a:pt x="778764" y="301751"/>
                  </a:lnTo>
                  <a:lnTo>
                    <a:pt x="774191" y="300227"/>
                  </a:lnTo>
                  <a:lnTo>
                    <a:pt x="768096" y="297179"/>
                  </a:lnTo>
                  <a:lnTo>
                    <a:pt x="763523" y="292607"/>
                  </a:lnTo>
                  <a:lnTo>
                    <a:pt x="760476" y="286511"/>
                  </a:lnTo>
                  <a:lnTo>
                    <a:pt x="757428" y="281939"/>
                  </a:lnTo>
                  <a:lnTo>
                    <a:pt x="755904" y="274320"/>
                  </a:lnTo>
                  <a:lnTo>
                    <a:pt x="755904" y="266700"/>
                  </a:lnTo>
                  <a:lnTo>
                    <a:pt x="755022" y="260461"/>
                  </a:lnTo>
                  <a:lnTo>
                    <a:pt x="754570" y="253364"/>
                  </a:lnTo>
                  <a:lnTo>
                    <a:pt x="754403" y="245697"/>
                  </a:lnTo>
                  <a:lnTo>
                    <a:pt x="754379" y="111251"/>
                  </a:lnTo>
                  <a:close/>
                </a:path>
                <a:path w="891539" h="408940">
                  <a:moveTo>
                    <a:pt x="891540" y="307847"/>
                  </a:moveTo>
                  <a:lnTo>
                    <a:pt x="853440" y="307847"/>
                  </a:lnTo>
                  <a:lnTo>
                    <a:pt x="853440" y="332231"/>
                  </a:lnTo>
                  <a:lnTo>
                    <a:pt x="891540" y="332231"/>
                  </a:lnTo>
                  <a:lnTo>
                    <a:pt x="891540" y="307847"/>
                  </a:lnTo>
                  <a:close/>
                </a:path>
                <a:path w="891539" h="408940">
                  <a:moveTo>
                    <a:pt x="891540" y="111251"/>
                  </a:moveTo>
                  <a:lnTo>
                    <a:pt x="853440" y="111251"/>
                  </a:lnTo>
                  <a:lnTo>
                    <a:pt x="853440" y="277367"/>
                  </a:lnTo>
                  <a:lnTo>
                    <a:pt x="846558" y="282797"/>
                  </a:lnTo>
                  <a:lnTo>
                    <a:pt x="810006" y="301180"/>
                  </a:lnTo>
                  <a:lnTo>
                    <a:pt x="795528" y="303275"/>
                  </a:lnTo>
                  <a:lnTo>
                    <a:pt x="891540" y="303275"/>
                  </a:lnTo>
                  <a:lnTo>
                    <a:pt x="891540" y="111251"/>
                  </a:lnTo>
                  <a:close/>
                </a:path>
                <a:path w="891539" h="408940">
                  <a:moveTo>
                    <a:pt x="309372" y="111251"/>
                  </a:moveTo>
                  <a:lnTo>
                    <a:pt x="272796" y="111251"/>
                  </a:lnTo>
                  <a:lnTo>
                    <a:pt x="272796" y="332231"/>
                  </a:lnTo>
                  <a:lnTo>
                    <a:pt x="309372" y="332231"/>
                  </a:lnTo>
                  <a:lnTo>
                    <a:pt x="309372" y="111251"/>
                  </a:lnTo>
                  <a:close/>
                </a:path>
                <a:path w="891539" h="408940">
                  <a:moveTo>
                    <a:pt x="42671" y="36575"/>
                  </a:moveTo>
                  <a:lnTo>
                    <a:pt x="0" y="36575"/>
                  </a:lnTo>
                  <a:lnTo>
                    <a:pt x="102107" y="332231"/>
                  </a:lnTo>
                  <a:lnTo>
                    <a:pt x="144779" y="332231"/>
                  </a:lnTo>
                  <a:lnTo>
                    <a:pt x="162148" y="281939"/>
                  </a:lnTo>
                  <a:lnTo>
                    <a:pt x="124968" y="281939"/>
                  </a:lnTo>
                  <a:lnTo>
                    <a:pt x="42671" y="36575"/>
                  </a:lnTo>
                  <a:close/>
                </a:path>
                <a:path w="891539" h="408940">
                  <a:moveTo>
                    <a:pt x="246887" y="36575"/>
                  </a:moveTo>
                  <a:lnTo>
                    <a:pt x="205740" y="36575"/>
                  </a:lnTo>
                  <a:lnTo>
                    <a:pt x="124968" y="281939"/>
                  </a:lnTo>
                  <a:lnTo>
                    <a:pt x="162148" y="281939"/>
                  </a:lnTo>
                  <a:lnTo>
                    <a:pt x="246887" y="36575"/>
                  </a:lnTo>
                  <a:close/>
                </a:path>
                <a:path w="891539" h="408940">
                  <a:moveTo>
                    <a:pt x="352044" y="0"/>
                  </a:moveTo>
                  <a:lnTo>
                    <a:pt x="303275" y="0"/>
                  </a:lnTo>
                  <a:lnTo>
                    <a:pt x="268224" y="74675"/>
                  </a:lnTo>
                  <a:lnTo>
                    <a:pt x="298703" y="74675"/>
                  </a:lnTo>
                  <a:lnTo>
                    <a:pt x="3520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644395" y="1127754"/>
              <a:ext cx="43180" cy="38100"/>
            </a:xfrm>
            <a:custGeom>
              <a:avLst/>
              <a:gdLst/>
              <a:ahLst/>
              <a:cxnLst/>
              <a:rect l="l" t="t" r="r" b="b"/>
              <a:pathLst>
                <a:path w="43180" h="38100">
                  <a:moveTo>
                    <a:pt x="0" y="0"/>
                  </a:moveTo>
                  <a:lnTo>
                    <a:pt x="42671" y="0"/>
                  </a:lnTo>
                  <a:lnTo>
                    <a:pt x="42671" y="38099"/>
                  </a:lnTo>
                  <a:lnTo>
                    <a:pt x="0" y="38099"/>
                  </a:lnTo>
                  <a:lnTo>
                    <a:pt x="0" y="0"/>
                  </a:lnTo>
                  <a:close/>
                </a:path>
              </a:pathLst>
            </a:custGeom>
            <a:ln w="18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68551" y="886962"/>
              <a:ext cx="129539" cy="18287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862583" y="757422"/>
              <a:ext cx="891540" cy="340360"/>
            </a:xfrm>
            <a:custGeom>
              <a:avLst/>
              <a:gdLst/>
              <a:ahLst/>
              <a:cxnLst/>
              <a:rect l="l" t="t" r="r" b="b"/>
              <a:pathLst>
                <a:path w="891539" h="340359">
                  <a:moveTo>
                    <a:pt x="716279" y="111251"/>
                  </a:moveTo>
                  <a:lnTo>
                    <a:pt x="754379" y="111251"/>
                  </a:lnTo>
                  <a:lnTo>
                    <a:pt x="754379" y="237743"/>
                  </a:lnTo>
                  <a:lnTo>
                    <a:pt x="754403" y="245697"/>
                  </a:lnTo>
                  <a:lnTo>
                    <a:pt x="754570" y="253364"/>
                  </a:lnTo>
                  <a:lnTo>
                    <a:pt x="755022" y="260461"/>
                  </a:lnTo>
                  <a:lnTo>
                    <a:pt x="755903" y="266699"/>
                  </a:lnTo>
                  <a:lnTo>
                    <a:pt x="755903" y="274319"/>
                  </a:lnTo>
                  <a:lnTo>
                    <a:pt x="757427" y="281939"/>
                  </a:lnTo>
                  <a:lnTo>
                    <a:pt x="760475" y="286511"/>
                  </a:lnTo>
                  <a:lnTo>
                    <a:pt x="763523" y="292607"/>
                  </a:lnTo>
                  <a:lnTo>
                    <a:pt x="768095" y="297179"/>
                  </a:lnTo>
                  <a:lnTo>
                    <a:pt x="774191" y="300227"/>
                  </a:lnTo>
                  <a:lnTo>
                    <a:pt x="778763" y="301751"/>
                  </a:lnTo>
                  <a:lnTo>
                    <a:pt x="786383" y="303275"/>
                  </a:lnTo>
                  <a:lnTo>
                    <a:pt x="795527" y="303275"/>
                  </a:lnTo>
                  <a:lnTo>
                    <a:pt x="832223" y="291941"/>
                  </a:lnTo>
                  <a:lnTo>
                    <a:pt x="853439" y="277367"/>
                  </a:lnTo>
                  <a:lnTo>
                    <a:pt x="853439" y="111251"/>
                  </a:lnTo>
                  <a:lnTo>
                    <a:pt x="891539" y="111251"/>
                  </a:lnTo>
                  <a:lnTo>
                    <a:pt x="891539" y="332231"/>
                  </a:lnTo>
                  <a:lnTo>
                    <a:pt x="853439" y="332231"/>
                  </a:lnTo>
                  <a:lnTo>
                    <a:pt x="853439" y="307847"/>
                  </a:lnTo>
                  <a:lnTo>
                    <a:pt x="845224" y="315277"/>
                  </a:lnTo>
                  <a:lnTo>
                    <a:pt x="804481" y="337565"/>
                  </a:lnTo>
                  <a:lnTo>
                    <a:pt x="786383" y="339851"/>
                  </a:lnTo>
                  <a:lnTo>
                    <a:pt x="779525" y="339328"/>
                  </a:lnTo>
                  <a:lnTo>
                    <a:pt x="740949" y="323683"/>
                  </a:lnTo>
                  <a:lnTo>
                    <a:pt x="722375" y="292607"/>
                  </a:lnTo>
                  <a:lnTo>
                    <a:pt x="719494" y="284940"/>
                  </a:lnTo>
                  <a:lnTo>
                    <a:pt x="717613" y="275843"/>
                  </a:lnTo>
                  <a:lnTo>
                    <a:pt x="716589" y="265604"/>
                  </a:lnTo>
                  <a:lnTo>
                    <a:pt x="716279" y="254507"/>
                  </a:lnTo>
                  <a:lnTo>
                    <a:pt x="716279" y="111251"/>
                  </a:lnTo>
                  <a:close/>
                </a:path>
                <a:path w="891539" h="340359">
                  <a:moveTo>
                    <a:pt x="272795" y="111251"/>
                  </a:moveTo>
                  <a:lnTo>
                    <a:pt x="309371" y="111251"/>
                  </a:lnTo>
                  <a:lnTo>
                    <a:pt x="309371" y="332231"/>
                  </a:lnTo>
                  <a:lnTo>
                    <a:pt x="272795" y="332231"/>
                  </a:lnTo>
                  <a:lnTo>
                    <a:pt x="272795" y="111251"/>
                  </a:lnTo>
                  <a:close/>
                </a:path>
                <a:path w="891539" h="340359">
                  <a:moveTo>
                    <a:pt x="0" y="36575"/>
                  </a:moveTo>
                  <a:lnTo>
                    <a:pt x="42671" y="36575"/>
                  </a:lnTo>
                  <a:lnTo>
                    <a:pt x="124967" y="281939"/>
                  </a:lnTo>
                  <a:lnTo>
                    <a:pt x="205739" y="36575"/>
                  </a:lnTo>
                  <a:lnTo>
                    <a:pt x="246887" y="36575"/>
                  </a:lnTo>
                  <a:lnTo>
                    <a:pt x="144779" y="332231"/>
                  </a:lnTo>
                  <a:lnTo>
                    <a:pt x="102107" y="332231"/>
                  </a:lnTo>
                  <a:lnTo>
                    <a:pt x="0" y="36575"/>
                  </a:lnTo>
                  <a:close/>
                </a:path>
                <a:path w="891539" h="340359">
                  <a:moveTo>
                    <a:pt x="626363" y="24383"/>
                  </a:moveTo>
                  <a:lnTo>
                    <a:pt x="662939" y="24383"/>
                  </a:lnTo>
                  <a:lnTo>
                    <a:pt x="662939" y="332231"/>
                  </a:lnTo>
                  <a:lnTo>
                    <a:pt x="626363" y="332231"/>
                  </a:lnTo>
                  <a:lnTo>
                    <a:pt x="626363" y="310895"/>
                  </a:lnTo>
                  <a:lnTo>
                    <a:pt x="620267" y="315467"/>
                  </a:lnTo>
                  <a:lnTo>
                    <a:pt x="615695" y="318515"/>
                  </a:lnTo>
                  <a:lnTo>
                    <a:pt x="611123" y="323087"/>
                  </a:lnTo>
                  <a:lnTo>
                    <a:pt x="606551" y="326135"/>
                  </a:lnTo>
                  <a:lnTo>
                    <a:pt x="601979" y="329183"/>
                  </a:lnTo>
                  <a:lnTo>
                    <a:pt x="595883" y="330707"/>
                  </a:lnTo>
                  <a:lnTo>
                    <a:pt x="591311" y="333755"/>
                  </a:lnTo>
                  <a:lnTo>
                    <a:pt x="585215" y="335279"/>
                  </a:lnTo>
                  <a:lnTo>
                    <a:pt x="579119" y="336803"/>
                  </a:lnTo>
                  <a:lnTo>
                    <a:pt x="574547" y="338327"/>
                  </a:lnTo>
                  <a:lnTo>
                    <a:pt x="566927" y="339851"/>
                  </a:lnTo>
                  <a:lnTo>
                    <a:pt x="559307" y="339851"/>
                  </a:lnTo>
                  <a:lnTo>
                    <a:pt x="518945" y="327374"/>
                  </a:lnTo>
                  <a:lnTo>
                    <a:pt x="490346" y="293369"/>
                  </a:lnTo>
                  <a:lnTo>
                    <a:pt x="478345" y="250126"/>
                  </a:lnTo>
                  <a:lnTo>
                    <a:pt x="477011" y="224027"/>
                  </a:lnTo>
                  <a:lnTo>
                    <a:pt x="477559" y="209740"/>
                  </a:lnTo>
                  <a:lnTo>
                    <a:pt x="488608" y="162853"/>
                  </a:lnTo>
                  <a:lnTo>
                    <a:pt x="512206" y="129063"/>
                  </a:lnTo>
                  <a:lnTo>
                    <a:pt x="552640" y="107251"/>
                  </a:lnTo>
                  <a:lnTo>
                    <a:pt x="571499" y="105155"/>
                  </a:lnTo>
                  <a:lnTo>
                    <a:pt x="579239" y="105417"/>
                  </a:lnTo>
                  <a:lnTo>
                    <a:pt x="619529" y="116347"/>
                  </a:lnTo>
                  <a:lnTo>
                    <a:pt x="626363" y="120395"/>
                  </a:lnTo>
                  <a:lnTo>
                    <a:pt x="626363" y="24383"/>
                  </a:lnTo>
                  <a:close/>
                </a:path>
                <a:path w="891539" h="340359">
                  <a:moveTo>
                    <a:pt x="303275" y="0"/>
                  </a:moveTo>
                  <a:lnTo>
                    <a:pt x="352043" y="0"/>
                  </a:lnTo>
                  <a:lnTo>
                    <a:pt x="298703" y="74675"/>
                  </a:lnTo>
                  <a:lnTo>
                    <a:pt x="268223" y="74675"/>
                  </a:lnTo>
                  <a:lnTo>
                    <a:pt x="303275" y="0"/>
                  </a:lnTo>
                  <a:close/>
                </a:path>
              </a:pathLst>
            </a:custGeom>
            <a:ln w="18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772668" y="6975342"/>
            <a:ext cx="1377950" cy="233679"/>
            <a:chOff x="772668" y="6975342"/>
            <a:chExt cx="1377950" cy="233679"/>
          </a:xfrm>
        </p:grpSpPr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876383" y="6985939"/>
            <a:ext cx="1176020" cy="21526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HCMUS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sz="14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2010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139695" y="6975342"/>
            <a:ext cx="7097395" cy="233679"/>
            <a:chOff x="2139695" y="6975342"/>
            <a:chExt cx="7097395" cy="233679"/>
          </a:xfrm>
        </p:grpSpPr>
        <p:pic>
          <p:nvPicPr>
            <p:cNvPr id="38" name="object 3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2224530" y="6973326"/>
            <a:ext cx="408495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Bài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giảng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Lý</a:t>
            </a:r>
            <a:r>
              <a:rPr sz="14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thuyết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đồ</a:t>
            </a:r>
            <a:r>
              <a:rPr sz="14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thị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Đặng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Nguyễn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Đức</a:t>
            </a:r>
            <a:r>
              <a:rPr sz="14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Tiến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9226295" y="6975342"/>
            <a:ext cx="690880" cy="233679"/>
            <a:chOff x="9226295" y="6975342"/>
            <a:chExt cx="690880" cy="233679"/>
          </a:xfrm>
        </p:grpSpPr>
        <p:pic>
          <p:nvPicPr>
            <p:cNvPr id="43" name="object 4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226295" y="6975342"/>
              <a:ext cx="690372" cy="23317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226295" y="6975342"/>
              <a:ext cx="690372" cy="233172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9226295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9477783" y="6985939"/>
            <a:ext cx="194945" cy="21526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18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7" name="object 4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347971" y="2474970"/>
            <a:ext cx="2625852" cy="2607564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6183960" y="339340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507407" y="33934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506036" y="468888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186932" y="468888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361000" y="263148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772583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397576" y="38048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240860" y="40334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372783" y="4033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458383" y="456681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005755" y="372876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542279" y="3195213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60" name="object 6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243571" y="1411218"/>
            <a:ext cx="2147316" cy="2528316"/>
          </a:xfrm>
          <a:prstGeom prst="rect">
            <a:avLst/>
          </a:prstGeom>
        </p:spPr>
      </p:pic>
      <p:sp>
        <p:nvSpPr>
          <p:cNvPr id="61" name="object 61"/>
          <p:cNvSpPr txBox="1"/>
          <p:nvPr/>
        </p:nvSpPr>
        <p:spPr>
          <a:xfrm>
            <a:off x="9079407" y="225040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403083" y="22504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401483" y="354588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9082608" y="354588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256447" y="148848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668259" y="1747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136307" y="28904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9268459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8437956" y="2052213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70" name="object 7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243571" y="4154418"/>
            <a:ext cx="2147316" cy="2528316"/>
          </a:xfrm>
          <a:prstGeom prst="rect">
            <a:avLst/>
          </a:prstGeom>
        </p:spPr>
      </p:pic>
      <p:sp>
        <p:nvSpPr>
          <p:cNvPr id="71" name="object 71"/>
          <p:cNvSpPr txBox="1"/>
          <p:nvPr/>
        </p:nvSpPr>
        <p:spPr>
          <a:xfrm>
            <a:off x="9079407" y="499360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403083" y="49936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401483" y="628908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082608" y="628908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8256447" y="423168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668259" y="44906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293024" y="54050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8354059" y="6167013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901431" y="532896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80" name="object 8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060947" y="5210550"/>
            <a:ext cx="838200" cy="588264"/>
          </a:xfrm>
          <a:prstGeom prst="rect">
            <a:avLst/>
          </a:prstGeom>
        </p:spPr>
      </p:pic>
      <p:grpSp>
        <p:nvGrpSpPr>
          <p:cNvPr id="81" name="object 81"/>
          <p:cNvGrpSpPr/>
          <p:nvPr/>
        </p:nvGrpSpPr>
        <p:grpSpPr>
          <a:xfrm>
            <a:off x="8615171" y="1335018"/>
            <a:ext cx="1301750" cy="381000"/>
            <a:chOff x="8615171" y="1335018"/>
            <a:chExt cx="1301750" cy="381000"/>
          </a:xfrm>
        </p:grpSpPr>
        <p:pic>
          <p:nvPicPr>
            <p:cNvPr id="82" name="object 8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615171" y="1335018"/>
              <a:ext cx="1301496" cy="379475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615171" y="1335018"/>
              <a:ext cx="1301496" cy="380441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8616695" y="1336542"/>
              <a:ext cx="1300480" cy="379730"/>
            </a:xfrm>
            <a:custGeom>
              <a:avLst/>
              <a:gdLst/>
              <a:ahLst/>
              <a:cxnLst/>
              <a:rect l="l" t="t" r="r" b="b"/>
              <a:pathLst>
                <a:path w="1300479" h="379730">
                  <a:moveTo>
                    <a:pt x="12999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377951"/>
                  </a:lnTo>
                  <a:lnTo>
                    <a:pt x="3048" y="379475"/>
                  </a:lnTo>
                  <a:lnTo>
                    <a:pt x="1299972" y="379475"/>
                  </a:lnTo>
                  <a:lnTo>
                    <a:pt x="1299972" y="374903"/>
                  </a:lnTo>
                  <a:lnTo>
                    <a:pt x="10668" y="374903"/>
                  </a:lnTo>
                  <a:lnTo>
                    <a:pt x="4572" y="370332"/>
                  </a:lnTo>
                  <a:lnTo>
                    <a:pt x="10668" y="370332"/>
                  </a:lnTo>
                  <a:lnTo>
                    <a:pt x="10668" y="10667"/>
                  </a:lnTo>
                  <a:lnTo>
                    <a:pt x="4572" y="10667"/>
                  </a:lnTo>
                  <a:lnTo>
                    <a:pt x="10668" y="4572"/>
                  </a:lnTo>
                  <a:lnTo>
                    <a:pt x="1299972" y="4572"/>
                  </a:lnTo>
                  <a:lnTo>
                    <a:pt x="1299972" y="0"/>
                  </a:lnTo>
                  <a:close/>
                </a:path>
                <a:path w="1300479" h="379730">
                  <a:moveTo>
                    <a:pt x="10668" y="370332"/>
                  </a:moveTo>
                  <a:lnTo>
                    <a:pt x="4572" y="370332"/>
                  </a:lnTo>
                  <a:lnTo>
                    <a:pt x="10668" y="374903"/>
                  </a:lnTo>
                  <a:lnTo>
                    <a:pt x="10668" y="370332"/>
                  </a:lnTo>
                  <a:close/>
                </a:path>
                <a:path w="1300479" h="379730">
                  <a:moveTo>
                    <a:pt x="1295400" y="370332"/>
                  </a:moveTo>
                  <a:lnTo>
                    <a:pt x="10668" y="370332"/>
                  </a:lnTo>
                  <a:lnTo>
                    <a:pt x="10668" y="374903"/>
                  </a:lnTo>
                  <a:lnTo>
                    <a:pt x="1295400" y="374903"/>
                  </a:lnTo>
                  <a:lnTo>
                    <a:pt x="1295400" y="370332"/>
                  </a:lnTo>
                  <a:close/>
                </a:path>
                <a:path w="1300479" h="379730">
                  <a:moveTo>
                    <a:pt x="1295400" y="4572"/>
                  </a:moveTo>
                  <a:lnTo>
                    <a:pt x="1295400" y="374903"/>
                  </a:lnTo>
                  <a:lnTo>
                    <a:pt x="1299972" y="370332"/>
                  </a:lnTo>
                  <a:lnTo>
                    <a:pt x="1299972" y="10667"/>
                  </a:lnTo>
                  <a:lnTo>
                    <a:pt x="1295400" y="4572"/>
                  </a:lnTo>
                  <a:close/>
                </a:path>
                <a:path w="1300479" h="379730">
                  <a:moveTo>
                    <a:pt x="1299972" y="370332"/>
                  </a:moveTo>
                  <a:lnTo>
                    <a:pt x="1295400" y="374903"/>
                  </a:lnTo>
                  <a:lnTo>
                    <a:pt x="1299972" y="374903"/>
                  </a:lnTo>
                  <a:lnTo>
                    <a:pt x="1299972" y="370332"/>
                  </a:lnTo>
                  <a:close/>
                </a:path>
                <a:path w="1300479" h="379730">
                  <a:moveTo>
                    <a:pt x="10668" y="4572"/>
                  </a:moveTo>
                  <a:lnTo>
                    <a:pt x="4572" y="10667"/>
                  </a:lnTo>
                  <a:lnTo>
                    <a:pt x="10668" y="10667"/>
                  </a:lnTo>
                  <a:lnTo>
                    <a:pt x="10668" y="4572"/>
                  </a:lnTo>
                  <a:close/>
                </a:path>
                <a:path w="1300479" h="379730">
                  <a:moveTo>
                    <a:pt x="1295400" y="4572"/>
                  </a:moveTo>
                  <a:lnTo>
                    <a:pt x="10668" y="4572"/>
                  </a:lnTo>
                  <a:lnTo>
                    <a:pt x="10668" y="10667"/>
                  </a:lnTo>
                  <a:lnTo>
                    <a:pt x="1295400" y="10667"/>
                  </a:lnTo>
                  <a:lnTo>
                    <a:pt x="1295400" y="4572"/>
                  </a:lnTo>
                  <a:close/>
                </a:path>
                <a:path w="1300479" h="379730">
                  <a:moveTo>
                    <a:pt x="1299972" y="4572"/>
                  </a:moveTo>
                  <a:lnTo>
                    <a:pt x="1295400" y="4572"/>
                  </a:lnTo>
                  <a:lnTo>
                    <a:pt x="1299972" y="10667"/>
                  </a:lnTo>
                  <a:lnTo>
                    <a:pt x="1299972" y="4572"/>
                  </a:lnTo>
                  <a:close/>
                </a:path>
              </a:pathLst>
            </a:custGeom>
            <a:solidFill>
              <a:srgbClr val="5F8D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8785428" y="1366413"/>
            <a:ext cx="969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c(T)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=</a:t>
            </a:r>
            <a:r>
              <a:rPr sz="1800" spc="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20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8615171" y="6833610"/>
            <a:ext cx="1301750" cy="375285"/>
            <a:chOff x="8615171" y="6833610"/>
            <a:chExt cx="1301750" cy="375285"/>
          </a:xfrm>
        </p:grpSpPr>
        <p:pic>
          <p:nvPicPr>
            <p:cNvPr id="87" name="object 8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615171" y="6833610"/>
              <a:ext cx="1301496" cy="374904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615171" y="6833610"/>
              <a:ext cx="1301496" cy="374904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8616695" y="6835134"/>
              <a:ext cx="1300480" cy="373380"/>
            </a:xfrm>
            <a:custGeom>
              <a:avLst/>
              <a:gdLst/>
              <a:ahLst/>
              <a:cxnLst/>
              <a:rect l="l" t="t" r="r" b="b"/>
              <a:pathLst>
                <a:path w="1300479" h="373379">
                  <a:moveTo>
                    <a:pt x="1299972" y="0"/>
                  </a:moveTo>
                  <a:lnTo>
                    <a:pt x="3048" y="0"/>
                  </a:lnTo>
                  <a:lnTo>
                    <a:pt x="0" y="1524"/>
                  </a:lnTo>
                  <a:lnTo>
                    <a:pt x="0" y="373380"/>
                  </a:lnTo>
                  <a:lnTo>
                    <a:pt x="10668" y="373380"/>
                  </a:lnTo>
                  <a:lnTo>
                    <a:pt x="4572" y="368808"/>
                  </a:lnTo>
                  <a:lnTo>
                    <a:pt x="10668" y="368808"/>
                  </a:lnTo>
                  <a:lnTo>
                    <a:pt x="10668" y="9144"/>
                  </a:lnTo>
                  <a:lnTo>
                    <a:pt x="4572" y="9144"/>
                  </a:lnTo>
                  <a:lnTo>
                    <a:pt x="10668" y="4572"/>
                  </a:lnTo>
                  <a:lnTo>
                    <a:pt x="1299972" y="4572"/>
                  </a:lnTo>
                  <a:lnTo>
                    <a:pt x="1299972" y="0"/>
                  </a:lnTo>
                  <a:close/>
                </a:path>
                <a:path w="1300479" h="373379">
                  <a:moveTo>
                    <a:pt x="10668" y="368808"/>
                  </a:moveTo>
                  <a:lnTo>
                    <a:pt x="4572" y="368808"/>
                  </a:lnTo>
                  <a:lnTo>
                    <a:pt x="10668" y="373380"/>
                  </a:lnTo>
                  <a:lnTo>
                    <a:pt x="10668" y="368808"/>
                  </a:lnTo>
                  <a:close/>
                </a:path>
                <a:path w="1300479" h="373379">
                  <a:moveTo>
                    <a:pt x="1295400" y="368808"/>
                  </a:moveTo>
                  <a:lnTo>
                    <a:pt x="10668" y="368808"/>
                  </a:lnTo>
                  <a:lnTo>
                    <a:pt x="10668" y="373380"/>
                  </a:lnTo>
                  <a:lnTo>
                    <a:pt x="1295400" y="373380"/>
                  </a:lnTo>
                  <a:lnTo>
                    <a:pt x="1295400" y="368808"/>
                  </a:lnTo>
                  <a:close/>
                </a:path>
                <a:path w="1300479" h="373379">
                  <a:moveTo>
                    <a:pt x="1295400" y="4572"/>
                  </a:moveTo>
                  <a:lnTo>
                    <a:pt x="1295400" y="373380"/>
                  </a:lnTo>
                  <a:lnTo>
                    <a:pt x="1299972" y="368808"/>
                  </a:lnTo>
                  <a:lnTo>
                    <a:pt x="1299972" y="9144"/>
                  </a:lnTo>
                  <a:lnTo>
                    <a:pt x="1295400" y="4572"/>
                  </a:lnTo>
                  <a:close/>
                </a:path>
                <a:path w="1300479" h="373379">
                  <a:moveTo>
                    <a:pt x="1299972" y="368808"/>
                  </a:moveTo>
                  <a:lnTo>
                    <a:pt x="1295400" y="373380"/>
                  </a:lnTo>
                  <a:lnTo>
                    <a:pt x="1299972" y="373380"/>
                  </a:lnTo>
                  <a:lnTo>
                    <a:pt x="1299972" y="368808"/>
                  </a:lnTo>
                  <a:close/>
                </a:path>
                <a:path w="1300479" h="373379">
                  <a:moveTo>
                    <a:pt x="10668" y="4572"/>
                  </a:moveTo>
                  <a:lnTo>
                    <a:pt x="4572" y="9144"/>
                  </a:lnTo>
                  <a:lnTo>
                    <a:pt x="10668" y="9144"/>
                  </a:lnTo>
                  <a:lnTo>
                    <a:pt x="10668" y="4572"/>
                  </a:lnTo>
                  <a:close/>
                </a:path>
                <a:path w="1300479" h="373379">
                  <a:moveTo>
                    <a:pt x="1295400" y="4572"/>
                  </a:moveTo>
                  <a:lnTo>
                    <a:pt x="10668" y="4572"/>
                  </a:lnTo>
                  <a:lnTo>
                    <a:pt x="10668" y="9144"/>
                  </a:lnTo>
                  <a:lnTo>
                    <a:pt x="1295400" y="9144"/>
                  </a:lnTo>
                  <a:lnTo>
                    <a:pt x="1295400" y="4572"/>
                  </a:lnTo>
                  <a:close/>
                </a:path>
                <a:path w="1300479" h="373379">
                  <a:moveTo>
                    <a:pt x="1299972" y="4572"/>
                  </a:moveTo>
                  <a:lnTo>
                    <a:pt x="1295400" y="4572"/>
                  </a:lnTo>
                  <a:lnTo>
                    <a:pt x="1299972" y="9144"/>
                  </a:lnTo>
                  <a:lnTo>
                    <a:pt x="1299972" y="4572"/>
                  </a:lnTo>
                  <a:close/>
                </a:path>
              </a:pathLst>
            </a:custGeom>
            <a:solidFill>
              <a:srgbClr val="5F8D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8805088" y="6865157"/>
            <a:ext cx="9283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c(T)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=</a:t>
            </a:r>
            <a:r>
              <a:rPr sz="1800" spc="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14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91" name="object 91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376172" y="4154418"/>
            <a:ext cx="2147316" cy="2528316"/>
          </a:xfrm>
          <a:prstGeom prst="rect">
            <a:avLst/>
          </a:prstGeom>
        </p:spPr>
      </p:pic>
      <p:sp>
        <p:nvSpPr>
          <p:cNvPr id="92" name="object 92"/>
          <p:cNvSpPr txBox="1"/>
          <p:nvPr/>
        </p:nvSpPr>
        <p:spPr>
          <a:xfrm>
            <a:off x="3212160" y="499360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535607" y="49936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534236" y="628908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3215132" y="628908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2389200" y="423168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800783" y="44906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2425776" y="54050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269060" y="56336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2486583" y="6167013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101" name="object 10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736847" y="2474970"/>
            <a:ext cx="883919" cy="612648"/>
          </a:xfrm>
          <a:prstGeom prst="rect">
            <a:avLst/>
          </a:prstGeom>
        </p:spPr>
      </p:pic>
      <p:pic>
        <p:nvPicPr>
          <p:cNvPr id="102" name="object 102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707891" y="5210550"/>
            <a:ext cx="838200" cy="588264"/>
          </a:xfrm>
          <a:prstGeom prst="rect">
            <a:avLst/>
          </a:prstGeom>
        </p:spPr>
      </p:pic>
      <p:pic>
        <p:nvPicPr>
          <p:cNvPr id="103" name="object 103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376172" y="1411218"/>
            <a:ext cx="2147316" cy="2528316"/>
          </a:xfrm>
          <a:prstGeom prst="rect">
            <a:avLst/>
          </a:prstGeom>
        </p:spPr>
      </p:pic>
      <p:sp>
        <p:nvSpPr>
          <p:cNvPr id="104" name="object 104"/>
          <p:cNvSpPr txBox="1"/>
          <p:nvPr/>
        </p:nvSpPr>
        <p:spPr>
          <a:xfrm>
            <a:off x="3212160" y="225040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1535607" y="22504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534236" y="354588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3215132" y="354588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2389200" y="148848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3477336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2033955" y="258576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2570479" y="2052213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772668" y="1335018"/>
            <a:ext cx="1301750" cy="381000"/>
            <a:chOff x="772668" y="1335018"/>
            <a:chExt cx="1301750" cy="381000"/>
          </a:xfrm>
        </p:grpSpPr>
        <p:pic>
          <p:nvPicPr>
            <p:cNvPr id="113" name="object 11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72668" y="1335018"/>
              <a:ext cx="1301495" cy="379475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72668" y="1335018"/>
              <a:ext cx="1301495" cy="380441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772668" y="1336542"/>
              <a:ext cx="1301750" cy="379730"/>
            </a:xfrm>
            <a:custGeom>
              <a:avLst/>
              <a:gdLst/>
              <a:ahLst/>
              <a:cxnLst/>
              <a:rect l="l" t="t" r="r" b="b"/>
              <a:pathLst>
                <a:path w="1301750" h="379730">
                  <a:moveTo>
                    <a:pt x="0" y="370332"/>
                  </a:moveTo>
                  <a:lnTo>
                    <a:pt x="0" y="379475"/>
                  </a:lnTo>
                  <a:lnTo>
                    <a:pt x="1298448" y="379475"/>
                  </a:lnTo>
                  <a:lnTo>
                    <a:pt x="1301495" y="377951"/>
                  </a:lnTo>
                  <a:lnTo>
                    <a:pt x="1301495" y="374903"/>
                  </a:lnTo>
                  <a:lnTo>
                    <a:pt x="6095" y="374903"/>
                  </a:lnTo>
                  <a:lnTo>
                    <a:pt x="0" y="370332"/>
                  </a:lnTo>
                  <a:close/>
                </a:path>
                <a:path w="1301750" h="379730">
                  <a:moveTo>
                    <a:pt x="6095" y="4572"/>
                  </a:moveTo>
                  <a:lnTo>
                    <a:pt x="0" y="10667"/>
                  </a:lnTo>
                  <a:lnTo>
                    <a:pt x="0" y="370332"/>
                  </a:lnTo>
                  <a:lnTo>
                    <a:pt x="6095" y="374903"/>
                  </a:lnTo>
                  <a:lnTo>
                    <a:pt x="6095" y="4572"/>
                  </a:lnTo>
                  <a:close/>
                </a:path>
                <a:path w="1301750" h="379730">
                  <a:moveTo>
                    <a:pt x="1290827" y="370332"/>
                  </a:moveTo>
                  <a:lnTo>
                    <a:pt x="6095" y="370332"/>
                  </a:lnTo>
                  <a:lnTo>
                    <a:pt x="6095" y="374903"/>
                  </a:lnTo>
                  <a:lnTo>
                    <a:pt x="1290827" y="374903"/>
                  </a:lnTo>
                  <a:lnTo>
                    <a:pt x="1290827" y="370332"/>
                  </a:lnTo>
                  <a:close/>
                </a:path>
                <a:path w="1301750" h="379730">
                  <a:moveTo>
                    <a:pt x="1290827" y="4572"/>
                  </a:moveTo>
                  <a:lnTo>
                    <a:pt x="1290827" y="374903"/>
                  </a:lnTo>
                  <a:lnTo>
                    <a:pt x="1295400" y="370332"/>
                  </a:lnTo>
                  <a:lnTo>
                    <a:pt x="1301495" y="370332"/>
                  </a:lnTo>
                  <a:lnTo>
                    <a:pt x="1301495" y="10667"/>
                  </a:lnTo>
                  <a:lnTo>
                    <a:pt x="1295400" y="10667"/>
                  </a:lnTo>
                  <a:lnTo>
                    <a:pt x="1290827" y="4572"/>
                  </a:lnTo>
                  <a:close/>
                </a:path>
                <a:path w="1301750" h="379730">
                  <a:moveTo>
                    <a:pt x="1301495" y="370332"/>
                  </a:moveTo>
                  <a:lnTo>
                    <a:pt x="1295400" y="370332"/>
                  </a:lnTo>
                  <a:lnTo>
                    <a:pt x="1290827" y="374903"/>
                  </a:lnTo>
                  <a:lnTo>
                    <a:pt x="1301495" y="374903"/>
                  </a:lnTo>
                  <a:lnTo>
                    <a:pt x="1301495" y="370332"/>
                  </a:lnTo>
                  <a:close/>
                </a:path>
                <a:path w="1301750" h="379730">
                  <a:moveTo>
                    <a:pt x="1298448" y="0"/>
                  </a:moveTo>
                  <a:lnTo>
                    <a:pt x="0" y="0"/>
                  </a:lnTo>
                  <a:lnTo>
                    <a:pt x="0" y="10667"/>
                  </a:lnTo>
                  <a:lnTo>
                    <a:pt x="6095" y="4572"/>
                  </a:lnTo>
                  <a:lnTo>
                    <a:pt x="1301495" y="4572"/>
                  </a:lnTo>
                  <a:lnTo>
                    <a:pt x="1301495" y="3048"/>
                  </a:lnTo>
                  <a:lnTo>
                    <a:pt x="1298448" y="0"/>
                  </a:lnTo>
                  <a:close/>
                </a:path>
                <a:path w="1301750" h="379730">
                  <a:moveTo>
                    <a:pt x="1290827" y="4572"/>
                  </a:moveTo>
                  <a:lnTo>
                    <a:pt x="6095" y="4572"/>
                  </a:lnTo>
                  <a:lnTo>
                    <a:pt x="6095" y="10667"/>
                  </a:lnTo>
                  <a:lnTo>
                    <a:pt x="1290827" y="10667"/>
                  </a:lnTo>
                  <a:lnTo>
                    <a:pt x="1290827" y="4572"/>
                  </a:lnTo>
                  <a:close/>
                </a:path>
                <a:path w="1301750" h="379730">
                  <a:moveTo>
                    <a:pt x="1301495" y="4572"/>
                  </a:moveTo>
                  <a:lnTo>
                    <a:pt x="1290827" y="4572"/>
                  </a:lnTo>
                  <a:lnTo>
                    <a:pt x="1295400" y="10667"/>
                  </a:lnTo>
                  <a:lnTo>
                    <a:pt x="1301495" y="10667"/>
                  </a:lnTo>
                  <a:lnTo>
                    <a:pt x="1301495" y="4572"/>
                  </a:lnTo>
                  <a:close/>
                </a:path>
              </a:pathLst>
            </a:custGeom>
            <a:solidFill>
              <a:srgbClr val="5F8D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6" name="object 116"/>
          <p:cNvSpPr txBox="1"/>
          <p:nvPr/>
        </p:nvSpPr>
        <p:spPr>
          <a:xfrm>
            <a:off x="942847" y="1259657"/>
            <a:ext cx="1012825" cy="7880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R="60960" algn="r">
              <a:lnSpc>
                <a:spcPct val="100000"/>
              </a:lnSpc>
              <a:spcBef>
                <a:spcPts val="94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c(T)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=</a:t>
            </a:r>
            <a:r>
              <a:rPr sz="1800" spc="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22</a:t>
            </a:r>
            <a:endParaRPr sz="1800">
              <a:latin typeface="Georgia"/>
              <a:cs typeface="Georgia"/>
            </a:endParaRPr>
          </a:p>
          <a:p>
            <a:pPr marR="5080" algn="r">
              <a:lnSpc>
                <a:spcPct val="100000"/>
              </a:lnSpc>
              <a:spcBef>
                <a:spcPts val="84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17" name="object 117"/>
          <p:cNvGrpSpPr/>
          <p:nvPr/>
        </p:nvGrpSpPr>
        <p:grpSpPr>
          <a:xfrm>
            <a:off x="772668" y="6833610"/>
            <a:ext cx="1301750" cy="375285"/>
            <a:chOff x="772668" y="6833610"/>
            <a:chExt cx="1301750" cy="375285"/>
          </a:xfrm>
        </p:grpSpPr>
        <p:pic>
          <p:nvPicPr>
            <p:cNvPr id="118" name="object 11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72668" y="6833610"/>
              <a:ext cx="1301495" cy="374904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72668" y="6833610"/>
              <a:ext cx="1301495" cy="374904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772668" y="6835134"/>
              <a:ext cx="1301750" cy="373380"/>
            </a:xfrm>
            <a:custGeom>
              <a:avLst/>
              <a:gdLst/>
              <a:ahLst/>
              <a:cxnLst/>
              <a:rect l="l" t="t" r="r" b="b"/>
              <a:pathLst>
                <a:path w="1301750" h="373379">
                  <a:moveTo>
                    <a:pt x="0" y="368808"/>
                  </a:moveTo>
                  <a:lnTo>
                    <a:pt x="0" y="373380"/>
                  </a:lnTo>
                  <a:lnTo>
                    <a:pt x="6095" y="373380"/>
                  </a:lnTo>
                  <a:lnTo>
                    <a:pt x="0" y="368808"/>
                  </a:lnTo>
                  <a:close/>
                </a:path>
                <a:path w="1301750" h="373379">
                  <a:moveTo>
                    <a:pt x="6095" y="4572"/>
                  </a:moveTo>
                  <a:lnTo>
                    <a:pt x="0" y="9144"/>
                  </a:lnTo>
                  <a:lnTo>
                    <a:pt x="0" y="368808"/>
                  </a:lnTo>
                  <a:lnTo>
                    <a:pt x="6095" y="373380"/>
                  </a:lnTo>
                  <a:lnTo>
                    <a:pt x="6095" y="4572"/>
                  </a:lnTo>
                  <a:close/>
                </a:path>
                <a:path w="1301750" h="373379">
                  <a:moveTo>
                    <a:pt x="1290827" y="368808"/>
                  </a:moveTo>
                  <a:lnTo>
                    <a:pt x="6095" y="368808"/>
                  </a:lnTo>
                  <a:lnTo>
                    <a:pt x="6095" y="373380"/>
                  </a:lnTo>
                  <a:lnTo>
                    <a:pt x="1290827" y="373380"/>
                  </a:lnTo>
                  <a:lnTo>
                    <a:pt x="1290827" y="368808"/>
                  </a:lnTo>
                  <a:close/>
                </a:path>
                <a:path w="1301750" h="373379">
                  <a:moveTo>
                    <a:pt x="1290827" y="4572"/>
                  </a:moveTo>
                  <a:lnTo>
                    <a:pt x="1290827" y="373380"/>
                  </a:lnTo>
                  <a:lnTo>
                    <a:pt x="1295400" y="368808"/>
                  </a:lnTo>
                  <a:lnTo>
                    <a:pt x="1301495" y="368808"/>
                  </a:lnTo>
                  <a:lnTo>
                    <a:pt x="1301495" y="9144"/>
                  </a:lnTo>
                  <a:lnTo>
                    <a:pt x="1295400" y="9144"/>
                  </a:lnTo>
                  <a:lnTo>
                    <a:pt x="1290827" y="4572"/>
                  </a:lnTo>
                  <a:close/>
                </a:path>
                <a:path w="1301750" h="373379">
                  <a:moveTo>
                    <a:pt x="1301495" y="368808"/>
                  </a:moveTo>
                  <a:lnTo>
                    <a:pt x="1295400" y="368808"/>
                  </a:lnTo>
                  <a:lnTo>
                    <a:pt x="1290827" y="373380"/>
                  </a:lnTo>
                  <a:lnTo>
                    <a:pt x="1301495" y="373380"/>
                  </a:lnTo>
                  <a:lnTo>
                    <a:pt x="1301495" y="368808"/>
                  </a:lnTo>
                  <a:close/>
                </a:path>
                <a:path w="1301750" h="373379">
                  <a:moveTo>
                    <a:pt x="1298448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6095" y="4572"/>
                  </a:lnTo>
                  <a:lnTo>
                    <a:pt x="1301495" y="4572"/>
                  </a:lnTo>
                  <a:lnTo>
                    <a:pt x="1301495" y="1524"/>
                  </a:lnTo>
                  <a:lnTo>
                    <a:pt x="1298448" y="0"/>
                  </a:lnTo>
                  <a:close/>
                </a:path>
                <a:path w="1301750" h="373379">
                  <a:moveTo>
                    <a:pt x="1290827" y="4572"/>
                  </a:moveTo>
                  <a:lnTo>
                    <a:pt x="6095" y="4572"/>
                  </a:lnTo>
                  <a:lnTo>
                    <a:pt x="6095" y="9144"/>
                  </a:lnTo>
                  <a:lnTo>
                    <a:pt x="1290827" y="9144"/>
                  </a:lnTo>
                  <a:lnTo>
                    <a:pt x="1290827" y="4572"/>
                  </a:lnTo>
                  <a:close/>
                </a:path>
                <a:path w="1301750" h="373379">
                  <a:moveTo>
                    <a:pt x="1301495" y="4572"/>
                  </a:moveTo>
                  <a:lnTo>
                    <a:pt x="1290827" y="4572"/>
                  </a:lnTo>
                  <a:lnTo>
                    <a:pt x="1295400" y="9144"/>
                  </a:lnTo>
                  <a:lnTo>
                    <a:pt x="1301495" y="9144"/>
                  </a:lnTo>
                  <a:lnTo>
                    <a:pt x="1301495" y="4572"/>
                  </a:lnTo>
                  <a:close/>
                </a:path>
              </a:pathLst>
            </a:custGeom>
            <a:solidFill>
              <a:srgbClr val="5F8D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1" name="object 121"/>
          <p:cNvSpPr txBox="1"/>
          <p:nvPr/>
        </p:nvSpPr>
        <p:spPr>
          <a:xfrm>
            <a:off x="958164" y="6865157"/>
            <a:ext cx="927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c(T)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FFFFFF"/>
                </a:solidFill>
                <a:latin typeface="Georgia"/>
                <a:cs typeface="Georgia"/>
              </a:rPr>
              <a:t>=</a:t>
            </a:r>
            <a:r>
              <a:rPr sz="1800" spc="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12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22" name="object 122"/>
          <p:cNvGrpSpPr/>
          <p:nvPr/>
        </p:nvGrpSpPr>
        <p:grpSpPr>
          <a:xfrm>
            <a:off x="3662171" y="6283446"/>
            <a:ext cx="1155700" cy="403860"/>
            <a:chOff x="3662171" y="6283446"/>
            <a:chExt cx="1155700" cy="403860"/>
          </a:xfrm>
        </p:grpSpPr>
        <p:pic>
          <p:nvPicPr>
            <p:cNvPr id="123" name="object 123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665219" y="6289542"/>
              <a:ext cx="1152144" cy="391668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662171" y="6283446"/>
              <a:ext cx="1155192" cy="403860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3662171" y="6283446"/>
              <a:ext cx="1155700" cy="403860"/>
            </a:xfrm>
            <a:custGeom>
              <a:avLst/>
              <a:gdLst/>
              <a:ahLst/>
              <a:cxnLst/>
              <a:rect l="l" t="t" r="r" b="b"/>
              <a:pathLst>
                <a:path w="1155700" h="403859">
                  <a:moveTo>
                    <a:pt x="202691" y="0"/>
                  </a:moveTo>
                  <a:lnTo>
                    <a:pt x="0" y="201168"/>
                  </a:lnTo>
                  <a:lnTo>
                    <a:pt x="202691" y="403860"/>
                  </a:lnTo>
                  <a:lnTo>
                    <a:pt x="202691" y="391668"/>
                  </a:lnTo>
                  <a:lnTo>
                    <a:pt x="192024" y="391668"/>
                  </a:lnTo>
                  <a:lnTo>
                    <a:pt x="192024" y="379476"/>
                  </a:lnTo>
                  <a:lnTo>
                    <a:pt x="18287" y="205740"/>
                  </a:lnTo>
                  <a:lnTo>
                    <a:pt x="10667" y="205740"/>
                  </a:lnTo>
                  <a:lnTo>
                    <a:pt x="10667" y="198120"/>
                  </a:lnTo>
                  <a:lnTo>
                    <a:pt x="18287" y="198120"/>
                  </a:lnTo>
                  <a:lnTo>
                    <a:pt x="192024" y="24383"/>
                  </a:lnTo>
                  <a:lnTo>
                    <a:pt x="192024" y="10668"/>
                  </a:lnTo>
                  <a:lnTo>
                    <a:pt x="202691" y="10668"/>
                  </a:lnTo>
                  <a:lnTo>
                    <a:pt x="202691" y="0"/>
                  </a:lnTo>
                  <a:close/>
                </a:path>
                <a:path w="1155700" h="403859">
                  <a:moveTo>
                    <a:pt x="192024" y="379476"/>
                  </a:moveTo>
                  <a:lnTo>
                    <a:pt x="192024" y="391668"/>
                  </a:lnTo>
                  <a:lnTo>
                    <a:pt x="201167" y="388620"/>
                  </a:lnTo>
                  <a:lnTo>
                    <a:pt x="192024" y="379476"/>
                  </a:lnTo>
                  <a:close/>
                </a:path>
                <a:path w="1155700" h="403859">
                  <a:moveTo>
                    <a:pt x="1144524" y="292608"/>
                  </a:moveTo>
                  <a:lnTo>
                    <a:pt x="192024" y="292608"/>
                  </a:lnTo>
                  <a:lnTo>
                    <a:pt x="192024" y="379476"/>
                  </a:lnTo>
                  <a:lnTo>
                    <a:pt x="201167" y="388620"/>
                  </a:lnTo>
                  <a:lnTo>
                    <a:pt x="192024" y="391668"/>
                  </a:lnTo>
                  <a:lnTo>
                    <a:pt x="202691" y="391668"/>
                  </a:lnTo>
                  <a:lnTo>
                    <a:pt x="202691" y="301752"/>
                  </a:lnTo>
                  <a:lnTo>
                    <a:pt x="196595" y="301752"/>
                  </a:lnTo>
                  <a:lnTo>
                    <a:pt x="202691" y="297180"/>
                  </a:lnTo>
                  <a:lnTo>
                    <a:pt x="1144524" y="297180"/>
                  </a:lnTo>
                  <a:lnTo>
                    <a:pt x="1144524" y="292608"/>
                  </a:lnTo>
                  <a:close/>
                </a:path>
                <a:path w="1155700" h="403859">
                  <a:moveTo>
                    <a:pt x="202691" y="297180"/>
                  </a:moveTo>
                  <a:lnTo>
                    <a:pt x="196595" y="301752"/>
                  </a:lnTo>
                  <a:lnTo>
                    <a:pt x="202691" y="301752"/>
                  </a:lnTo>
                  <a:lnTo>
                    <a:pt x="202691" y="297180"/>
                  </a:lnTo>
                  <a:close/>
                </a:path>
                <a:path w="1155700" h="403859">
                  <a:moveTo>
                    <a:pt x="1155191" y="292608"/>
                  </a:moveTo>
                  <a:lnTo>
                    <a:pt x="1149095" y="292608"/>
                  </a:lnTo>
                  <a:lnTo>
                    <a:pt x="1144524" y="297180"/>
                  </a:lnTo>
                  <a:lnTo>
                    <a:pt x="202691" y="297180"/>
                  </a:lnTo>
                  <a:lnTo>
                    <a:pt x="202691" y="301752"/>
                  </a:lnTo>
                  <a:lnTo>
                    <a:pt x="1155191" y="301752"/>
                  </a:lnTo>
                  <a:lnTo>
                    <a:pt x="1155191" y="292608"/>
                  </a:lnTo>
                  <a:close/>
                </a:path>
                <a:path w="1155700" h="403859">
                  <a:moveTo>
                    <a:pt x="1144524" y="106680"/>
                  </a:moveTo>
                  <a:lnTo>
                    <a:pt x="1144524" y="297180"/>
                  </a:lnTo>
                  <a:lnTo>
                    <a:pt x="1149095" y="292608"/>
                  </a:lnTo>
                  <a:lnTo>
                    <a:pt x="1155191" y="292608"/>
                  </a:lnTo>
                  <a:lnTo>
                    <a:pt x="1155191" y="111252"/>
                  </a:lnTo>
                  <a:lnTo>
                    <a:pt x="1149095" y="111252"/>
                  </a:lnTo>
                  <a:lnTo>
                    <a:pt x="1144524" y="106680"/>
                  </a:lnTo>
                  <a:close/>
                </a:path>
                <a:path w="1155700" h="403859">
                  <a:moveTo>
                    <a:pt x="10667" y="198120"/>
                  </a:moveTo>
                  <a:lnTo>
                    <a:pt x="10667" y="205740"/>
                  </a:lnTo>
                  <a:lnTo>
                    <a:pt x="14477" y="201930"/>
                  </a:lnTo>
                  <a:lnTo>
                    <a:pt x="10667" y="198120"/>
                  </a:lnTo>
                  <a:close/>
                </a:path>
                <a:path w="1155700" h="403859">
                  <a:moveTo>
                    <a:pt x="14477" y="201930"/>
                  </a:moveTo>
                  <a:lnTo>
                    <a:pt x="10667" y="205740"/>
                  </a:lnTo>
                  <a:lnTo>
                    <a:pt x="18287" y="205740"/>
                  </a:lnTo>
                  <a:lnTo>
                    <a:pt x="14477" y="201930"/>
                  </a:lnTo>
                  <a:close/>
                </a:path>
                <a:path w="1155700" h="403859">
                  <a:moveTo>
                    <a:pt x="18287" y="198120"/>
                  </a:moveTo>
                  <a:lnTo>
                    <a:pt x="10667" y="198120"/>
                  </a:lnTo>
                  <a:lnTo>
                    <a:pt x="14477" y="201930"/>
                  </a:lnTo>
                  <a:lnTo>
                    <a:pt x="18287" y="198120"/>
                  </a:lnTo>
                  <a:close/>
                </a:path>
                <a:path w="1155700" h="403859">
                  <a:moveTo>
                    <a:pt x="202691" y="10668"/>
                  </a:moveTo>
                  <a:lnTo>
                    <a:pt x="192024" y="10668"/>
                  </a:lnTo>
                  <a:lnTo>
                    <a:pt x="201167" y="15240"/>
                  </a:lnTo>
                  <a:lnTo>
                    <a:pt x="192024" y="24383"/>
                  </a:lnTo>
                  <a:lnTo>
                    <a:pt x="192024" y="111252"/>
                  </a:lnTo>
                  <a:lnTo>
                    <a:pt x="1144524" y="111252"/>
                  </a:lnTo>
                  <a:lnTo>
                    <a:pt x="1144524" y="106680"/>
                  </a:lnTo>
                  <a:lnTo>
                    <a:pt x="202691" y="106680"/>
                  </a:lnTo>
                  <a:lnTo>
                    <a:pt x="196595" y="102108"/>
                  </a:lnTo>
                  <a:lnTo>
                    <a:pt x="202691" y="102108"/>
                  </a:lnTo>
                  <a:lnTo>
                    <a:pt x="202691" y="10668"/>
                  </a:lnTo>
                  <a:close/>
                </a:path>
                <a:path w="1155700" h="403859">
                  <a:moveTo>
                    <a:pt x="1155191" y="102108"/>
                  </a:moveTo>
                  <a:lnTo>
                    <a:pt x="202691" y="102108"/>
                  </a:lnTo>
                  <a:lnTo>
                    <a:pt x="202691" y="106680"/>
                  </a:lnTo>
                  <a:lnTo>
                    <a:pt x="1144524" y="106680"/>
                  </a:lnTo>
                  <a:lnTo>
                    <a:pt x="1149095" y="111252"/>
                  </a:lnTo>
                  <a:lnTo>
                    <a:pt x="1155191" y="111252"/>
                  </a:lnTo>
                  <a:lnTo>
                    <a:pt x="1155191" y="102108"/>
                  </a:lnTo>
                  <a:close/>
                </a:path>
                <a:path w="1155700" h="403859">
                  <a:moveTo>
                    <a:pt x="202691" y="102108"/>
                  </a:moveTo>
                  <a:lnTo>
                    <a:pt x="196595" y="102108"/>
                  </a:lnTo>
                  <a:lnTo>
                    <a:pt x="202691" y="106680"/>
                  </a:lnTo>
                  <a:lnTo>
                    <a:pt x="202691" y="102108"/>
                  </a:lnTo>
                  <a:close/>
                </a:path>
                <a:path w="1155700" h="403859">
                  <a:moveTo>
                    <a:pt x="192024" y="10668"/>
                  </a:moveTo>
                  <a:lnTo>
                    <a:pt x="192024" y="24383"/>
                  </a:lnTo>
                  <a:lnTo>
                    <a:pt x="201167" y="15240"/>
                  </a:lnTo>
                  <a:lnTo>
                    <a:pt x="192024" y="10668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6" name="object 126"/>
          <p:cNvGrpSpPr/>
          <p:nvPr/>
        </p:nvGrpSpPr>
        <p:grpSpPr>
          <a:xfrm>
            <a:off x="4957571" y="6135618"/>
            <a:ext cx="1308100" cy="658495"/>
            <a:chOff x="4957571" y="6135618"/>
            <a:chExt cx="1308100" cy="658495"/>
          </a:xfrm>
        </p:grpSpPr>
        <p:pic>
          <p:nvPicPr>
            <p:cNvPr id="127" name="object 12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957571" y="6135618"/>
              <a:ext cx="1306068" cy="658368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957571" y="6135618"/>
              <a:ext cx="1307591" cy="658368"/>
            </a:xfrm>
            <a:prstGeom prst="rect">
              <a:avLst/>
            </a:prstGeom>
          </p:spPr>
        </p:pic>
        <p:sp>
          <p:nvSpPr>
            <p:cNvPr id="129" name="object 129"/>
            <p:cNvSpPr/>
            <p:nvPr/>
          </p:nvSpPr>
          <p:spPr>
            <a:xfrm>
              <a:off x="4959095" y="6137142"/>
              <a:ext cx="1306195" cy="657225"/>
            </a:xfrm>
            <a:custGeom>
              <a:avLst/>
              <a:gdLst/>
              <a:ahLst/>
              <a:cxnLst/>
              <a:rect l="l" t="t" r="r" b="b"/>
              <a:pathLst>
                <a:path w="1306195" h="657225">
                  <a:moveTo>
                    <a:pt x="1303019" y="0"/>
                  </a:moveTo>
                  <a:lnTo>
                    <a:pt x="3048" y="0"/>
                  </a:lnTo>
                  <a:lnTo>
                    <a:pt x="0" y="3047"/>
                  </a:lnTo>
                  <a:lnTo>
                    <a:pt x="0" y="653796"/>
                  </a:lnTo>
                  <a:lnTo>
                    <a:pt x="3048" y="656844"/>
                  </a:lnTo>
                  <a:lnTo>
                    <a:pt x="1303019" y="656844"/>
                  </a:lnTo>
                  <a:lnTo>
                    <a:pt x="1306067" y="653796"/>
                  </a:lnTo>
                  <a:lnTo>
                    <a:pt x="1306067" y="652272"/>
                  </a:lnTo>
                  <a:lnTo>
                    <a:pt x="10667" y="652272"/>
                  </a:lnTo>
                  <a:lnTo>
                    <a:pt x="4571" y="646176"/>
                  </a:lnTo>
                  <a:lnTo>
                    <a:pt x="10667" y="646176"/>
                  </a:lnTo>
                  <a:lnTo>
                    <a:pt x="10667" y="10668"/>
                  </a:lnTo>
                  <a:lnTo>
                    <a:pt x="4571" y="10668"/>
                  </a:lnTo>
                  <a:lnTo>
                    <a:pt x="10667" y="4571"/>
                  </a:lnTo>
                  <a:lnTo>
                    <a:pt x="1306067" y="4571"/>
                  </a:lnTo>
                  <a:lnTo>
                    <a:pt x="1306067" y="3047"/>
                  </a:lnTo>
                  <a:lnTo>
                    <a:pt x="1303019" y="0"/>
                  </a:lnTo>
                  <a:close/>
                </a:path>
                <a:path w="1306195" h="657225">
                  <a:moveTo>
                    <a:pt x="10667" y="646176"/>
                  </a:moveTo>
                  <a:lnTo>
                    <a:pt x="4571" y="646176"/>
                  </a:lnTo>
                  <a:lnTo>
                    <a:pt x="10667" y="652272"/>
                  </a:lnTo>
                  <a:lnTo>
                    <a:pt x="10667" y="646176"/>
                  </a:lnTo>
                  <a:close/>
                </a:path>
                <a:path w="1306195" h="657225">
                  <a:moveTo>
                    <a:pt x="1295400" y="646176"/>
                  </a:moveTo>
                  <a:lnTo>
                    <a:pt x="10667" y="646176"/>
                  </a:lnTo>
                  <a:lnTo>
                    <a:pt x="10667" y="652272"/>
                  </a:lnTo>
                  <a:lnTo>
                    <a:pt x="1295400" y="652272"/>
                  </a:lnTo>
                  <a:lnTo>
                    <a:pt x="1295400" y="646176"/>
                  </a:lnTo>
                  <a:close/>
                </a:path>
                <a:path w="1306195" h="657225">
                  <a:moveTo>
                    <a:pt x="1295400" y="4571"/>
                  </a:moveTo>
                  <a:lnTo>
                    <a:pt x="1295400" y="652272"/>
                  </a:lnTo>
                  <a:lnTo>
                    <a:pt x="1299971" y="646176"/>
                  </a:lnTo>
                  <a:lnTo>
                    <a:pt x="1306067" y="646176"/>
                  </a:lnTo>
                  <a:lnTo>
                    <a:pt x="1306067" y="10668"/>
                  </a:lnTo>
                  <a:lnTo>
                    <a:pt x="1299971" y="10668"/>
                  </a:lnTo>
                  <a:lnTo>
                    <a:pt x="1295400" y="4571"/>
                  </a:lnTo>
                  <a:close/>
                </a:path>
                <a:path w="1306195" h="657225">
                  <a:moveTo>
                    <a:pt x="1306067" y="646176"/>
                  </a:moveTo>
                  <a:lnTo>
                    <a:pt x="1299971" y="646176"/>
                  </a:lnTo>
                  <a:lnTo>
                    <a:pt x="1295400" y="652272"/>
                  </a:lnTo>
                  <a:lnTo>
                    <a:pt x="1306067" y="652272"/>
                  </a:lnTo>
                  <a:lnTo>
                    <a:pt x="1306067" y="646176"/>
                  </a:lnTo>
                  <a:close/>
                </a:path>
                <a:path w="1306195" h="657225">
                  <a:moveTo>
                    <a:pt x="10667" y="4571"/>
                  </a:moveTo>
                  <a:lnTo>
                    <a:pt x="4571" y="10668"/>
                  </a:lnTo>
                  <a:lnTo>
                    <a:pt x="10667" y="10668"/>
                  </a:lnTo>
                  <a:lnTo>
                    <a:pt x="10667" y="4571"/>
                  </a:lnTo>
                  <a:close/>
                </a:path>
                <a:path w="1306195" h="657225">
                  <a:moveTo>
                    <a:pt x="1295400" y="4571"/>
                  </a:moveTo>
                  <a:lnTo>
                    <a:pt x="10667" y="4571"/>
                  </a:lnTo>
                  <a:lnTo>
                    <a:pt x="10667" y="10668"/>
                  </a:lnTo>
                  <a:lnTo>
                    <a:pt x="1295400" y="10668"/>
                  </a:lnTo>
                  <a:lnTo>
                    <a:pt x="1295400" y="4571"/>
                  </a:lnTo>
                  <a:close/>
                </a:path>
                <a:path w="1306195" h="657225">
                  <a:moveTo>
                    <a:pt x="1306067" y="4571"/>
                  </a:moveTo>
                  <a:lnTo>
                    <a:pt x="1295400" y="4571"/>
                  </a:lnTo>
                  <a:lnTo>
                    <a:pt x="1299971" y="10668"/>
                  </a:lnTo>
                  <a:lnTo>
                    <a:pt x="1306067" y="10668"/>
                  </a:lnTo>
                  <a:lnTo>
                    <a:pt x="1306067" y="4571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0" name="object 130"/>
          <p:cNvSpPr txBox="1"/>
          <p:nvPr/>
        </p:nvSpPr>
        <p:spPr>
          <a:xfrm>
            <a:off x="5065191" y="6167013"/>
            <a:ext cx="1092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" marR="5080" indent="-8255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Cây</a:t>
            </a:r>
            <a:r>
              <a:rPr sz="1800" spc="-45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khung </a:t>
            </a:r>
            <a:r>
              <a:rPr sz="1800" dirty="0">
                <a:latin typeface="Georgia"/>
                <a:cs typeface="Georgia"/>
              </a:rPr>
              <a:t>nh</a:t>
            </a:r>
            <a:r>
              <a:rPr sz="1800" dirty="0">
                <a:latin typeface="Cambria"/>
                <a:cs typeface="Cambria"/>
              </a:rPr>
              <a:t>ỏ</a:t>
            </a:r>
            <a:r>
              <a:rPr sz="1800" spc="5" dirty="0">
                <a:latin typeface="Cambria"/>
                <a:cs typeface="Cambria"/>
              </a:rPr>
              <a:t> </a:t>
            </a:r>
            <a:r>
              <a:rPr sz="1800" spc="-20" dirty="0">
                <a:latin typeface="Georgia"/>
                <a:cs typeface="Georgia"/>
              </a:rPr>
              <a:t>nh</a:t>
            </a:r>
            <a:r>
              <a:rPr sz="1800" spc="-20" dirty="0">
                <a:latin typeface="Cambria"/>
                <a:cs typeface="Cambria"/>
              </a:rPr>
              <a:t>ấ</a:t>
            </a:r>
            <a:r>
              <a:rPr sz="1800" spc="-20" dirty="0">
                <a:latin typeface="Georgia"/>
                <a:cs typeface="Georgia"/>
              </a:rPr>
              <a:t>t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31" name="object 131"/>
          <p:cNvGrpSpPr/>
          <p:nvPr/>
        </p:nvGrpSpPr>
        <p:grpSpPr>
          <a:xfrm>
            <a:off x="3662171" y="1559046"/>
            <a:ext cx="1155700" cy="403860"/>
            <a:chOff x="3662171" y="1559046"/>
            <a:chExt cx="1155700" cy="403860"/>
          </a:xfrm>
        </p:grpSpPr>
        <p:pic>
          <p:nvPicPr>
            <p:cNvPr id="132" name="object 13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665219" y="1563618"/>
              <a:ext cx="1152144" cy="391667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662171" y="1559046"/>
              <a:ext cx="1155192" cy="403860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3662171" y="1559046"/>
              <a:ext cx="1155700" cy="403860"/>
            </a:xfrm>
            <a:custGeom>
              <a:avLst/>
              <a:gdLst/>
              <a:ahLst/>
              <a:cxnLst/>
              <a:rect l="l" t="t" r="r" b="b"/>
              <a:pathLst>
                <a:path w="1155700" h="403860">
                  <a:moveTo>
                    <a:pt x="202691" y="0"/>
                  </a:moveTo>
                  <a:lnTo>
                    <a:pt x="0" y="201168"/>
                  </a:lnTo>
                  <a:lnTo>
                    <a:pt x="202691" y="403860"/>
                  </a:lnTo>
                  <a:lnTo>
                    <a:pt x="202691" y="391668"/>
                  </a:lnTo>
                  <a:lnTo>
                    <a:pt x="192024" y="391668"/>
                  </a:lnTo>
                  <a:lnTo>
                    <a:pt x="192024" y="379476"/>
                  </a:lnTo>
                  <a:lnTo>
                    <a:pt x="18287" y="205740"/>
                  </a:lnTo>
                  <a:lnTo>
                    <a:pt x="10667" y="205740"/>
                  </a:lnTo>
                  <a:lnTo>
                    <a:pt x="10667" y="198120"/>
                  </a:lnTo>
                  <a:lnTo>
                    <a:pt x="18287" y="198120"/>
                  </a:lnTo>
                  <a:lnTo>
                    <a:pt x="192024" y="24384"/>
                  </a:lnTo>
                  <a:lnTo>
                    <a:pt x="192024" y="10668"/>
                  </a:lnTo>
                  <a:lnTo>
                    <a:pt x="202691" y="10668"/>
                  </a:lnTo>
                  <a:lnTo>
                    <a:pt x="202691" y="0"/>
                  </a:lnTo>
                  <a:close/>
                </a:path>
                <a:path w="1155700" h="403860">
                  <a:moveTo>
                    <a:pt x="192024" y="379476"/>
                  </a:moveTo>
                  <a:lnTo>
                    <a:pt x="192024" y="391668"/>
                  </a:lnTo>
                  <a:lnTo>
                    <a:pt x="201167" y="388620"/>
                  </a:lnTo>
                  <a:lnTo>
                    <a:pt x="192024" y="379476"/>
                  </a:lnTo>
                  <a:close/>
                </a:path>
                <a:path w="1155700" h="403860">
                  <a:moveTo>
                    <a:pt x="1144524" y="292608"/>
                  </a:moveTo>
                  <a:lnTo>
                    <a:pt x="192024" y="292608"/>
                  </a:lnTo>
                  <a:lnTo>
                    <a:pt x="192024" y="379476"/>
                  </a:lnTo>
                  <a:lnTo>
                    <a:pt x="201167" y="388620"/>
                  </a:lnTo>
                  <a:lnTo>
                    <a:pt x="192024" y="391668"/>
                  </a:lnTo>
                  <a:lnTo>
                    <a:pt x="202691" y="391668"/>
                  </a:lnTo>
                  <a:lnTo>
                    <a:pt x="202691" y="301752"/>
                  </a:lnTo>
                  <a:lnTo>
                    <a:pt x="196595" y="301752"/>
                  </a:lnTo>
                  <a:lnTo>
                    <a:pt x="202691" y="297180"/>
                  </a:lnTo>
                  <a:lnTo>
                    <a:pt x="1144524" y="297180"/>
                  </a:lnTo>
                  <a:lnTo>
                    <a:pt x="1144524" y="292608"/>
                  </a:lnTo>
                  <a:close/>
                </a:path>
                <a:path w="1155700" h="403860">
                  <a:moveTo>
                    <a:pt x="202691" y="297180"/>
                  </a:moveTo>
                  <a:lnTo>
                    <a:pt x="196595" y="301752"/>
                  </a:lnTo>
                  <a:lnTo>
                    <a:pt x="202691" y="301752"/>
                  </a:lnTo>
                  <a:lnTo>
                    <a:pt x="202691" y="297180"/>
                  </a:lnTo>
                  <a:close/>
                </a:path>
                <a:path w="1155700" h="403860">
                  <a:moveTo>
                    <a:pt x="1155191" y="292608"/>
                  </a:moveTo>
                  <a:lnTo>
                    <a:pt x="1149095" y="292608"/>
                  </a:lnTo>
                  <a:lnTo>
                    <a:pt x="1144524" y="297180"/>
                  </a:lnTo>
                  <a:lnTo>
                    <a:pt x="202691" y="297180"/>
                  </a:lnTo>
                  <a:lnTo>
                    <a:pt x="202691" y="301752"/>
                  </a:lnTo>
                  <a:lnTo>
                    <a:pt x="1155191" y="301752"/>
                  </a:lnTo>
                  <a:lnTo>
                    <a:pt x="1155191" y="292608"/>
                  </a:lnTo>
                  <a:close/>
                </a:path>
                <a:path w="1155700" h="403860">
                  <a:moveTo>
                    <a:pt x="1144524" y="106680"/>
                  </a:moveTo>
                  <a:lnTo>
                    <a:pt x="1144524" y="297180"/>
                  </a:lnTo>
                  <a:lnTo>
                    <a:pt x="1149095" y="292608"/>
                  </a:lnTo>
                  <a:lnTo>
                    <a:pt x="1155191" y="292608"/>
                  </a:lnTo>
                  <a:lnTo>
                    <a:pt x="1155191" y="111252"/>
                  </a:lnTo>
                  <a:lnTo>
                    <a:pt x="1149095" y="111252"/>
                  </a:lnTo>
                  <a:lnTo>
                    <a:pt x="1144524" y="106680"/>
                  </a:lnTo>
                  <a:close/>
                </a:path>
                <a:path w="1155700" h="403860">
                  <a:moveTo>
                    <a:pt x="10667" y="198120"/>
                  </a:moveTo>
                  <a:lnTo>
                    <a:pt x="10667" y="205740"/>
                  </a:lnTo>
                  <a:lnTo>
                    <a:pt x="14477" y="201930"/>
                  </a:lnTo>
                  <a:lnTo>
                    <a:pt x="10667" y="198120"/>
                  </a:lnTo>
                  <a:close/>
                </a:path>
                <a:path w="1155700" h="403860">
                  <a:moveTo>
                    <a:pt x="14477" y="201930"/>
                  </a:moveTo>
                  <a:lnTo>
                    <a:pt x="10667" y="205740"/>
                  </a:lnTo>
                  <a:lnTo>
                    <a:pt x="18287" y="205740"/>
                  </a:lnTo>
                  <a:lnTo>
                    <a:pt x="14477" y="201930"/>
                  </a:lnTo>
                  <a:close/>
                </a:path>
                <a:path w="1155700" h="403860">
                  <a:moveTo>
                    <a:pt x="18287" y="198120"/>
                  </a:moveTo>
                  <a:lnTo>
                    <a:pt x="10667" y="198120"/>
                  </a:lnTo>
                  <a:lnTo>
                    <a:pt x="14477" y="201930"/>
                  </a:lnTo>
                  <a:lnTo>
                    <a:pt x="18287" y="198120"/>
                  </a:lnTo>
                  <a:close/>
                </a:path>
                <a:path w="1155700" h="403860">
                  <a:moveTo>
                    <a:pt x="202691" y="10668"/>
                  </a:moveTo>
                  <a:lnTo>
                    <a:pt x="192024" y="10668"/>
                  </a:lnTo>
                  <a:lnTo>
                    <a:pt x="201167" y="15240"/>
                  </a:lnTo>
                  <a:lnTo>
                    <a:pt x="192024" y="24384"/>
                  </a:lnTo>
                  <a:lnTo>
                    <a:pt x="192024" y="111252"/>
                  </a:lnTo>
                  <a:lnTo>
                    <a:pt x="1144524" y="111252"/>
                  </a:lnTo>
                  <a:lnTo>
                    <a:pt x="1144524" y="106680"/>
                  </a:lnTo>
                  <a:lnTo>
                    <a:pt x="202691" y="106680"/>
                  </a:lnTo>
                  <a:lnTo>
                    <a:pt x="196595" y="102108"/>
                  </a:lnTo>
                  <a:lnTo>
                    <a:pt x="202691" y="102108"/>
                  </a:lnTo>
                  <a:lnTo>
                    <a:pt x="202691" y="10668"/>
                  </a:lnTo>
                  <a:close/>
                </a:path>
                <a:path w="1155700" h="403860">
                  <a:moveTo>
                    <a:pt x="1155191" y="102108"/>
                  </a:moveTo>
                  <a:lnTo>
                    <a:pt x="202691" y="102108"/>
                  </a:lnTo>
                  <a:lnTo>
                    <a:pt x="202691" y="106680"/>
                  </a:lnTo>
                  <a:lnTo>
                    <a:pt x="1144524" y="106680"/>
                  </a:lnTo>
                  <a:lnTo>
                    <a:pt x="1149095" y="111252"/>
                  </a:lnTo>
                  <a:lnTo>
                    <a:pt x="1155191" y="111252"/>
                  </a:lnTo>
                  <a:lnTo>
                    <a:pt x="1155191" y="102108"/>
                  </a:lnTo>
                  <a:close/>
                </a:path>
                <a:path w="1155700" h="403860">
                  <a:moveTo>
                    <a:pt x="202691" y="102108"/>
                  </a:moveTo>
                  <a:lnTo>
                    <a:pt x="196595" y="102108"/>
                  </a:lnTo>
                  <a:lnTo>
                    <a:pt x="202691" y="106680"/>
                  </a:lnTo>
                  <a:lnTo>
                    <a:pt x="202691" y="102108"/>
                  </a:lnTo>
                  <a:close/>
                </a:path>
                <a:path w="1155700" h="403860">
                  <a:moveTo>
                    <a:pt x="192024" y="10668"/>
                  </a:moveTo>
                  <a:lnTo>
                    <a:pt x="192024" y="24384"/>
                  </a:lnTo>
                  <a:lnTo>
                    <a:pt x="201167" y="15240"/>
                  </a:lnTo>
                  <a:lnTo>
                    <a:pt x="192024" y="10668"/>
                  </a:lnTo>
                  <a:close/>
                </a:path>
              </a:pathLst>
            </a:custGeom>
            <a:solidFill>
              <a:srgbClr val="2B67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5" name="object 135"/>
          <p:cNvGrpSpPr/>
          <p:nvPr/>
        </p:nvGrpSpPr>
        <p:grpSpPr>
          <a:xfrm>
            <a:off x="4957571" y="1412742"/>
            <a:ext cx="1308100" cy="657225"/>
            <a:chOff x="4957571" y="1412742"/>
            <a:chExt cx="1308100" cy="657225"/>
          </a:xfrm>
        </p:grpSpPr>
        <p:pic>
          <p:nvPicPr>
            <p:cNvPr id="136" name="object 13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957571" y="1414266"/>
              <a:ext cx="1306068" cy="653796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957571" y="1412742"/>
              <a:ext cx="1307591" cy="656844"/>
            </a:xfrm>
            <a:prstGeom prst="rect">
              <a:avLst/>
            </a:prstGeom>
          </p:spPr>
        </p:pic>
        <p:sp>
          <p:nvSpPr>
            <p:cNvPr id="138" name="object 138"/>
            <p:cNvSpPr/>
            <p:nvPr/>
          </p:nvSpPr>
          <p:spPr>
            <a:xfrm>
              <a:off x="4959095" y="1412742"/>
              <a:ext cx="1306195" cy="657225"/>
            </a:xfrm>
            <a:custGeom>
              <a:avLst/>
              <a:gdLst/>
              <a:ahLst/>
              <a:cxnLst/>
              <a:rect l="l" t="t" r="r" b="b"/>
              <a:pathLst>
                <a:path w="1306195" h="657225">
                  <a:moveTo>
                    <a:pt x="1303019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653796"/>
                  </a:lnTo>
                  <a:lnTo>
                    <a:pt x="3048" y="656844"/>
                  </a:lnTo>
                  <a:lnTo>
                    <a:pt x="1303019" y="656844"/>
                  </a:lnTo>
                  <a:lnTo>
                    <a:pt x="1306067" y="653796"/>
                  </a:lnTo>
                  <a:lnTo>
                    <a:pt x="1306067" y="652272"/>
                  </a:lnTo>
                  <a:lnTo>
                    <a:pt x="10667" y="652272"/>
                  </a:lnTo>
                  <a:lnTo>
                    <a:pt x="4571" y="646176"/>
                  </a:lnTo>
                  <a:lnTo>
                    <a:pt x="10667" y="646176"/>
                  </a:lnTo>
                  <a:lnTo>
                    <a:pt x="10667" y="10667"/>
                  </a:lnTo>
                  <a:lnTo>
                    <a:pt x="4571" y="10667"/>
                  </a:lnTo>
                  <a:lnTo>
                    <a:pt x="10667" y="4572"/>
                  </a:lnTo>
                  <a:lnTo>
                    <a:pt x="1306067" y="4572"/>
                  </a:lnTo>
                  <a:lnTo>
                    <a:pt x="1306067" y="3048"/>
                  </a:lnTo>
                  <a:lnTo>
                    <a:pt x="1303019" y="0"/>
                  </a:lnTo>
                  <a:close/>
                </a:path>
                <a:path w="1306195" h="657225">
                  <a:moveTo>
                    <a:pt x="10667" y="646176"/>
                  </a:moveTo>
                  <a:lnTo>
                    <a:pt x="4571" y="646176"/>
                  </a:lnTo>
                  <a:lnTo>
                    <a:pt x="10667" y="652272"/>
                  </a:lnTo>
                  <a:lnTo>
                    <a:pt x="10667" y="646176"/>
                  </a:lnTo>
                  <a:close/>
                </a:path>
                <a:path w="1306195" h="657225">
                  <a:moveTo>
                    <a:pt x="1295400" y="646176"/>
                  </a:moveTo>
                  <a:lnTo>
                    <a:pt x="10667" y="646176"/>
                  </a:lnTo>
                  <a:lnTo>
                    <a:pt x="10667" y="652272"/>
                  </a:lnTo>
                  <a:lnTo>
                    <a:pt x="1295400" y="652272"/>
                  </a:lnTo>
                  <a:lnTo>
                    <a:pt x="1295400" y="646176"/>
                  </a:lnTo>
                  <a:close/>
                </a:path>
                <a:path w="1306195" h="657225">
                  <a:moveTo>
                    <a:pt x="1295400" y="4572"/>
                  </a:moveTo>
                  <a:lnTo>
                    <a:pt x="1295400" y="652272"/>
                  </a:lnTo>
                  <a:lnTo>
                    <a:pt x="1299971" y="646176"/>
                  </a:lnTo>
                  <a:lnTo>
                    <a:pt x="1306067" y="646176"/>
                  </a:lnTo>
                  <a:lnTo>
                    <a:pt x="1306067" y="10667"/>
                  </a:lnTo>
                  <a:lnTo>
                    <a:pt x="1299971" y="10667"/>
                  </a:lnTo>
                  <a:lnTo>
                    <a:pt x="1295400" y="4572"/>
                  </a:lnTo>
                  <a:close/>
                </a:path>
                <a:path w="1306195" h="657225">
                  <a:moveTo>
                    <a:pt x="1306067" y="646176"/>
                  </a:moveTo>
                  <a:lnTo>
                    <a:pt x="1299971" y="646176"/>
                  </a:lnTo>
                  <a:lnTo>
                    <a:pt x="1295400" y="652272"/>
                  </a:lnTo>
                  <a:lnTo>
                    <a:pt x="1306067" y="652272"/>
                  </a:lnTo>
                  <a:lnTo>
                    <a:pt x="1306067" y="646176"/>
                  </a:lnTo>
                  <a:close/>
                </a:path>
                <a:path w="1306195" h="657225">
                  <a:moveTo>
                    <a:pt x="10667" y="4572"/>
                  </a:moveTo>
                  <a:lnTo>
                    <a:pt x="4571" y="10667"/>
                  </a:lnTo>
                  <a:lnTo>
                    <a:pt x="10667" y="10667"/>
                  </a:lnTo>
                  <a:lnTo>
                    <a:pt x="10667" y="4572"/>
                  </a:lnTo>
                  <a:close/>
                </a:path>
                <a:path w="1306195" h="657225">
                  <a:moveTo>
                    <a:pt x="1295400" y="4572"/>
                  </a:moveTo>
                  <a:lnTo>
                    <a:pt x="10667" y="4572"/>
                  </a:lnTo>
                  <a:lnTo>
                    <a:pt x="10667" y="10667"/>
                  </a:lnTo>
                  <a:lnTo>
                    <a:pt x="1295400" y="10667"/>
                  </a:lnTo>
                  <a:lnTo>
                    <a:pt x="1295400" y="4572"/>
                  </a:lnTo>
                  <a:close/>
                </a:path>
                <a:path w="1306195" h="657225">
                  <a:moveTo>
                    <a:pt x="1306067" y="4572"/>
                  </a:moveTo>
                  <a:lnTo>
                    <a:pt x="1295400" y="4572"/>
                  </a:lnTo>
                  <a:lnTo>
                    <a:pt x="1299971" y="10667"/>
                  </a:lnTo>
                  <a:lnTo>
                    <a:pt x="1306067" y="10667"/>
                  </a:lnTo>
                  <a:lnTo>
                    <a:pt x="1306067" y="4572"/>
                  </a:lnTo>
                  <a:close/>
                </a:path>
              </a:pathLst>
            </a:custGeom>
            <a:solidFill>
              <a:srgbClr val="2B67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9" name="object 139"/>
          <p:cNvSpPr txBox="1"/>
          <p:nvPr/>
        </p:nvSpPr>
        <p:spPr>
          <a:xfrm>
            <a:off x="5065191" y="1442765"/>
            <a:ext cx="1092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0" marR="5080" indent="-10858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Cây</a:t>
            </a:r>
            <a:r>
              <a:rPr sz="1800" spc="-45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khung </a:t>
            </a:r>
            <a:r>
              <a:rPr sz="1800" dirty="0">
                <a:latin typeface="Georgia"/>
                <a:cs typeface="Georgia"/>
              </a:rPr>
              <a:t>l</a:t>
            </a:r>
            <a:r>
              <a:rPr sz="1800" dirty="0">
                <a:latin typeface="Cambria"/>
                <a:cs typeface="Cambria"/>
              </a:rPr>
              <a:t>ớ</a:t>
            </a:r>
            <a:r>
              <a:rPr sz="1800" dirty="0">
                <a:latin typeface="Georgia"/>
                <a:cs typeface="Georgia"/>
              </a:rPr>
              <a:t>n</a:t>
            </a:r>
            <a:r>
              <a:rPr sz="1800" spc="-25" dirty="0">
                <a:latin typeface="Georgia"/>
                <a:cs typeface="Georgia"/>
              </a:rPr>
              <a:t> </a:t>
            </a:r>
            <a:r>
              <a:rPr sz="1800" spc="-20" dirty="0">
                <a:latin typeface="Georgia"/>
                <a:cs typeface="Georgia"/>
              </a:rPr>
              <a:t>nh</a:t>
            </a:r>
            <a:r>
              <a:rPr sz="1800" spc="-20" dirty="0">
                <a:latin typeface="Cambria"/>
                <a:cs typeface="Cambria"/>
              </a:rPr>
              <a:t>ấ</a:t>
            </a:r>
            <a:r>
              <a:rPr sz="1800" spc="-20" dirty="0">
                <a:latin typeface="Georgia"/>
                <a:cs typeface="Georgia"/>
              </a:rPr>
              <a:t>t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443" y="748278"/>
              <a:ext cx="4599431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8027670" cy="406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Bài</a:t>
            </a:r>
            <a:r>
              <a:rPr sz="26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toán</a:t>
            </a:r>
            <a:r>
              <a:rPr sz="26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xây</a:t>
            </a:r>
            <a:r>
              <a:rPr sz="26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dựng</a:t>
            </a:r>
            <a:r>
              <a:rPr sz="26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hệ thống</a:t>
            </a:r>
            <a:r>
              <a:rPr sz="26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đường</a:t>
            </a:r>
            <a:r>
              <a:rPr sz="26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cao</a:t>
            </a:r>
            <a:r>
              <a:rPr sz="26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tốc:</a:t>
            </a:r>
            <a:r>
              <a:rPr sz="26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Giả 	</a:t>
            </a:r>
            <a:r>
              <a:rPr sz="2600" dirty="0">
                <a:latin typeface="Arial"/>
                <a:cs typeface="Arial"/>
              </a:rPr>
              <a:t>sử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ta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muốn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xây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dựng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một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hệ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thống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đường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cao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tốc 	</a:t>
            </a:r>
            <a:r>
              <a:rPr sz="2600" dirty="0">
                <a:latin typeface="Arial"/>
                <a:cs typeface="Arial"/>
              </a:rPr>
              <a:t>nối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thành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phố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sao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cho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hành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khách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thể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đi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từ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một 	</a:t>
            </a:r>
            <a:r>
              <a:rPr sz="2600" dirty="0">
                <a:latin typeface="Arial"/>
                <a:cs typeface="Arial"/>
              </a:rPr>
              <a:t>thành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phố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bất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kỳ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đến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thành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phố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còn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lại.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Mặt 	</a:t>
            </a:r>
            <a:r>
              <a:rPr sz="2600" dirty="0">
                <a:latin typeface="Arial"/>
                <a:cs typeface="Arial"/>
              </a:rPr>
              <a:t>khác,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trên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quan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điểm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kinh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tế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đòi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hỏi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chi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phí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về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xây 	</a:t>
            </a:r>
            <a:r>
              <a:rPr sz="2600" dirty="0">
                <a:latin typeface="Arial"/>
                <a:cs typeface="Arial"/>
              </a:rPr>
              <a:t>dựng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hệ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thống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đường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phải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nhỏ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nhất.</a:t>
            </a:r>
            <a:endParaRPr sz="2600">
              <a:latin typeface="Arial"/>
              <a:cs typeface="Arial"/>
            </a:endParaRPr>
          </a:p>
          <a:p>
            <a:pPr marL="285115" marR="116205" indent="-273050" algn="just">
              <a:lnSpc>
                <a:spcPct val="100000"/>
              </a:lnSpc>
              <a:spcBef>
                <a:spcPts val="59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Rõ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ràng,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đây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mà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đỉnh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thành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phố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còn 	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ứng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với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tuyến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đường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và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bài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toán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đặt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ra</a:t>
            </a:r>
            <a:r>
              <a:rPr sz="2600" spc="-25" dirty="0">
                <a:latin typeface="Arial"/>
                <a:cs typeface="Arial"/>
              </a:rPr>
              <a:t> là 	</a:t>
            </a:r>
            <a:r>
              <a:rPr sz="2600" dirty="0">
                <a:latin typeface="Arial"/>
                <a:cs typeface="Arial"/>
              </a:rPr>
              <a:t>phải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tìm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nhỏ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nhất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trong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đó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trọng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số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chi 	</a:t>
            </a:r>
            <a:r>
              <a:rPr sz="2600" dirty="0">
                <a:latin typeface="Arial"/>
                <a:cs typeface="Arial"/>
              </a:rPr>
              <a:t>phí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thực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hiện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tuyến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đường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cao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tốc.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443" y="748278"/>
              <a:ext cx="4599431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7978140" cy="1610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Bài</a:t>
            </a:r>
            <a:r>
              <a:rPr sz="26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toán</a:t>
            </a:r>
            <a:r>
              <a:rPr sz="26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nối</a:t>
            </a:r>
            <a:r>
              <a:rPr sz="26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mạng</a:t>
            </a:r>
            <a:r>
              <a:rPr sz="26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máy</a:t>
            </a:r>
            <a:r>
              <a:rPr sz="26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tính:</a:t>
            </a:r>
            <a:r>
              <a:rPr sz="26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Cần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nối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mạng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một</a:t>
            </a:r>
            <a:r>
              <a:rPr sz="2600" spc="-25" dirty="0">
                <a:latin typeface="Arial"/>
                <a:cs typeface="Arial"/>
              </a:rPr>
              <a:t> hệ 	</a:t>
            </a:r>
            <a:r>
              <a:rPr sz="2600" dirty="0">
                <a:latin typeface="Arial"/>
                <a:cs typeface="Arial"/>
              </a:rPr>
              <a:t>thống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gồm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máy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tính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đánh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số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từ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1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đến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n.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Biết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chi 	</a:t>
            </a:r>
            <a:r>
              <a:rPr sz="2600" dirty="0">
                <a:latin typeface="Arial"/>
                <a:cs typeface="Arial"/>
              </a:rPr>
              <a:t>phí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nối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máy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với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máy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j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c[i,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j].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Hãy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tìm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cách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nối 	</a:t>
            </a:r>
            <a:r>
              <a:rPr sz="2600" dirty="0">
                <a:latin typeface="Arial"/>
                <a:cs typeface="Arial"/>
              </a:rPr>
              <a:t>mạng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sao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cho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tổng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chi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phí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nối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mạng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nhỏ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nhất.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583935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7877809" cy="2017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61594" indent="-273050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Prim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và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Kruskal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hai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thuật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toán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thông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dụng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để</a:t>
            </a:r>
            <a:r>
              <a:rPr sz="2600" spc="-25" dirty="0">
                <a:latin typeface="Arial"/>
                <a:cs typeface="Arial"/>
              </a:rPr>
              <a:t> tìm 	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nhỏ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nhất.</a:t>
            </a:r>
            <a:endParaRPr sz="26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Thuật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toán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Prim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Robert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Prim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năm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1957</a:t>
            </a:r>
            <a:endParaRPr sz="2400">
              <a:latin typeface="Arial"/>
              <a:cs typeface="Arial"/>
            </a:endParaRPr>
          </a:p>
          <a:p>
            <a:pPr marL="560070" marR="53975" lvl="1" indent="-231775">
              <a:lnSpc>
                <a:spcPct val="100000"/>
              </a:lnSpc>
              <a:spcBef>
                <a:spcPts val="40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dirty="0">
                <a:latin typeface="Arial"/>
                <a:cs typeface="Arial"/>
              </a:rPr>
              <a:t>Thuật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toán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Kruscal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Joseph</a:t>
            </a:r>
            <a:r>
              <a:rPr sz="2400" i="1" spc="-7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Kruskal</a:t>
            </a:r>
            <a:r>
              <a:rPr sz="2400" i="1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phát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minh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năm 	</a:t>
            </a:r>
            <a:r>
              <a:rPr sz="2400" spc="-20" dirty="0">
                <a:latin typeface="Arial"/>
                <a:cs typeface="Arial"/>
              </a:rPr>
              <a:t>1956.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30067" y="3627114"/>
            <a:ext cx="2058924" cy="259080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411467" y="3627114"/>
            <a:ext cx="2029967" cy="2572512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959100" y="6395613"/>
            <a:ext cx="1725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Kruskal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(1928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-</a:t>
            </a:r>
            <a:r>
              <a:rPr sz="1800" spc="-50" dirty="0">
                <a:latin typeface="Georgia"/>
                <a:cs typeface="Georgia"/>
              </a:rPr>
              <a:t> )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19" name="object 19"/>
          <p:cNvSpPr txBox="1"/>
          <p:nvPr/>
        </p:nvSpPr>
        <p:spPr>
          <a:xfrm>
            <a:off x="6700596" y="6395613"/>
            <a:ext cx="1403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Prim</a:t>
            </a:r>
            <a:r>
              <a:rPr sz="1800" spc="-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(1921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-</a:t>
            </a:r>
            <a:r>
              <a:rPr sz="1800" spc="-15" dirty="0">
                <a:latin typeface="Georgia"/>
                <a:cs typeface="Georgia"/>
              </a:rPr>
              <a:t> </a:t>
            </a:r>
            <a:r>
              <a:rPr sz="1800" spc="-50" dirty="0">
                <a:latin typeface="Georgia"/>
                <a:cs typeface="Georgia"/>
              </a:rPr>
              <a:t>)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748278"/>
              <a:ext cx="2891027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7971155" cy="4369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379730" indent="-273050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Cho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45" dirty="0">
                <a:latin typeface="Arial"/>
                <a:cs typeface="Arial"/>
              </a:rPr>
              <a:t>(V,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E)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một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liên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thông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trọng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số 	</a:t>
            </a:r>
            <a:r>
              <a:rPr sz="2600" dirty="0">
                <a:latin typeface="Arial"/>
                <a:cs typeface="Arial"/>
              </a:rPr>
              <a:t>gồm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</a:t>
            </a:r>
            <a:r>
              <a:rPr sz="2600" spc="-10" dirty="0">
                <a:latin typeface="Arial"/>
                <a:cs typeface="Arial"/>
              </a:rPr>
              <a:t> đỉnh.</a:t>
            </a:r>
            <a:endParaRPr sz="2600">
              <a:latin typeface="Arial"/>
              <a:cs typeface="Arial"/>
            </a:endParaRPr>
          </a:p>
          <a:p>
            <a:pPr marL="285115" marR="330835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Bước</a:t>
            </a:r>
            <a:r>
              <a:rPr sz="26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1.</a:t>
            </a:r>
            <a:r>
              <a:rPr sz="26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Chọn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tùy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ý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một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đỉnh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bất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kỳ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Symbol"/>
                <a:cs typeface="Symbol"/>
              </a:rPr>
              <a:t>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Arial"/>
                <a:cs typeface="Arial"/>
              </a:rPr>
              <a:t>V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và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khởi 	</a:t>
            </a:r>
            <a:r>
              <a:rPr sz="2600" dirty="0">
                <a:latin typeface="Arial"/>
                <a:cs typeface="Arial"/>
              </a:rPr>
              <a:t>tạo: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Y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{v}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và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25" dirty="0">
                <a:latin typeface="Symbol"/>
                <a:cs typeface="Symbol"/>
              </a:rPr>
              <a:t></a:t>
            </a:r>
            <a:r>
              <a:rPr sz="2600" spc="-25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  <a:p>
            <a:pPr marL="285115" marR="213995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Bước</a:t>
            </a:r>
            <a:r>
              <a:rPr sz="26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2.</a:t>
            </a:r>
            <a:r>
              <a:rPr sz="2600" b="1" spc="-8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Trong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số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những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e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(v,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w),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trong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đó 	</a:t>
            </a:r>
            <a:r>
              <a:rPr sz="2600" dirty="0">
                <a:latin typeface="Arial"/>
                <a:cs typeface="Arial"/>
              </a:rPr>
              <a:t>v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Symbol"/>
                <a:cs typeface="Symbol"/>
              </a:rPr>
              <a:t>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Arial"/>
                <a:cs typeface="Arial"/>
              </a:rPr>
              <a:t>Y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và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w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Symbol"/>
                <a:cs typeface="Symbol"/>
              </a:rPr>
              <a:t>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Arial"/>
                <a:cs typeface="Arial"/>
              </a:rPr>
              <a:t>V\Y,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ta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chọn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độ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dài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nhỏ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nhất.</a:t>
            </a:r>
            <a:endParaRPr sz="2600">
              <a:latin typeface="Arial"/>
              <a:cs typeface="Arial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Bước</a:t>
            </a:r>
            <a:r>
              <a:rPr sz="26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3.</a:t>
            </a:r>
            <a:r>
              <a:rPr sz="2600" b="1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Gán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Y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Y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Symbol"/>
                <a:cs typeface="Symbol"/>
              </a:rPr>
              <a:t>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Arial"/>
                <a:cs typeface="Arial"/>
              </a:rPr>
              <a:t>{w}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và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Symbol"/>
                <a:cs typeface="Symbol"/>
              </a:rPr>
              <a:t>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Arial"/>
                <a:cs typeface="Arial"/>
              </a:rPr>
              <a:t>{e}</a:t>
            </a:r>
            <a:endParaRPr sz="2600">
              <a:latin typeface="Arial"/>
              <a:cs typeface="Arial"/>
            </a:endParaRPr>
          </a:p>
          <a:p>
            <a:pPr marL="285115" marR="5080" indent="-273050">
              <a:lnSpc>
                <a:spcPct val="100000"/>
              </a:lnSpc>
              <a:spcBef>
                <a:spcPts val="59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Bước</a:t>
            </a:r>
            <a:r>
              <a:rPr sz="26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4.</a:t>
            </a:r>
            <a:r>
              <a:rPr sz="26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Nếu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đủ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–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1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phần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tử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thì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dừng,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ngược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lại 	</a:t>
            </a:r>
            <a:r>
              <a:rPr sz="2600" dirty="0">
                <a:latin typeface="Arial"/>
                <a:cs typeface="Arial"/>
              </a:rPr>
              <a:t>làm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tiếp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bước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2.</a:t>
            </a:r>
            <a:endParaRPr sz="2600">
              <a:latin typeface="Arial"/>
              <a:cs typeface="Arial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600" i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chính</a:t>
            </a:r>
            <a:r>
              <a:rPr sz="2600" i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là</a:t>
            </a:r>
            <a:r>
              <a:rPr sz="2600" i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cây</a:t>
            </a:r>
            <a:r>
              <a:rPr sz="2600" i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khung</a:t>
            </a:r>
            <a:r>
              <a:rPr sz="2600" i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nhỏ</a:t>
            </a:r>
            <a:r>
              <a:rPr sz="2600" i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spc="-10" dirty="0">
                <a:solidFill>
                  <a:srgbClr val="C00000"/>
                </a:solidFill>
                <a:latin typeface="Arial"/>
                <a:cs typeface="Arial"/>
              </a:rPr>
              <a:t>nhất.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38343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441766"/>
            <a:ext cx="4807585" cy="180530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750" indent="-273050">
              <a:lnSpc>
                <a:spcPct val="100000"/>
              </a:lnSpc>
              <a:spcBef>
                <a:spcPts val="7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Arial"/>
                <a:cs typeface="Arial"/>
              </a:rPr>
              <a:t>Giả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sử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chọn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đỉnh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1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đỉnh</a:t>
            </a:r>
            <a:r>
              <a:rPr sz="2600" spc="-25" dirty="0">
                <a:latin typeface="Arial"/>
                <a:cs typeface="Arial"/>
              </a:rPr>
              <a:t> đầu</a:t>
            </a:r>
            <a:endParaRPr sz="2600">
              <a:latin typeface="Arial"/>
              <a:cs typeface="Arial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Arial"/>
                <a:cs typeface="Arial"/>
              </a:rPr>
              <a:t>Cập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nhật</a:t>
            </a:r>
            <a:endParaRPr sz="26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 </a:t>
            </a:r>
            <a:r>
              <a:rPr sz="2400" spc="-25" dirty="0">
                <a:latin typeface="Arial"/>
                <a:cs typeface="Arial"/>
              </a:rPr>
              <a:t>{1}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9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60" dirty="0">
                <a:latin typeface="Symbol"/>
                <a:cs typeface="Symbol"/>
              </a:rPr>
              <a:t></a:t>
            </a:r>
            <a:endParaRPr sz="2400">
              <a:latin typeface="Symbol"/>
              <a:cs typeface="Symbo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10171" y="1487418"/>
            <a:ext cx="2756916" cy="275691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39659" y="1899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64424" y="281436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07707" y="304296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039859" y="3042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125459" y="35762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72831" y="2738013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09356" y="22046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3627" y="417570"/>
            <a:ext cx="9020810" cy="6699884"/>
          </a:xfrm>
          <a:custGeom>
            <a:avLst/>
            <a:gdLst/>
            <a:ahLst/>
            <a:cxnLst/>
            <a:rect l="l" t="t" r="r" b="b"/>
            <a:pathLst>
              <a:path w="9020810" h="6699884">
                <a:moveTo>
                  <a:pt x="8703564" y="0"/>
                </a:moveTo>
                <a:lnTo>
                  <a:pt x="316991" y="0"/>
                </a:lnTo>
                <a:lnTo>
                  <a:pt x="300228" y="1524"/>
                </a:lnTo>
                <a:lnTo>
                  <a:pt x="249935" y="10667"/>
                </a:lnTo>
                <a:lnTo>
                  <a:pt x="204215" y="25907"/>
                </a:lnTo>
                <a:lnTo>
                  <a:pt x="161544" y="48767"/>
                </a:lnTo>
                <a:lnTo>
                  <a:pt x="121919" y="76200"/>
                </a:lnTo>
                <a:lnTo>
                  <a:pt x="76200" y="121919"/>
                </a:lnTo>
                <a:lnTo>
                  <a:pt x="57912" y="147827"/>
                </a:lnTo>
                <a:lnTo>
                  <a:pt x="48768" y="160019"/>
                </a:lnTo>
                <a:lnTo>
                  <a:pt x="41147" y="175259"/>
                </a:lnTo>
                <a:lnTo>
                  <a:pt x="33528" y="188975"/>
                </a:lnTo>
                <a:lnTo>
                  <a:pt x="15240" y="234695"/>
                </a:lnTo>
                <a:lnTo>
                  <a:pt x="10668" y="249935"/>
                </a:lnTo>
                <a:lnTo>
                  <a:pt x="7619" y="266700"/>
                </a:lnTo>
                <a:lnTo>
                  <a:pt x="4571" y="281939"/>
                </a:lnTo>
                <a:lnTo>
                  <a:pt x="3047" y="298703"/>
                </a:lnTo>
                <a:lnTo>
                  <a:pt x="1524" y="316991"/>
                </a:lnTo>
                <a:lnTo>
                  <a:pt x="0" y="333755"/>
                </a:lnTo>
                <a:lnTo>
                  <a:pt x="0" y="6367271"/>
                </a:lnTo>
                <a:lnTo>
                  <a:pt x="4571" y="6417563"/>
                </a:lnTo>
                <a:lnTo>
                  <a:pt x="15240" y="6466332"/>
                </a:lnTo>
                <a:lnTo>
                  <a:pt x="33528" y="6512052"/>
                </a:lnTo>
                <a:lnTo>
                  <a:pt x="67056" y="6566915"/>
                </a:lnTo>
                <a:lnTo>
                  <a:pt x="109728" y="6614159"/>
                </a:lnTo>
                <a:lnTo>
                  <a:pt x="121919" y="6623304"/>
                </a:lnTo>
                <a:lnTo>
                  <a:pt x="134112" y="6633971"/>
                </a:lnTo>
                <a:lnTo>
                  <a:pt x="188975" y="6667500"/>
                </a:lnTo>
                <a:lnTo>
                  <a:pt x="249935" y="6688835"/>
                </a:lnTo>
                <a:lnTo>
                  <a:pt x="316991" y="6699504"/>
                </a:lnTo>
                <a:lnTo>
                  <a:pt x="8705088" y="6699504"/>
                </a:lnTo>
                <a:lnTo>
                  <a:pt x="8738616" y="6696456"/>
                </a:lnTo>
                <a:lnTo>
                  <a:pt x="8753856" y="6693408"/>
                </a:lnTo>
                <a:lnTo>
                  <a:pt x="316991" y="6693408"/>
                </a:lnTo>
                <a:lnTo>
                  <a:pt x="283463" y="6690359"/>
                </a:lnTo>
                <a:lnTo>
                  <a:pt x="220980" y="6673596"/>
                </a:lnTo>
                <a:lnTo>
                  <a:pt x="150875" y="6638543"/>
                </a:lnTo>
                <a:lnTo>
                  <a:pt x="102108" y="6597396"/>
                </a:lnTo>
                <a:lnTo>
                  <a:pt x="62484" y="6550152"/>
                </a:lnTo>
                <a:lnTo>
                  <a:pt x="54863" y="6536435"/>
                </a:lnTo>
                <a:lnTo>
                  <a:pt x="45719" y="6522719"/>
                </a:lnTo>
                <a:lnTo>
                  <a:pt x="39624" y="6509004"/>
                </a:lnTo>
                <a:lnTo>
                  <a:pt x="32003" y="6493763"/>
                </a:lnTo>
                <a:lnTo>
                  <a:pt x="27431" y="6478523"/>
                </a:lnTo>
                <a:lnTo>
                  <a:pt x="13715" y="6432804"/>
                </a:lnTo>
                <a:lnTo>
                  <a:pt x="7619" y="6384035"/>
                </a:lnTo>
                <a:lnTo>
                  <a:pt x="7619" y="316991"/>
                </a:lnTo>
                <a:lnTo>
                  <a:pt x="13715" y="266700"/>
                </a:lnTo>
                <a:lnTo>
                  <a:pt x="27431" y="220979"/>
                </a:lnTo>
                <a:lnTo>
                  <a:pt x="32003" y="205739"/>
                </a:lnTo>
                <a:lnTo>
                  <a:pt x="39624" y="192024"/>
                </a:lnTo>
                <a:lnTo>
                  <a:pt x="45719" y="176783"/>
                </a:lnTo>
                <a:lnTo>
                  <a:pt x="54863" y="164591"/>
                </a:lnTo>
                <a:lnTo>
                  <a:pt x="62484" y="150875"/>
                </a:lnTo>
                <a:lnTo>
                  <a:pt x="71628" y="137159"/>
                </a:lnTo>
                <a:lnTo>
                  <a:pt x="82296" y="124967"/>
                </a:lnTo>
                <a:lnTo>
                  <a:pt x="91440" y="114300"/>
                </a:lnTo>
                <a:lnTo>
                  <a:pt x="126491" y="80772"/>
                </a:lnTo>
                <a:lnTo>
                  <a:pt x="164591" y="53339"/>
                </a:lnTo>
                <a:lnTo>
                  <a:pt x="207263" y="32003"/>
                </a:lnTo>
                <a:lnTo>
                  <a:pt x="220980" y="25907"/>
                </a:lnTo>
                <a:lnTo>
                  <a:pt x="251459" y="16763"/>
                </a:lnTo>
                <a:lnTo>
                  <a:pt x="268224" y="13715"/>
                </a:lnTo>
                <a:lnTo>
                  <a:pt x="283463" y="10667"/>
                </a:lnTo>
                <a:lnTo>
                  <a:pt x="300228" y="7619"/>
                </a:lnTo>
                <a:lnTo>
                  <a:pt x="316991" y="7619"/>
                </a:lnTo>
                <a:lnTo>
                  <a:pt x="333756" y="6095"/>
                </a:lnTo>
                <a:lnTo>
                  <a:pt x="8746235" y="6095"/>
                </a:lnTo>
                <a:lnTo>
                  <a:pt x="8738616" y="4572"/>
                </a:lnTo>
                <a:lnTo>
                  <a:pt x="8721852" y="1524"/>
                </a:lnTo>
                <a:lnTo>
                  <a:pt x="8703564" y="0"/>
                </a:lnTo>
                <a:close/>
              </a:path>
              <a:path w="9020810" h="6699884">
                <a:moveTo>
                  <a:pt x="8746235" y="6095"/>
                </a:moveTo>
                <a:lnTo>
                  <a:pt x="8686800" y="6095"/>
                </a:lnTo>
                <a:lnTo>
                  <a:pt x="8703564" y="7619"/>
                </a:lnTo>
                <a:lnTo>
                  <a:pt x="8720328" y="7619"/>
                </a:lnTo>
                <a:lnTo>
                  <a:pt x="8753856" y="13715"/>
                </a:lnTo>
                <a:lnTo>
                  <a:pt x="8769096" y="16763"/>
                </a:lnTo>
                <a:lnTo>
                  <a:pt x="8799576" y="25907"/>
                </a:lnTo>
                <a:lnTo>
                  <a:pt x="8814816" y="32003"/>
                </a:lnTo>
                <a:lnTo>
                  <a:pt x="8828532" y="39624"/>
                </a:lnTo>
                <a:lnTo>
                  <a:pt x="8843772" y="45719"/>
                </a:lnTo>
                <a:lnTo>
                  <a:pt x="8855964" y="53339"/>
                </a:lnTo>
                <a:lnTo>
                  <a:pt x="8883396" y="71627"/>
                </a:lnTo>
                <a:lnTo>
                  <a:pt x="8895588" y="80772"/>
                </a:lnTo>
                <a:lnTo>
                  <a:pt x="8906256" y="91439"/>
                </a:lnTo>
                <a:lnTo>
                  <a:pt x="8918448" y="102107"/>
                </a:lnTo>
                <a:lnTo>
                  <a:pt x="8929116" y="114300"/>
                </a:lnTo>
                <a:lnTo>
                  <a:pt x="8939784" y="124967"/>
                </a:lnTo>
                <a:lnTo>
                  <a:pt x="8948928" y="137159"/>
                </a:lnTo>
                <a:lnTo>
                  <a:pt x="8982456" y="192024"/>
                </a:lnTo>
                <a:lnTo>
                  <a:pt x="9003792" y="251459"/>
                </a:lnTo>
                <a:lnTo>
                  <a:pt x="9006840" y="268224"/>
                </a:lnTo>
                <a:lnTo>
                  <a:pt x="9009888" y="283463"/>
                </a:lnTo>
                <a:lnTo>
                  <a:pt x="9012936" y="300227"/>
                </a:lnTo>
                <a:lnTo>
                  <a:pt x="9012936" y="316991"/>
                </a:lnTo>
                <a:lnTo>
                  <a:pt x="9014460" y="333755"/>
                </a:lnTo>
                <a:lnTo>
                  <a:pt x="9014460" y="6367271"/>
                </a:lnTo>
                <a:lnTo>
                  <a:pt x="9012936" y="6384035"/>
                </a:lnTo>
                <a:lnTo>
                  <a:pt x="9012936" y="6400799"/>
                </a:lnTo>
                <a:lnTo>
                  <a:pt x="9009888" y="6416039"/>
                </a:lnTo>
                <a:lnTo>
                  <a:pt x="9006840" y="6432804"/>
                </a:lnTo>
                <a:lnTo>
                  <a:pt x="9003792" y="6448044"/>
                </a:lnTo>
                <a:lnTo>
                  <a:pt x="8999220" y="6464808"/>
                </a:lnTo>
                <a:lnTo>
                  <a:pt x="8994648" y="6480047"/>
                </a:lnTo>
                <a:lnTo>
                  <a:pt x="8988552" y="6493763"/>
                </a:lnTo>
                <a:lnTo>
                  <a:pt x="8982456" y="6509004"/>
                </a:lnTo>
                <a:lnTo>
                  <a:pt x="8958072" y="6550152"/>
                </a:lnTo>
                <a:lnTo>
                  <a:pt x="8929116" y="6586728"/>
                </a:lnTo>
                <a:lnTo>
                  <a:pt x="8906256" y="6608063"/>
                </a:lnTo>
                <a:lnTo>
                  <a:pt x="8895588" y="6618732"/>
                </a:lnTo>
                <a:lnTo>
                  <a:pt x="8828532" y="6661404"/>
                </a:lnTo>
                <a:lnTo>
                  <a:pt x="8784336" y="6679691"/>
                </a:lnTo>
                <a:lnTo>
                  <a:pt x="8769096" y="6682739"/>
                </a:lnTo>
                <a:lnTo>
                  <a:pt x="8752332" y="6687311"/>
                </a:lnTo>
                <a:lnTo>
                  <a:pt x="8737092" y="6690359"/>
                </a:lnTo>
                <a:lnTo>
                  <a:pt x="8703564" y="6693408"/>
                </a:lnTo>
                <a:lnTo>
                  <a:pt x="8753856" y="6693408"/>
                </a:lnTo>
                <a:lnTo>
                  <a:pt x="8801100" y="6679691"/>
                </a:lnTo>
                <a:lnTo>
                  <a:pt x="8846820" y="6659880"/>
                </a:lnTo>
                <a:lnTo>
                  <a:pt x="8886444" y="6633971"/>
                </a:lnTo>
                <a:lnTo>
                  <a:pt x="8923020" y="6601967"/>
                </a:lnTo>
                <a:lnTo>
                  <a:pt x="8953500" y="6566915"/>
                </a:lnTo>
                <a:lnTo>
                  <a:pt x="8964168" y="6553200"/>
                </a:lnTo>
                <a:lnTo>
                  <a:pt x="8971788" y="6539483"/>
                </a:lnTo>
                <a:lnTo>
                  <a:pt x="8980932" y="6525767"/>
                </a:lnTo>
                <a:lnTo>
                  <a:pt x="8987028" y="6512052"/>
                </a:lnTo>
                <a:lnTo>
                  <a:pt x="9005316" y="6466332"/>
                </a:lnTo>
                <a:lnTo>
                  <a:pt x="9019032" y="6400799"/>
                </a:lnTo>
                <a:lnTo>
                  <a:pt x="9020556" y="6384035"/>
                </a:lnTo>
                <a:lnTo>
                  <a:pt x="9020556" y="315467"/>
                </a:lnTo>
                <a:lnTo>
                  <a:pt x="9019032" y="298703"/>
                </a:lnTo>
                <a:lnTo>
                  <a:pt x="9015984" y="281939"/>
                </a:lnTo>
                <a:lnTo>
                  <a:pt x="9012936" y="266700"/>
                </a:lnTo>
                <a:lnTo>
                  <a:pt x="9009888" y="249935"/>
                </a:lnTo>
                <a:lnTo>
                  <a:pt x="9000744" y="219455"/>
                </a:lnTo>
                <a:lnTo>
                  <a:pt x="8994648" y="204215"/>
                </a:lnTo>
                <a:lnTo>
                  <a:pt x="8987028" y="188975"/>
                </a:lnTo>
                <a:lnTo>
                  <a:pt x="8979408" y="175259"/>
                </a:lnTo>
                <a:lnTo>
                  <a:pt x="8971788" y="160019"/>
                </a:lnTo>
                <a:lnTo>
                  <a:pt x="8944356" y="121919"/>
                </a:lnTo>
                <a:lnTo>
                  <a:pt x="8898636" y="76200"/>
                </a:lnTo>
                <a:lnTo>
                  <a:pt x="8886444" y="67055"/>
                </a:lnTo>
                <a:lnTo>
                  <a:pt x="8872728" y="56387"/>
                </a:lnTo>
                <a:lnTo>
                  <a:pt x="8860536" y="48767"/>
                </a:lnTo>
                <a:lnTo>
                  <a:pt x="8845296" y="41148"/>
                </a:lnTo>
                <a:lnTo>
                  <a:pt x="8831580" y="33527"/>
                </a:lnTo>
                <a:lnTo>
                  <a:pt x="8816340" y="25907"/>
                </a:lnTo>
                <a:lnTo>
                  <a:pt x="8801100" y="19811"/>
                </a:lnTo>
                <a:lnTo>
                  <a:pt x="8770620" y="10667"/>
                </a:lnTo>
                <a:lnTo>
                  <a:pt x="8753856" y="7619"/>
                </a:lnTo>
                <a:lnTo>
                  <a:pt x="8746235" y="6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0171" y="1487418"/>
            <a:ext cx="2756916" cy="2756916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90972" y="1561527"/>
          <a:ext cx="7924161" cy="2861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09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0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10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24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304800" indent="-273050">
                        <a:lnSpc>
                          <a:spcPts val="2815"/>
                        </a:lnSpc>
                        <a:buClr>
                          <a:srgbClr val="990000"/>
                        </a:buClr>
                        <a:buSzPct val="84615"/>
                        <a:buFont typeface="Segoe UI Symbol"/>
                        <a:buChar char="⚫"/>
                        <a:tabLst>
                          <a:tab pos="304800" algn="l"/>
                        </a:tabLst>
                      </a:pPr>
                      <a:r>
                        <a:rPr sz="2600" dirty="0">
                          <a:latin typeface="Arial"/>
                          <a:cs typeface="Arial"/>
                        </a:rPr>
                        <a:t>Chọn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cạnh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(1,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2)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vì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là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cạnh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có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ts val="2095"/>
                        </a:lnSpc>
                        <a:spcBef>
                          <a:spcPts val="72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914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545">
                <a:tc>
                  <a:txBody>
                    <a:bodyPr/>
                    <a:lstStyle/>
                    <a:p>
                      <a:pPr marL="305435" marR="212090">
                        <a:lnSpc>
                          <a:spcPts val="3120"/>
                        </a:lnSpc>
                      </a:pPr>
                      <a:r>
                        <a:rPr sz="2600" dirty="0">
                          <a:latin typeface="Arial"/>
                          <a:cs typeface="Arial"/>
                        </a:rPr>
                        <a:t>trọng</a:t>
                      </a:r>
                      <a:r>
                        <a:rPr sz="2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nhỏ</a:t>
                      </a:r>
                      <a:r>
                        <a:rPr sz="2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nhất</a:t>
                      </a:r>
                      <a:r>
                        <a:rPr sz="2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trong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số</a:t>
                      </a:r>
                      <a:r>
                        <a:rPr sz="2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các</a:t>
                      </a:r>
                      <a:r>
                        <a:rPr sz="2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20" dirty="0">
                          <a:latin typeface="Arial"/>
                          <a:cs typeface="Arial"/>
                        </a:rPr>
                        <a:t>cạnh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thỏa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yêu</a:t>
                      </a:r>
                      <a:r>
                        <a:rPr sz="2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cầu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ở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bước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2: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(1,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2),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(1,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0345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492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23495" algn="r">
                        <a:lnSpc>
                          <a:spcPct val="10000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0345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2965">
                <a:tc>
                  <a:txBody>
                    <a:bodyPr/>
                    <a:lstStyle/>
                    <a:p>
                      <a:pPr marL="305435">
                        <a:lnSpc>
                          <a:spcPts val="2985"/>
                        </a:lnSpc>
                      </a:pPr>
                      <a:r>
                        <a:rPr sz="2600" spc="-25" dirty="0">
                          <a:latin typeface="Arial"/>
                          <a:cs typeface="Arial"/>
                        </a:rPr>
                        <a:t>4)</a:t>
                      </a:r>
                      <a:endParaRPr sz="2600">
                        <a:latin typeface="Arial"/>
                        <a:cs typeface="Arial"/>
                      </a:endParaRPr>
                    </a:p>
                    <a:p>
                      <a:pPr marL="304800" indent="-273050">
                        <a:lnSpc>
                          <a:spcPts val="3115"/>
                        </a:lnSpc>
                        <a:spcBef>
                          <a:spcPts val="600"/>
                        </a:spcBef>
                        <a:buClr>
                          <a:srgbClr val="990000"/>
                        </a:buClr>
                        <a:buSzPct val="84615"/>
                        <a:buFont typeface="Segoe UI Symbol"/>
                        <a:buChar char="⚫"/>
                        <a:tabLst>
                          <a:tab pos="304800" algn="l"/>
                        </a:tabLst>
                      </a:pPr>
                      <a:r>
                        <a:rPr sz="2600" dirty="0">
                          <a:latin typeface="Arial"/>
                          <a:cs typeface="Arial"/>
                        </a:rPr>
                        <a:t>Cập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nhật: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197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901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11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 marL="579755" indent="-231775">
                        <a:lnSpc>
                          <a:spcPct val="100000"/>
                        </a:lnSpc>
                        <a:spcBef>
                          <a:spcPts val="309"/>
                        </a:spcBef>
                        <a:buClr>
                          <a:srgbClr val="EFAB16"/>
                        </a:buClr>
                        <a:buSzPct val="85416"/>
                        <a:buFont typeface="Segoe UI Symbol"/>
                        <a:buChar char="⚫"/>
                        <a:tabLst>
                          <a:tab pos="57975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2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= {1,</a:t>
                      </a:r>
                      <a:r>
                        <a:rPr sz="2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2}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93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1048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2075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1048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579755" indent="-231775">
                        <a:lnSpc>
                          <a:spcPts val="2810"/>
                        </a:lnSpc>
                        <a:spcBef>
                          <a:spcPts val="70"/>
                        </a:spcBef>
                        <a:buClr>
                          <a:srgbClr val="EFAB16"/>
                        </a:buClr>
                        <a:buSzPct val="85416"/>
                        <a:buFont typeface="Segoe UI Symbol"/>
                        <a:buChar char="⚫"/>
                        <a:tabLst>
                          <a:tab pos="57975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= {{1, 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2}}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50514"/>
              <a:ext cx="6480048" cy="9189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50514"/>
              <a:ext cx="6483096" cy="92044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350514"/>
              <a:ext cx="6483350" cy="920750"/>
            </a:xfrm>
            <a:custGeom>
              <a:avLst/>
              <a:gdLst/>
              <a:ahLst/>
              <a:cxnLst/>
              <a:rect l="l" t="t" r="r" b="b"/>
              <a:pathLst>
                <a:path w="6483350" h="920750">
                  <a:moveTo>
                    <a:pt x="0" y="909828"/>
                  </a:moveTo>
                  <a:lnTo>
                    <a:pt x="0" y="920496"/>
                  </a:lnTo>
                  <a:lnTo>
                    <a:pt x="6480048" y="920496"/>
                  </a:lnTo>
                  <a:lnTo>
                    <a:pt x="6483096" y="917448"/>
                  </a:lnTo>
                  <a:lnTo>
                    <a:pt x="6483096" y="914400"/>
                  </a:lnTo>
                  <a:lnTo>
                    <a:pt x="6095" y="914400"/>
                  </a:lnTo>
                  <a:lnTo>
                    <a:pt x="0" y="909828"/>
                  </a:lnTo>
                  <a:close/>
                </a:path>
                <a:path w="6483350" h="920750">
                  <a:moveTo>
                    <a:pt x="6095" y="0"/>
                  </a:moveTo>
                  <a:lnTo>
                    <a:pt x="0" y="6096"/>
                  </a:lnTo>
                  <a:lnTo>
                    <a:pt x="0" y="909828"/>
                  </a:lnTo>
                  <a:lnTo>
                    <a:pt x="6095" y="914400"/>
                  </a:lnTo>
                  <a:lnTo>
                    <a:pt x="6095" y="0"/>
                  </a:lnTo>
                  <a:close/>
                </a:path>
                <a:path w="6483350" h="920750">
                  <a:moveTo>
                    <a:pt x="6472428" y="909828"/>
                  </a:moveTo>
                  <a:lnTo>
                    <a:pt x="6095" y="909828"/>
                  </a:lnTo>
                  <a:lnTo>
                    <a:pt x="6095" y="914400"/>
                  </a:lnTo>
                  <a:lnTo>
                    <a:pt x="6472428" y="914400"/>
                  </a:lnTo>
                  <a:lnTo>
                    <a:pt x="6472428" y="909828"/>
                  </a:lnTo>
                  <a:close/>
                </a:path>
                <a:path w="6483350" h="920750">
                  <a:moveTo>
                    <a:pt x="6472428" y="0"/>
                  </a:moveTo>
                  <a:lnTo>
                    <a:pt x="6472428" y="914400"/>
                  </a:lnTo>
                  <a:lnTo>
                    <a:pt x="6477000" y="909828"/>
                  </a:lnTo>
                  <a:lnTo>
                    <a:pt x="6483096" y="909828"/>
                  </a:lnTo>
                  <a:lnTo>
                    <a:pt x="6483096" y="6096"/>
                  </a:lnTo>
                  <a:lnTo>
                    <a:pt x="6477000" y="6096"/>
                  </a:lnTo>
                  <a:lnTo>
                    <a:pt x="6472428" y="0"/>
                  </a:lnTo>
                  <a:close/>
                </a:path>
                <a:path w="6483350" h="920750">
                  <a:moveTo>
                    <a:pt x="6483096" y="909828"/>
                  </a:moveTo>
                  <a:lnTo>
                    <a:pt x="6477000" y="909828"/>
                  </a:lnTo>
                  <a:lnTo>
                    <a:pt x="6472428" y="914400"/>
                  </a:lnTo>
                  <a:lnTo>
                    <a:pt x="6483096" y="914400"/>
                  </a:lnTo>
                  <a:lnTo>
                    <a:pt x="6483096" y="909828"/>
                  </a:lnTo>
                  <a:close/>
                </a:path>
                <a:path w="6483350" h="920750">
                  <a:moveTo>
                    <a:pt x="6095" y="0"/>
                  </a:moveTo>
                  <a:lnTo>
                    <a:pt x="0" y="0"/>
                  </a:lnTo>
                  <a:lnTo>
                    <a:pt x="0" y="6096"/>
                  </a:lnTo>
                  <a:lnTo>
                    <a:pt x="6095" y="0"/>
                  </a:lnTo>
                  <a:close/>
                </a:path>
                <a:path w="6483350" h="920750">
                  <a:moveTo>
                    <a:pt x="6472428" y="0"/>
                  </a:moveTo>
                  <a:lnTo>
                    <a:pt x="6095" y="0"/>
                  </a:lnTo>
                  <a:lnTo>
                    <a:pt x="6095" y="6096"/>
                  </a:lnTo>
                  <a:lnTo>
                    <a:pt x="6472428" y="6096"/>
                  </a:lnTo>
                  <a:lnTo>
                    <a:pt x="6472428" y="0"/>
                  </a:lnTo>
                  <a:close/>
                </a:path>
                <a:path w="6483350" h="920750">
                  <a:moveTo>
                    <a:pt x="6483096" y="0"/>
                  </a:moveTo>
                  <a:lnTo>
                    <a:pt x="6472428" y="0"/>
                  </a:lnTo>
                  <a:lnTo>
                    <a:pt x="6477000" y="6096"/>
                  </a:lnTo>
                  <a:lnTo>
                    <a:pt x="6483096" y="6096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3439" y="748278"/>
              <a:ext cx="3834383" cy="42671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3627" y="417570"/>
            <a:ext cx="9020810" cy="6699884"/>
          </a:xfrm>
          <a:custGeom>
            <a:avLst/>
            <a:gdLst/>
            <a:ahLst/>
            <a:cxnLst/>
            <a:rect l="l" t="t" r="r" b="b"/>
            <a:pathLst>
              <a:path w="9020810" h="6699884">
                <a:moveTo>
                  <a:pt x="8703564" y="0"/>
                </a:moveTo>
                <a:lnTo>
                  <a:pt x="316991" y="0"/>
                </a:lnTo>
                <a:lnTo>
                  <a:pt x="300228" y="1524"/>
                </a:lnTo>
                <a:lnTo>
                  <a:pt x="249935" y="10667"/>
                </a:lnTo>
                <a:lnTo>
                  <a:pt x="204215" y="25907"/>
                </a:lnTo>
                <a:lnTo>
                  <a:pt x="161544" y="48767"/>
                </a:lnTo>
                <a:lnTo>
                  <a:pt x="121919" y="76200"/>
                </a:lnTo>
                <a:lnTo>
                  <a:pt x="76200" y="121919"/>
                </a:lnTo>
                <a:lnTo>
                  <a:pt x="57912" y="147827"/>
                </a:lnTo>
                <a:lnTo>
                  <a:pt x="48768" y="160019"/>
                </a:lnTo>
                <a:lnTo>
                  <a:pt x="41147" y="175259"/>
                </a:lnTo>
                <a:lnTo>
                  <a:pt x="33528" y="188975"/>
                </a:lnTo>
                <a:lnTo>
                  <a:pt x="15240" y="234695"/>
                </a:lnTo>
                <a:lnTo>
                  <a:pt x="10668" y="249935"/>
                </a:lnTo>
                <a:lnTo>
                  <a:pt x="7619" y="266700"/>
                </a:lnTo>
                <a:lnTo>
                  <a:pt x="4571" y="281939"/>
                </a:lnTo>
                <a:lnTo>
                  <a:pt x="3047" y="298703"/>
                </a:lnTo>
                <a:lnTo>
                  <a:pt x="1524" y="316991"/>
                </a:lnTo>
                <a:lnTo>
                  <a:pt x="0" y="333755"/>
                </a:lnTo>
                <a:lnTo>
                  <a:pt x="0" y="6367271"/>
                </a:lnTo>
                <a:lnTo>
                  <a:pt x="4571" y="6417563"/>
                </a:lnTo>
                <a:lnTo>
                  <a:pt x="15240" y="6466332"/>
                </a:lnTo>
                <a:lnTo>
                  <a:pt x="33528" y="6512052"/>
                </a:lnTo>
                <a:lnTo>
                  <a:pt x="67056" y="6566915"/>
                </a:lnTo>
                <a:lnTo>
                  <a:pt x="109728" y="6614159"/>
                </a:lnTo>
                <a:lnTo>
                  <a:pt x="121919" y="6623304"/>
                </a:lnTo>
                <a:lnTo>
                  <a:pt x="134112" y="6633971"/>
                </a:lnTo>
                <a:lnTo>
                  <a:pt x="188975" y="6667500"/>
                </a:lnTo>
                <a:lnTo>
                  <a:pt x="249935" y="6688835"/>
                </a:lnTo>
                <a:lnTo>
                  <a:pt x="316991" y="6699504"/>
                </a:lnTo>
                <a:lnTo>
                  <a:pt x="8705088" y="6699504"/>
                </a:lnTo>
                <a:lnTo>
                  <a:pt x="8738616" y="6696456"/>
                </a:lnTo>
                <a:lnTo>
                  <a:pt x="8753856" y="6693408"/>
                </a:lnTo>
                <a:lnTo>
                  <a:pt x="316991" y="6693408"/>
                </a:lnTo>
                <a:lnTo>
                  <a:pt x="283463" y="6690359"/>
                </a:lnTo>
                <a:lnTo>
                  <a:pt x="220980" y="6673596"/>
                </a:lnTo>
                <a:lnTo>
                  <a:pt x="150875" y="6638543"/>
                </a:lnTo>
                <a:lnTo>
                  <a:pt x="102108" y="6597396"/>
                </a:lnTo>
                <a:lnTo>
                  <a:pt x="62484" y="6550152"/>
                </a:lnTo>
                <a:lnTo>
                  <a:pt x="54863" y="6536435"/>
                </a:lnTo>
                <a:lnTo>
                  <a:pt x="45719" y="6522719"/>
                </a:lnTo>
                <a:lnTo>
                  <a:pt x="39624" y="6509004"/>
                </a:lnTo>
                <a:lnTo>
                  <a:pt x="32003" y="6493763"/>
                </a:lnTo>
                <a:lnTo>
                  <a:pt x="27431" y="6478523"/>
                </a:lnTo>
                <a:lnTo>
                  <a:pt x="13715" y="6432804"/>
                </a:lnTo>
                <a:lnTo>
                  <a:pt x="7619" y="6384035"/>
                </a:lnTo>
                <a:lnTo>
                  <a:pt x="7619" y="316991"/>
                </a:lnTo>
                <a:lnTo>
                  <a:pt x="13715" y="266700"/>
                </a:lnTo>
                <a:lnTo>
                  <a:pt x="27431" y="220979"/>
                </a:lnTo>
                <a:lnTo>
                  <a:pt x="32003" y="205739"/>
                </a:lnTo>
                <a:lnTo>
                  <a:pt x="39624" y="192024"/>
                </a:lnTo>
                <a:lnTo>
                  <a:pt x="45719" y="176783"/>
                </a:lnTo>
                <a:lnTo>
                  <a:pt x="54863" y="164591"/>
                </a:lnTo>
                <a:lnTo>
                  <a:pt x="62484" y="150875"/>
                </a:lnTo>
                <a:lnTo>
                  <a:pt x="71628" y="137159"/>
                </a:lnTo>
                <a:lnTo>
                  <a:pt x="82296" y="124967"/>
                </a:lnTo>
                <a:lnTo>
                  <a:pt x="91440" y="114300"/>
                </a:lnTo>
                <a:lnTo>
                  <a:pt x="126491" y="80772"/>
                </a:lnTo>
                <a:lnTo>
                  <a:pt x="164591" y="53339"/>
                </a:lnTo>
                <a:lnTo>
                  <a:pt x="207263" y="32003"/>
                </a:lnTo>
                <a:lnTo>
                  <a:pt x="220980" y="25907"/>
                </a:lnTo>
                <a:lnTo>
                  <a:pt x="251459" y="16763"/>
                </a:lnTo>
                <a:lnTo>
                  <a:pt x="268224" y="13715"/>
                </a:lnTo>
                <a:lnTo>
                  <a:pt x="283463" y="10667"/>
                </a:lnTo>
                <a:lnTo>
                  <a:pt x="300228" y="7619"/>
                </a:lnTo>
                <a:lnTo>
                  <a:pt x="316991" y="7619"/>
                </a:lnTo>
                <a:lnTo>
                  <a:pt x="333756" y="6095"/>
                </a:lnTo>
                <a:lnTo>
                  <a:pt x="8746235" y="6095"/>
                </a:lnTo>
                <a:lnTo>
                  <a:pt x="8738616" y="4572"/>
                </a:lnTo>
                <a:lnTo>
                  <a:pt x="8721852" y="1524"/>
                </a:lnTo>
                <a:lnTo>
                  <a:pt x="8703564" y="0"/>
                </a:lnTo>
                <a:close/>
              </a:path>
              <a:path w="9020810" h="6699884">
                <a:moveTo>
                  <a:pt x="8746235" y="6095"/>
                </a:moveTo>
                <a:lnTo>
                  <a:pt x="8686800" y="6095"/>
                </a:lnTo>
                <a:lnTo>
                  <a:pt x="8703564" y="7619"/>
                </a:lnTo>
                <a:lnTo>
                  <a:pt x="8720328" y="7619"/>
                </a:lnTo>
                <a:lnTo>
                  <a:pt x="8753856" y="13715"/>
                </a:lnTo>
                <a:lnTo>
                  <a:pt x="8769096" y="16763"/>
                </a:lnTo>
                <a:lnTo>
                  <a:pt x="8799576" y="25907"/>
                </a:lnTo>
                <a:lnTo>
                  <a:pt x="8814816" y="32003"/>
                </a:lnTo>
                <a:lnTo>
                  <a:pt x="8828532" y="39624"/>
                </a:lnTo>
                <a:lnTo>
                  <a:pt x="8843772" y="45719"/>
                </a:lnTo>
                <a:lnTo>
                  <a:pt x="8855964" y="53339"/>
                </a:lnTo>
                <a:lnTo>
                  <a:pt x="8883396" y="71627"/>
                </a:lnTo>
                <a:lnTo>
                  <a:pt x="8895588" y="80772"/>
                </a:lnTo>
                <a:lnTo>
                  <a:pt x="8906256" y="91439"/>
                </a:lnTo>
                <a:lnTo>
                  <a:pt x="8918448" y="102107"/>
                </a:lnTo>
                <a:lnTo>
                  <a:pt x="8929116" y="114300"/>
                </a:lnTo>
                <a:lnTo>
                  <a:pt x="8939784" y="124967"/>
                </a:lnTo>
                <a:lnTo>
                  <a:pt x="8948928" y="137159"/>
                </a:lnTo>
                <a:lnTo>
                  <a:pt x="8982456" y="192024"/>
                </a:lnTo>
                <a:lnTo>
                  <a:pt x="9003792" y="251459"/>
                </a:lnTo>
                <a:lnTo>
                  <a:pt x="9006840" y="268224"/>
                </a:lnTo>
                <a:lnTo>
                  <a:pt x="9009888" y="283463"/>
                </a:lnTo>
                <a:lnTo>
                  <a:pt x="9012936" y="300227"/>
                </a:lnTo>
                <a:lnTo>
                  <a:pt x="9012936" y="316991"/>
                </a:lnTo>
                <a:lnTo>
                  <a:pt x="9014460" y="333755"/>
                </a:lnTo>
                <a:lnTo>
                  <a:pt x="9014460" y="6367271"/>
                </a:lnTo>
                <a:lnTo>
                  <a:pt x="9012936" y="6384035"/>
                </a:lnTo>
                <a:lnTo>
                  <a:pt x="9012936" y="6400799"/>
                </a:lnTo>
                <a:lnTo>
                  <a:pt x="9009888" y="6416039"/>
                </a:lnTo>
                <a:lnTo>
                  <a:pt x="9006840" y="6432804"/>
                </a:lnTo>
                <a:lnTo>
                  <a:pt x="9003792" y="6448044"/>
                </a:lnTo>
                <a:lnTo>
                  <a:pt x="8999220" y="6464808"/>
                </a:lnTo>
                <a:lnTo>
                  <a:pt x="8994648" y="6480047"/>
                </a:lnTo>
                <a:lnTo>
                  <a:pt x="8988552" y="6493763"/>
                </a:lnTo>
                <a:lnTo>
                  <a:pt x="8982456" y="6509004"/>
                </a:lnTo>
                <a:lnTo>
                  <a:pt x="8958072" y="6550152"/>
                </a:lnTo>
                <a:lnTo>
                  <a:pt x="8929116" y="6586728"/>
                </a:lnTo>
                <a:lnTo>
                  <a:pt x="8906256" y="6608063"/>
                </a:lnTo>
                <a:lnTo>
                  <a:pt x="8895588" y="6618732"/>
                </a:lnTo>
                <a:lnTo>
                  <a:pt x="8828532" y="6661404"/>
                </a:lnTo>
                <a:lnTo>
                  <a:pt x="8784336" y="6679691"/>
                </a:lnTo>
                <a:lnTo>
                  <a:pt x="8769096" y="6682739"/>
                </a:lnTo>
                <a:lnTo>
                  <a:pt x="8752332" y="6687311"/>
                </a:lnTo>
                <a:lnTo>
                  <a:pt x="8737092" y="6690359"/>
                </a:lnTo>
                <a:lnTo>
                  <a:pt x="8703564" y="6693408"/>
                </a:lnTo>
                <a:lnTo>
                  <a:pt x="8753856" y="6693408"/>
                </a:lnTo>
                <a:lnTo>
                  <a:pt x="8801100" y="6679691"/>
                </a:lnTo>
                <a:lnTo>
                  <a:pt x="8846820" y="6659880"/>
                </a:lnTo>
                <a:lnTo>
                  <a:pt x="8886444" y="6633971"/>
                </a:lnTo>
                <a:lnTo>
                  <a:pt x="8923020" y="6601967"/>
                </a:lnTo>
                <a:lnTo>
                  <a:pt x="8953500" y="6566915"/>
                </a:lnTo>
                <a:lnTo>
                  <a:pt x="8964168" y="6553200"/>
                </a:lnTo>
                <a:lnTo>
                  <a:pt x="8971788" y="6539483"/>
                </a:lnTo>
                <a:lnTo>
                  <a:pt x="8980932" y="6525767"/>
                </a:lnTo>
                <a:lnTo>
                  <a:pt x="8987028" y="6512052"/>
                </a:lnTo>
                <a:lnTo>
                  <a:pt x="9005316" y="6466332"/>
                </a:lnTo>
                <a:lnTo>
                  <a:pt x="9019032" y="6400799"/>
                </a:lnTo>
                <a:lnTo>
                  <a:pt x="9020556" y="6384035"/>
                </a:lnTo>
                <a:lnTo>
                  <a:pt x="9020556" y="315467"/>
                </a:lnTo>
                <a:lnTo>
                  <a:pt x="9019032" y="298703"/>
                </a:lnTo>
                <a:lnTo>
                  <a:pt x="9015984" y="281939"/>
                </a:lnTo>
                <a:lnTo>
                  <a:pt x="9012936" y="266700"/>
                </a:lnTo>
                <a:lnTo>
                  <a:pt x="9009888" y="249935"/>
                </a:lnTo>
                <a:lnTo>
                  <a:pt x="9000744" y="219455"/>
                </a:lnTo>
                <a:lnTo>
                  <a:pt x="8994648" y="204215"/>
                </a:lnTo>
                <a:lnTo>
                  <a:pt x="8987028" y="188975"/>
                </a:lnTo>
                <a:lnTo>
                  <a:pt x="8979408" y="175259"/>
                </a:lnTo>
                <a:lnTo>
                  <a:pt x="8971788" y="160019"/>
                </a:lnTo>
                <a:lnTo>
                  <a:pt x="8944356" y="121919"/>
                </a:lnTo>
                <a:lnTo>
                  <a:pt x="8898636" y="76200"/>
                </a:lnTo>
                <a:lnTo>
                  <a:pt x="8886444" y="67055"/>
                </a:lnTo>
                <a:lnTo>
                  <a:pt x="8872728" y="56387"/>
                </a:lnTo>
                <a:lnTo>
                  <a:pt x="8860536" y="48767"/>
                </a:lnTo>
                <a:lnTo>
                  <a:pt x="8845296" y="41148"/>
                </a:lnTo>
                <a:lnTo>
                  <a:pt x="8831580" y="33527"/>
                </a:lnTo>
                <a:lnTo>
                  <a:pt x="8816340" y="25907"/>
                </a:lnTo>
                <a:lnTo>
                  <a:pt x="8801100" y="19811"/>
                </a:lnTo>
                <a:lnTo>
                  <a:pt x="8770620" y="10667"/>
                </a:lnTo>
                <a:lnTo>
                  <a:pt x="8753856" y="7619"/>
                </a:lnTo>
                <a:lnTo>
                  <a:pt x="8746235" y="6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0171" y="1487418"/>
            <a:ext cx="2756916" cy="2756916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90972" y="1561527"/>
          <a:ext cx="7924161" cy="2861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09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0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10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24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304800" indent="-273050">
                        <a:lnSpc>
                          <a:spcPts val="2815"/>
                        </a:lnSpc>
                        <a:buClr>
                          <a:srgbClr val="990000"/>
                        </a:buClr>
                        <a:buSzPct val="84615"/>
                        <a:buFont typeface="Segoe UI Symbol"/>
                        <a:buChar char="⚫"/>
                        <a:tabLst>
                          <a:tab pos="304800" algn="l"/>
                        </a:tabLst>
                      </a:pPr>
                      <a:r>
                        <a:rPr sz="2600" dirty="0">
                          <a:latin typeface="Arial"/>
                          <a:cs typeface="Arial"/>
                        </a:rPr>
                        <a:t>Chọn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cạnh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(2,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4)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vì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là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cạnh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có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ts val="2095"/>
                        </a:lnSpc>
                        <a:spcBef>
                          <a:spcPts val="72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914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545">
                <a:tc>
                  <a:txBody>
                    <a:bodyPr/>
                    <a:lstStyle/>
                    <a:p>
                      <a:pPr marL="305435" marR="212090">
                        <a:lnSpc>
                          <a:spcPts val="3120"/>
                        </a:lnSpc>
                      </a:pPr>
                      <a:r>
                        <a:rPr sz="2600" dirty="0">
                          <a:latin typeface="Arial"/>
                          <a:cs typeface="Arial"/>
                        </a:rPr>
                        <a:t>trọng</a:t>
                      </a:r>
                      <a:r>
                        <a:rPr sz="2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nhỏ</a:t>
                      </a:r>
                      <a:r>
                        <a:rPr sz="2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nhất</a:t>
                      </a:r>
                      <a:r>
                        <a:rPr sz="2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trong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số</a:t>
                      </a:r>
                      <a:r>
                        <a:rPr sz="2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các</a:t>
                      </a:r>
                      <a:r>
                        <a:rPr sz="2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20" dirty="0">
                          <a:latin typeface="Arial"/>
                          <a:cs typeface="Arial"/>
                        </a:rPr>
                        <a:t>cạnh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thỏa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yêu</a:t>
                      </a:r>
                      <a:r>
                        <a:rPr sz="2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cầu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ở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bước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2: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(1,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4),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(2,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0345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492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23495" algn="r">
                        <a:lnSpc>
                          <a:spcPct val="10000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0345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2965">
                <a:tc>
                  <a:txBody>
                    <a:bodyPr/>
                    <a:lstStyle/>
                    <a:p>
                      <a:pPr marL="305435">
                        <a:lnSpc>
                          <a:spcPts val="2985"/>
                        </a:lnSpc>
                      </a:pPr>
                      <a:r>
                        <a:rPr sz="2600" dirty="0">
                          <a:latin typeface="Arial"/>
                          <a:cs typeface="Arial"/>
                        </a:rPr>
                        <a:t>3),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(2,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4)</a:t>
                      </a:r>
                      <a:endParaRPr sz="2600">
                        <a:latin typeface="Arial"/>
                        <a:cs typeface="Arial"/>
                      </a:endParaRPr>
                    </a:p>
                    <a:p>
                      <a:pPr marL="304800" indent="-273050">
                        <a:lnSpc>
                          <a:spcPts val="3115"/>
                        </a:lnSpc>
                        <a:spcBef>
                          <a:spcPts val="600"/>
                        </a:spcBef>
                        <a:buClr>
                          <a:srgbClr val="990000"/>
                        </a:buClr>
                        <a:buSzPct val="84615"/>
                        <a:buFont typeface="Segoe UI Symbol"/>
                        <a:buChar char="⚫"/>
                        <a:tabLst>
                          <a:tab pos="304800" algn="l"/>
                        </a:tabLst>
                      </a:pPr>
                      <a:r>
                        <a:rPr sz="2600" dirty="0">
                          <a:latin typeface="Arial"/>
                          <a:cs typeface="Arial"/>
                        </a:rPr>
                        <a:t>Cập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nhật: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197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901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11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 marL="579755" indent="-231775">
                        <a:lnSpc>
                          <a:spcPct val="100000"/>
                        </a:lnSpc>
                        <a:spcBef>
                          <a:spcPts val="309"/>
                        </a:spcBef>
                        <a:buClr>
                          <a:srgbClr val="EFAB16"/>
                        </a:buClr>
                        <a:buSzPct val="85416"/>
                        <a:buFont typeface="Segoe UI Symbol"/>
                        <a:buChar char="⚫"/>
                        <a:tabLst>
                          <a:tab pos="57975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2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= {1,</a:t>
                      </a:r>
                      <a:r>
                        <a:rPr sz="2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2, 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4}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93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1048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2075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1048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579755" indent="-231775">
                        <a:lnSpc>
                          <a:spcPts val="2810"/>
                        </a:lnSpc>
                        <a:spcBef>
                          <a:spcPts val="70"/>
                        </a:spcBef>
                        <a:buClr>
                          <a:srgbClr val="EFAB16"/>
                        </a:buClr>
                        <a:buSzPct val="85416"/>
                        <a:buFont typeface="Segoe UI Symbol"/>
                        <a:buChar char="⚫"/>
                        <a:tabLst>
                          <a:tab pos="57975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{{1,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2},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{2,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4}}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50514"/>
              <a:ext cx="6480048" cy="9189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50514"/>
              <a:ext cx="6483096" cy="92044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350514"/>
              <a:ext cx="6483350" cy="920750"/>
            </a:xfrm>
            <a:custGeom>
              <a:avLst/>
              <a:gdLst/>
              <a:ahLst/>
              <a:cxnLst/>
              <a:rect l="l" t="t" r="r" b="b"/>
              <a:pathLst>
                <a:path w="6483350" h="920750">
                  <a:moveTo>
                    <a:pt x="0" y="909828"/>
                  </a:moveTo>
                  <a:lnTo>
                    <a:pt x="0" y="920496"/>
                  </a:lnTo>
                  <a:lnTo>
                    <a:pt x="6480048" y="920496"/>
                  </a:lnTo>
                  <a:lnTo>
                    <a:pt x="6483096" y="917448"/>
                  </a:lnTo>
                  <a:lnTo>
                    <a:pt x="6483096" y="914400"/>
                  </a:lnTo>
                  <a:lnTo>
                    <a:pt x="6095" y="914400"/>
                  </a:lnTo>
                  <a:lnTo>
                    <a:pt x="0" y="909828"/>
                  </a:lnTo>
                  <a:close/>
                </a:path>
                <a:path w="6483350" h="920750">
                  <a:moveTo>
                    <a:pt x="6095" y="0"/>
                  </a:moveTo>
                  <a:lnTo>
                    <a:pt x="0" y="6096"/>
                  </a:lnTo>
                  <a:lnTo>
                    <a:pt x="0" y="909828"/>
                  </a:lnTo>
                  <a:lnTo>
                    <a:pt x="6095" y="914400"/>
                  </a:lnTo>
                  <a:lnTo>
                    <a:pt x="6095" y="0"/>
                  </a:lnTo>
                  <a:close/>
                </a:path>
                <a:path w="6483350" h="920750">
                  <a:moveTo>
                    <a:pt x="6472428" y="909828"/>
                  </a:moveTo>
                  <a:lnTo>
                    <a:pt x="6095" y="909828"/>
                  </a:lnTo>
                  <a:lnTo>
                    <a:pt x="6095" y="914400"/>
                  </a:lnTo>
                  <a:lnTo>
                    <a:pt x="6472428" y="914400"/>
                  </a:lnTo>
                  <a:lnTo>
                    <a:pt x="6472428" y="909828"/>
                  </a:lnTo>
                  <a:close/>
                </a:path>
                <a:path w="6483350" h="920750">
                  <a:moveTo>
                    <a:pt x="6472428" y="0"/>
                  </a:moveTo>
                  <a:lnTo>
                    <a:pt x="6472428" y="914400"/>
                  </a:lnTo>
                  <a:lnTo>
                    <a:pt x="6477000" y="909828"/>
                  </a:lnTo>
                  <a:lnTo>
                    <a:pt x="6483096" y="909828"/>
                  </a:lnTo>
                  <a:lnTo>
                    <a:pt x="6483096" y="6096"/>
                  </a:lnTo>
                  <a:lnTo>
                    <a:pt x="6477000" y="6096"/>
                  </a:lnTo>
                  <a:lnTo>
                    <a:pt x="6472428" y="0"/>
                  </a:lnTo>
                  <a:close/>
                </a:path>
                <a:path w="6483350" h="920750">
                  <a:moveTo>
                    <a:pt x="6483096" y="909828"/>
                  </a:moveTo>
                  <a:lnTo>
                    <a:pt x="6477000" y="909828"/>
                  </a:lnTo>
                  <a:lnTo>
                    <a:pt x="6472428" y="914400"/>
                  </a:lnTo>
                  <a:lnTo>
                    <a:pt x="6483096" y="914400"/>
                  </a:lnTo>
                  <a:lnTo>
                    <a:pt x="6483096" y="909828"/>
                  </a:lnTo>
                  <a:close/>
                </a:path>
                <a:path w="6483350" h="920750">
                  <a:moveTo>
                    <a:pt x="6095" y="0"/>
                  </a:moveTo>
                  <a:lnTo>
                    <a:pt x="0" y="0"/>
                  </a:lnTo>
                  <a:lnTo>
                    <a:pt x="0" y="6096"/>
                  </a:lnTo>
                  <a:lnTo>
                    <a:pt x="6095" y="0"/>
                  </a:lnTo>
                  <a:close/>
                </a:path>
                <a:path w="6483350" h="920750">
                  <a:moveTo>
                    <a:pt x="6472428" y="0"/>
                  </a:moveTo>
                  <a:lnTo>
                    <a:pt x="6095" y="0"/>
                  </a:lnTo>
                  <a:lnTo>
                    <a:pt x="6095" y="6096"/>
                  </a:lnTo>
                  <a:lnTo>
                    <a:pt x="6472428" y="6096"/>
                  </a:lnTo>
                  <a:lnTo>
                    <a:pt x="6472428" y="0"/>
                  </a:lnTo>
                  <a:close/>
                </a:path>
                <a:path w="6483350" h="920750">
                  <a:moveTo>
                    <a:pt x="6483096" y="0"/>
                  </a:moveTo>
                  <a:lnTo>
                    <a:pt x="6472428" y="0"/>
                  </a:lnTo>
                  <a:lnTo>
                    <a:pt x="6477000" y="6096"/>
                  </a:lnTo>
                  <a:lnTo>
                    <a:pt x="6483096" y="6096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3439" y="748278"/>
              <a:ext cx="3834383" cy="42671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3627" y="417570"/>
            <a:ext cx="9020810" cy="6699884"/>
          </a:xfrm>
          <a:custGeom>
            <a:avLst/>
            <a:gdLst/>
            <a:ahLst/>
            <a:cxnLst/>
            <a:rect l="l" t="t" r="r" b="b"/>
            <a:pathLst>
              <a:path w="9020810" h="6699884">
                <a:moveTo>
                  <a:pt x="8703564" y="0"/>
                </a:moveTo>
                <a:lnTo>
                  <a:pt x="316991" y="0"/>
                </a:lnTo>
                <a:lnTo>
                  <a:pt x="300228" y="1524"/>
                </a:lnTo>
                <a:lnTo>
                  <a:pt x="249935" y="10667"/>
                </a:lnTo>
                <a:lnTo>
                  <a:pt x="204215" y="25907"/>
                </a:lnTo>
                <a:lnTo>
                  <a:pt x="161544" y="48767"/>
                </a:lnTo>
                <a:lnTo>
                  <a:pt x="121919" y="76200"/>
                </a:lnTo>
                <a:lnTo>
                  <a:pt x="76200" y="121919"/>
                </a:lnTo>
                <a:lnTo>
                  <a:pt x="57912" y="147827"/>
                </a:lnTo>
                <a:lnTo>
                  <a:pt x="48768" y="160019"/>
                </a:lnTo>
                <a:lnTo>
                  <a:pt x="41147" y="175259"/>
                </a:lnTo>
                <a:lnTo>
                  <a:pt x="33528" y="188975"/>
                </a:lnTo>
                <a:lnTo>
                  <a:pt x="15240" y="234695"/>
                </a:lnTo>
                <a:lnTo>
                  <a:pt x="10668" y="249935"/>
                </a:lnTo>
                <a:lnTo>
                  <a:pt x="7619" y="266700"/>
                </a:lnTo>
                <a:lnTo>
                  <a:pt x="4571" y="281939"/>
                </a:lnTo>
                <a:lnTo>
                  <a:pt x="3047" y="298703"/>
                </a:lnTo>
                <a:lnTo>
                  <a:pt x="1524" y="316991"/>
                </a:lnTo>
                <a:lnTo>
                  <a:pt x="0" y="333755"/>
                </a:lnTo>
                <a:lnTo>
                  <a:pt x="0" y="6367271"/>
                </a:lnTo>
                <a:lnTo>
                  <a:pt x="4571" y="6417563"/>
                </a:lnTo>
                <a:lnTo>
                  <a:pt x="15240" y="6466332"/>
                </a:lnTo>
                <a:lnTo>
                  <a:pt x="33528" y="6512052"/>
                </a:lnTo>
                <a:lnTo>
                  <a:pt x="67056" y="6566915"/>
                </a:lnTo>
                <a:lnTo>
                  <a:pt x="109728" y="6614159"/>
                </a:lnTo>
                <a:lnTo>
                  <a:pt x="121919" y="6623304"/>
                </a:lnTo>
                <a:lnTo>
                  <a:pt x="134112" y="6633971"/>
                </a:lnTo>
                <a:lnTo>
                  <a:pt x="188975" y="6667500"/>
                </a:lnTo>
                <a:lnTo>
                  <a:pt x="249935" y="6688835"/>
                </a:lnTo>
                <a:lnTo>
                  <a:pt x="316991" y="6699504"/>
                </a:lnTo>
                <a:lnTo>
                  <a:pt x="8705088" y="6699504"/>
                </a:lnTo>
                <a:lnTo>
                  <a:pt x="8738616" y="6696456"/>
                </a:lnTo>
                <a:lnTo>
                  <a:pt x="8753856" y="6693408"/>
                </a:lnTo>
                <a:lnTo>
                  <a:pt x="316991" y="6693408"/>
                </a:lnTo>
                <a:lnTo>
                  <a:pt x="283463" y="6690359"/>
                </a:lnTo>
                <a:lnTo>
                  <a:pt x="220980" y="6673596"/>
                </a:lnTo>
                <a:lnTo>
                  <a:pt x="150875" y="6638543"/>
                </a:lnTo>
                <a:lnTo>
                  <a:pt x="102108" y="6597396"/>
                </a:lnTo>
                <a:lnTo>
                  <a:pt x="62484" y="6550152"/>
                </a:lnTo>
                <a:lnTo>
                  <a:pt x="54863" y="6536435"/>
                </a:lnTo>
                <a:lnTo>
                  <a:pt x="45719" y="6522719"/>
                </a:lnTo>
                <a:lnTo>
                  <a:pt x="39624" y="6509004"/>
                </a:lnTo>
                <a:lnTo>
                  <a:pt x="32003" y="6493763"/>
                </a:lnTo>
                <a:lnTo>
                  <a:pt x="27431" y="6478523"/>
                </a:lnTo>
                <a:lnTo>
                  <a:pt x="13715" y="6432804"/>
                </a:lnTo>
                <a:lnTo>
                  <a:pt x="7619" y="6384035"/>
                </a:lnTo>
                <a:lnTo>
                  <a:pt x="7619" y="316991"/>
                </a:lnTo>
                <a:lnTo>
                  <a:pt x="13715" y="266700"/>
                </a:lnTo>
                <a:lnTo>
                  <a:pt x="27431" y="220979"/>
                </a:lnTo>
                <a:lnTo>
                  <a:pt x="32003" y="205739"/>
                </a:lnTo>
                <a:lnTo>
                  <a:pt x="39624" y="192024"/>
                </a:lnTo>
                <a:lnTo>
                  <a:pt x="45719" y="176783"/>
                </a:lnTo>
                <a:lnTo>
                  <a:pt x="54863" y="164591"/>
                </a:lnTo>
                <a:lnTo>
                  <a:pt x="62484" y="150875"/>
                </a:lnTo>
                <a:lnTo>
                  <a:pt x="71628" y="137159"/>
                </a:lnTo>
                <a:lnTo>
                  <a:pt x="82296" y="124967"/>
                </a:lnTo>
                <a:lnTo>
                  <a:pt x="91440" y="114300"/>
                </a:lnTo>
                <a:lnTo>
                  <a:pt x="126491" y="80772"/>
                </a:lnTo>
                <a:lnTo>
                  <a:pt x="164591" y="53339"/>
                </a:lnTo>
                <a:lnTo>
                  <a:pt x="207263" y="32003"/>
                </a:lnTo>
                <a:lnTo>
                  <a:pt x="220980" y="25907"/>
                </a:lnTo>
                <a:lnTo>
                  <a:pt x="251459" y="16763"/>
                </a:lnTo>
                <a:lnTo>
                  <a:pt x="268224" y="13715"/>
                </a:lnTo>
                <a:lnTo>
                  <a:pt x="283463" y="10667"/>
                </a:lnTo>
                <a:lnTo>
                  <a:pt x="300228" y="7619"/>
                </a:lnTo>
                <a:lnTo>
                  <a:pt x="316991" y="7619"/>
                </a:lnTo>
                <a:lnTo>
                  <a:pt x="333756" y="6095"/>
                </a:lnTo>
                <a:lnTo>
                  <a:pt x="8746235" y="6095"/>
                </a:lnTo>
                <a:lnTo>
                  <a:pt x="8738616" y="4572"/>
                </a:lnTo>
                <a:lnTo>
                  <a:pt x="8721852" y="1524"/>
                </a:lnTo>
                <a:lnTo>
                  <a:pt x="8703564" y="0"/>
                </a:lnTo>
                <a:close/>
              </a:path>
              <a:path w="9020810" h="6699884">
                <a:moveTo>
                  <a:pt x="8746235" y="6095"/>
                </a:moveTo>
                <a:lnTo>
                  <a:pt x="8686800" y="6095"/>
                </a:lnTo>
                <a:lnTo>
                  <a:pt x="8703564" y="7619"/>
                </a:lnTo>
                <a:lnTo>
                  <a:pt x="8720328" y="7619"/>
                </a:lnTo>
                <a:lnTo>
                  <a:pt x="8753856" y="13715"/>
                </a:lnTo>
                <a:lnTo>
                  <a:pt x="8769096" y="16763"/>
                </a:lnTo>
                <a:lnTo>
                  <a:pt x="8799576" y="25907"/>
                </a:lnTo>
                <a:lnTo>
                  <a:pt x="8814816" y="32003"/>
                </a:lnTo>
                <a:lnTo>
                  <a:pt x="8828532" y="39624"/>
                </a:lnTo>
                <a:lnTo>
                  <a:pt x="8843772" y="45719"/>
                </a:lnTo>
                <a:lnTo>
                  <a:pt x="8855964" y="53339"/>
                </a:lnTo>
                <a:lnTo>
                  <a:pt x="8883396" y="71627"/>
                </a:lnTo>
                <a:lnTo>
                  <a:pt x="8895588" y="80772"/>
                </a:lnTo>
                <a:lnTo>
                  <a:pt x="8906256" y="91439"/>
                </a:lnTo>
                <a:lnTo>
                  <a:pt x="8918448" y="102107"/>
                </a:lnTo>
                <a:lnTo>
                  <a:pt x="8929116" y="114300"/>
                </a:lnTo>
                <a:lnTo>
                  <a:pt x="8939784" y="124967"/>
                </a:lnTo>
                <a:lnTo>
                  <a:pt x="8948928" y="137159"/>
                </a:lnTo>
                <a:lnTo>
                  <a:pt x="8982456" y="192024"/>
                </a:lnTo>
                <a:lnTo>
                  <a:pt x="9003792" y="251459"/>
                </a:lnTo>
                <a:lnTo>
                  <a:pt x="9006840" y="268224"/>
                </a:lnTo>
                <a:lnTo>
                  <a:pt x="9009888" y="283463"/>
                </a:lnTo>
                <a:lnTo>
                  <a:pt x="9012936" y="300227"/>
                </a:lnTo>
                <a:lnTo>
                  <a:pt x="9012936" y="316991"/>
                </a:lnTo>
                <a:lnTo>
                  <a:pt x="9014460" y="333755"/>
                </a:lnTo>
                <a:lnTo>
                  <a:pt x="9014460" y="6367271"/>
                </a:lnTo>
                <a:lnTo>
                  <a:pt x="9012936" y="6384035"/>
                </a:lnTo>
                <a:lnTo>
                  <a:pt x="9012936" y="6400799"/>
                </a:lnTo>
                <a:lnTo>
                  <a:pt x="9009888" y="6416039"/>
                </a:lnTo>
                <a:lnTo>
                  <a:pt x="9006840" y="6432804"/>
                </a:lnTo>
                <a:lnTo>
                  <a:pt x="9003792" y="6448044"/>
                </a:lnTo>
                <a:lnTo>
                  <a:pt x="8999220" y="6464808"/>
                </a:lnTo>
                <a:lnTo>
                  <a:pt x="8994648" y="6480047"/>
                </a:lnTo>
                <a:lnTo>
                  <a:pt x="8988552" y="6493763"/>
                </a:lnTo>
                <a:lnTo>
                  <a:pt x="8982456" y="6509004"/>
                </a:lnTo>
                <a:lnTo>
                  <a:pt x="8958072" y="6550152"/>
                </a:lnTo>
                <a:lnTo>
                  <a:pt x="8929116" y="6586728"/>
                </a:lnTo>
                <a:lnTo>
                  <a:pt x="8906256" y="6608063"/>
                </a:lnTo>
                <a:lnTo>
                  <a:pt x="8895588" y="6618732"/>
                </a:lnTo>
                <a:lnTo>
                  <a:pt x="8828532" y="6661404"/>
                </a:lnTo>
                <a:lnTo>
                  <a:pt x="8784336" y="6679691"/>
                </a:lnTo>
                <a:lnTo>
                  <a:pt x="8769096" y="6682739"/>
                </a:lnTo>
                <a:lnTo>
                  <a:pt x="8752332" y="6687311"/>
                </a:lnTo>
                <a:lnTo>
                  <a:pt x="8737092" y="6690359"/>
                </a:lnTo>
                <a:lnTo>
                  <a:pt x="8703564" y="6693408"/>
                </a:lnTo>
                <a:lnTo>
                  <a:pt x="8753856" y="6693408"/>
                </a:lnTo>
                <a:lnTo>
                  <a:pt x="8801100" y="6679691"/>
                </a:lnTo>
                <a:lnTo>
                  <a:pt x="8846820" y="6659880"/>
                </a:lnTo>
                <a:lnTo>
                  <a:pt x="8886444" y="6633971"/>
                </a:lnTo>
                <a:lnTo>
                  <a:pt x="8923020" y="6601967"/>
                </a:lnTo>
                <a:lnTo>
                  <a:pt x="8953500" y="6566915"/>
                </a:lnTo>
                <a:lnTo>
                  <a:pt x="8964168" y="6553200"/>
                </a:lnTo>
                <a:lnTo>
                  <a:pt x="8971788" y="6539483"/>
                </a:lnTo>
                <a:lnTo>
                  <a:pt x="8980932" y="6525767"/>
                </a:lnTo>
                <a:lnTo>
                  <a:pt x="8987028" y="6512052"/>
                </a:lnTo>
                <a:lnTo>
                  <a:pt x="9005316" y="6466332"/>
                </a:lnTo>
                <a:lnTo>
                  <a:pt x="9019032" y="6400799"/>
                </a:lnTo>
                <a:lnTo>
                  <a:pt x="9020556" y="6384035"/>
                </a:lnTo>
                <a:lnTo>
                  <a:pt x="9020556" y="315467"/>
                </a:lnTo>
                <a:lnTo>
                  <a:pt x="9019032" y="298703"/>
                </a:lnTo>
                <a:lnTo>
                  <a:pt x="9015984" y="281939"/>
                </a:lnTo>
                <a:lnTo>
                  <a:pt x="9012936" y="266700"/>
                </a:lnTo>
                <a:lnTo>
                  <a:pt x="9009888" y="249935"/>
                </a:lnTo>
                <a:lnTo>
                  <a:pt x="9000744" y="219455"/>
                </a:lnTo>
                <a:lnTo>
                  <a:pt x="8994648" y="204215"/>
                </a:lnTo>
                <a:lnTo>
                  <a:pt x="8987028" y="188975"/>
                </a:lnTo>
                <a:lnTo>
                  <a:pt x="8979408" y="175259"/>
                </a:lnTo>
                <a:lnTo>
                  <a:pt x="8971788" y="160019"/>
                </a:lnTo>
                <a:lnTo>
                  <a:pt x="8944356" y="121919"/>
                </a:lnTo>
                <a:lnTo>
                  <a:pt x="8898636" y="76200"/>
                </a:lnTo>
                <a:lnTo>
                  <a:pt x="8886444" y="67055"/>
                </a:lnTo>
                <a:lnTo>
                  <a:pt x="8872728" y="56387"/>
                </a:lnTo>
                <a:lnTo>
                  <a:pt x="8860536" y="48767"/>
                </a:lnTo>
                <a:lnTo>
                  <a:pt x="8845296" y="41148"/>
                </a:lnTo>
                <a:lnTo>
                  <a:pt x="8831580" y="33527"/>
                </a:lnTo>
                <a:lnTo>
                  <a:pt x="8816340" y="25907"/>
                </a:lnTo>
                <a:lnTo>
                  <a:pt x="8801100" y="19811"/>
                </a:lnTo>
                <a:lnTo>
                  <a:pt x="8770620" y="10667"/>
                </a:lnTo>
                <a:lnTo>
                  <a:pt x="8753856" y="7619"/>
                </a:lnTo>
                <a:lnTo>
                  <a:pt x="8746235" y="6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0171" y="1487418"/>
            <a:ext cx="2756916" cy="2756916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90972" y="1561527"/>
          <a:ext cx="7924161" cy="2861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09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0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10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24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304800" indent="-273050">
                        <a:lnSpc>
                          <a:spcPts val="2815"/>
                        </a:lnSpc>
                        <a:buClr>
                          <a:srgbClr val="990000"/>
                        </a:buClr>
                        <a:buSzPct val="84615"/>
                        <a:buFont typeface="Segoe UI Symbol"/>
                        <a:buChar char="⚫"/>
                        <a:tabLst>
                          <a:tab pos="304800" algn="l"/>
                        </a:tabLst>
                      </a:pPr>
                      <a:r>
                        <a:rPr sz="2600" dirty="0">
                          <a:latin typeface="Arial"/>
                          <a:cs typeface="Arial"/>
                        </a:rPr>
                        <a:t>Chọn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cạnh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(4,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3)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vì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là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cạnh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có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ts val="2095"/>
                        </a:lnSpc>
                        <a:spcBef>
                          <a:spcPts val="72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914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545">
                <a:tc>
                  <a:txBody>
                    <a:bodyPr/>
                    <a:lstStyle/>
                    <a:p>
                      <a:pPr marL="305435" marR="212090">
                        <a:lnSpc>
                          <a:spcPts val="3120"/>
                        </a:lnSpc>
                      </a:pPr>
                      <a:r>
                        <a:rPr sz="2600" dirty="0">
                          <a:latin typeface="Arial"/>
                          <a:cs typeface="Arial"/>
                        </a:rPr>
                        <a:t>trọng</a:t>
                      </a:r>
                      <a:r>
                        <a:rPr sz="2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nhỏ</a:t>
                      </a:r>
                      <a:r>
                        <a:rPr sz="2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nhất</a:t>
                      </a:r>
                      <a:r>
                        <a:rPr sz="2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trong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số</a:t>
                      </a:r>
                      <a:r>
                        <a:rPr sz="2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các</a:t>
                      </a:r>
                      <a:r>
                        <a:rPr sz="2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20" dirty="0">
                          <a:latin typeface="Arial"/>
                          <a:cs typeface="Arial"/>
                        </a:rPr>
                        <a:t>cạnh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thỏa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yêu</a:t>
                      </a:r>
                      <a:r>
                        <a:rPr sz="2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cầu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ở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bước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2: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(2,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3),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(4,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0345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492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23495" algn="r">
                        <a:lnSpc>
                          <a:spcPct val="10000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0345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2965">
                <a:tc>
                  <a:txBody>
                    <a:bodyPr/>
                    <a:lstStyle/>
                    <a:p>
                      <a:pPr marL="305435">
                        <a:lnSpc>
                          <a:spcPts val="2985"/>
                        </a:lnSpc>
                      </a:pPr>
                      <a:r>
                        <a:rPr sz="2600" dirty="0">
                          <a:latin typeface="Arial"/>
                          <a:cs typeface="Arial"/>
                        </a:rPr>
                        <a:t>3),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(4,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5)</a:t>
                      </a:r>
                      <a:endParaRPr sz="2600">
                        <a:latin typeface="Arial"/>
                        <a:cs typeface="Arial"/>
                      </a:endParaRPr>
                    </a:p>
                    <a:p>
                      <a:pPr marL="304800" indent="-273050">
                        <a:lnSpc>
                          <a:spcPts val="3115"/>
                        </a:lnSpc>
                        <a:spcBef>
                          <a:spcPts val="600"/>
                        </a:spcBef>
                        <a:buClr>
                          <a:srgbClr val="990000"/>
                        </a:buClr>
                        <a:buSzPct val="84615"/>
                        <a:buFont typeface="Segoe UI Symbol"/>
                        <a:buChar char="⚫"/>
                        <a:tabLst>
                          <a:tab pos="304800" algn="l"/>
                        </a:tabLst>
                      </a:pPr>
                      <a:r>
                        <a:rPr sz="2600" dirty="0">
                          <a:latin typeface="Arial"/>
                          <a:cs typeface="Arial"/>
                        </a:rPr>
                        <a:t>Cập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nhật: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197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901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11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 marL="579755" indent="-231775">
                        <a:lnSpc>
                          <a:spcPct val="100000"/>
                        </a:lnSpc>
                        <a:spcBef>
                          <a:spcPts val="309"/>
                        </a:spcBef>
                        <a:buClr>
                          <a:srgbClr val="EFAB16"/>
                        </a:buClr>
                        <a:buSzPct val="85416"/>
                        <a:buFont typeface="Segoe UI Symbol"/>
                        <a:buChar char="⚫"/>
                        <a:tabLst>
                          <a:tab pos="57975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2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{1,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2,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4,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3}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93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1048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2075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1048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579755" indent="-231775">
                        <a:lnSpc>
                          <a:spcPts val="2810"/>
                        </a:lnSpc>
                        <a:spcBef>
                          <a:spcPts val="70"/>
                        </a:spcBef>
                        <a:buClr>
                          <a:srgbClr val="EFAB16"/>
                        </a:buClr>
                        <a:buSzPct val="85416"/>
                        <a:buFont typeface="Segoe UI Symbol"/>
                        <a:buChar char="⚫"/>
                        <a:tabLst>
                          <a:tab pos="57975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{{1, 2},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{2,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4},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{4,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3}}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50514"/>
              <a:ext cx="6480048" cy="9189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50514"/>
              <a:ext cx="6483096" cy="92044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350514"/>
              <a:ext cx="6483350" cy="920750"/>
            </a:xfrm>
            <a:custGeom>
              <a:avLst/>
              <a:gdLst/>
              <a:ahLst/>
              <a:cxnLst/>
              <a:rect l="l" t="t" r="r" b="b"/>
              <a:pathLst>
                <a:path w="6483350" h="920750">
                  <a:moveTo>
                    <a:pt x="0" y="909828"/>
                  </a:moveTo>
                  <a:lnTo>
                    <a:pt x="0" y="920496"/>
                  </a:lnTo>
                  <a:lnTo>
                    <a:pt x="6480048" y="920496"/>
                  </a:lnTo>
                  <a:lnTo>
                    <a:pt x="6483096" y="917448"/>
                  </a:lnTo>
                  <a:lnTo>
                    <a:pt x="6483096" y="914400"/>
                  </a:lnTo>
                  <a:lnTo>
                    <a:pt x="6095" y="914400"/>
                  </a:lnTo>
                  <a:lnTo>
                    <a:pt x="0" y="909828"/>
                  </a:lnTo>
                  <a:close/>
                </a:path>
                <a:path w="6483350" h="920750">
                  <a:moveTo>
                    <a:pt x="6095" y="0"/>
                  </a:moveTo>
                  <a:lnTo>
                    <a:pt x="0" y="6096"/>
                  </a:lnTo>
                  <a:lnTo>
                    <a:pt x="0" y="909828"/>
                  </a:lnTo>
                  <a:lnTo>
                    <a:pt x="6095" y="914400"/>
                  </a:lnTo>
                  <a:lnTo>
                    <a:pt x="6095" y="0"/>
                  </a:lnTo>
                  <a:close/>
                </a:path>
                <a:path w="6483350" h="920750">
                  <a:moveTo>
                    <a:pt x="6472428" y="909828"/>
                  </a:moveTo>
                  <a:lnTo>
                    <a:pt x="6095" y="909828"/>
                  </a:lnTo>
                  <a:lnTo>
                    <a:pt x="6095" y="914400"/>
                  </a:lnTo>
                  <a:lnTo>
                    <a:pt x="6472428" y="914400"/>
                  </a:lnTo>
                  <a:lnTo>
                    <a:pt x="6472428" y="909828"/>
                  </a:lnTo>
                  <a:close/>
                </a:path>
                <a:path w="6483350" h="920750">
                  <a:moveTo>
                    <a:pt x="6472428" y="0"/>
                  </a:moveTo>
                  <a:lnTo>
                    <a:pt x="6472428" y="914400"/>
                  </a:lnTo>
                  <a:lnTo>
                    <a:pt x="6477000" y="909828"/>
                  </a:lnTo>
                  <a:lnTo>
                    <a:pt x="6483096" y="909828"/>
                  </a:lnTo>
                  <a:lnTo>
                    <a:pt x="6483096" y="6096"/>
                  </a:lnTo>
                  <a:lnTo>
                    <a:pt x="6477000" y="6096"/>
                  </a:lnTo>
                  <a:lnTo>
                    <a:pt x="6472428" y="0"/>
                  </a:lnTo>
                  <a:close/>
                </a:path>
                <a:path w="6483350" h="920750">
                  <a:moveTo>
                    <a:pt x="6483096" y="909828"/>
                  </a:moveTo>
                  <a:lnTo>
                    <a:pt x="6477000" y="909828"/>
                  </a:lnTo>
                  <a:lnTo>
                    <a:pt x="6472428" y="914400"/>
                  </a:lnTo>
                  <a:lnTo>
                    <a:pt x="6483096" y="914400"/>
                  </a:lnTo>
                  <a:lnTo>
                    <a:pt x="6483096" y="909828"/>
                  </a:lnTo>
                  <a:close/>
                </a:path>
                <a:path w="6483350" h="920750">
                  <a:moveTo>
                    <a:pt x="6095" y="0"/>
                  </a:moveTo>
                  <a:lnTo>
                    <a:pt x="0" y="0"/>
                  </a:lnTo>
                  <a:lnTo>
                    <a:pt x="0" y="6096"/>
                  </a:lnTo>
                  <a:lnTo>
                    <a:pt x="6095" y="0"/>
                  </a:lnTo>
                  <a:close/>
                </a:path>
                <a:path w="6483350" h="920750">
                  <a:moveTo>
                    <a:pt x="6472428" y="0"/>
                  </a:moveTo>
                  <a:lnTo>
                    <a:pt x="6095" y="0"/>
                  </a:lnTo>
                  <a:lnTo>
                    <a:pt x="6095" y="6096"/>
                  </a:lnTo>
                  <a:lnTo>
                    <a:pt x="6472428" y="6096"/>
                  </a:lnTo>
                  <a:lnTo>
                    <a:pt x="6472428" y="0"/>
                  </a:lnTo>
                  <a:close/>
                </a:path>
                <a:path w="6483350" h="920750">
                  <a:moveTo>
                    <a:pt x="6483096" y="0"/>
                  </a:moveTo>
                  <a:lnTo>
                    <a:pt x="6472428" y="0"/>
                  </a:lnTo>
                  <a:lnTo>
                    <a:pt x="6477000" y="6096"/>
                  </a:lnTo>
                  <a:lnTo>
                    <a:pt x="6483096" y="6096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3439" y="748278"/>
              <a:ext cx="3834383" cy="42671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3627" y="417570"/>
            <a:ext cx="9020810" cy="6699884"/>
          </a:xfrm>
          <a:custGeom>
            <a:avLst/>
            <a:gdLst/>
            <a:ahLst/>
            <a:cxnLst/>
            <a:rect l="l" t="t" r="r" b="b"/>
            <a:pathLst>
              <a:path w="9020810" h="6699884">
                <a:moveTo>
                  <a:pt x="8703564" y="0"/>
                </a:moveTo>
                <a:lnTo>
                  <a:pt x="316991" y="0"/>
                </a:lnTo>
                <a:lnTo>
                  <a:pt x="300228" y="1524"/>
                </a:lnTo>
                <a:lnTo>
                  <a:pt x="249935" y="10667"/>
                </a:lnTo>
                <a:lnTo>
                  <a:pt x="204215" y="25907"/>
                </a:lnTo>
                <a:lnTo>
                  <a:pt x="161544" y="48767"/>
                </a:lnTo>
                <a:lnTo>
                  <a:pt x="121919" y="76200"/>
                </a:lnTo>
                <a:lnTo>
                  <a:pt x="76200" y="121919"/>
                </a:lnTo>
                <a:lnTo>
                  <a:pt x="57912" y="147827"/>
                </a:lnTo>
                <a:lnTo>
                  <a:pt x="48768" y="160019"/>
                </a:lnTo>
                <a:lnTo>
                  <a:pt x="41147" y="175259"/>
                </a:lnTo>
                <a:lnTo>
                  <a:pt x="33528" y="188975"/>
                </a:lnTo>
                <a:lnTo>
                  <a:pt x="15240" y="234695"/>
                </a:lnTo>
                <a:lnTo>
                  <a:pt x="10668" y="249935"/>
                </a:lnTo>
                <a:lnTo>
                  <a:pt x="7619" y="266700"/>
                </a:lnTo>
                <a:lnTo>
                  <a:pt x="4571" y="281939"/>
                </a:lnTo>
                <a:lnTo>
                  <a:pt x="3047" y="298703"/>
                </a:lnTo>
                <a:lnTo>
                  <a:pt x="1524" y="316991"/>
                </a:lnTo>
                <a:lnTo>
                  <a:pt x="0" y="333755"/>
                </a:lnTo>
                <a:lnTo>
                  <a:pt x="0" y="6367271"/>
                </a:lnTo>
                <a:lnTo>
                  <a:pt x="4571" y="6417563"/>
                </a:lnTo>
                <a:lnTo>
                  <a:pt x="15240" y="6466332"/>
                </a:lnTo>
                <a:lnTo>
                  <a:pt x="33528" y="6512052"/>
                </a:lnTo>
                <a:lnTo>
                  <a:pt x="67056" y="6566915"/>
                </a:lnTo>
                <a:lnTo>
                  <a:pt x="109728" y="6614159"/>
                </a:lnTo>
                <a:lnTo>
                  <a:pt x="121919" y="6623304"/>
                </a:lnTo>
                <a:lnTo>
                  <a:pt x="134112" y="6633971"/>
                </a:lnTo>
                <a:lnTo>
                  <a:pt x="188975" y="6667500"/>
                </a:lnTo>
                <a:lnTo>
                  <a:pt x="249935" y="6688835"/>
                </a:lnTo>
                <a:lnTo>
                  <a:pt x="316991" y="6699504"/>
                </a:lnTo>
                <a:lnTo>
                  <a:pt x="8705088" y="6699504"/>
                </a:lnTo>
                <a:lnTo>
                  <a:pt x="8738616" y="6696456"/>
                </a:lnTo>
                <a:lnTo>
                  <a:pt x="8753856" y="6693408"/>
                </a:lnTo>
                <a:lnTo>
                  <a:pt x="316991" y="6693408"/>
                </a:lnTo>
                <a:lnTo>
                  <a:pt x="283463" y="6690359"/>
                </a:lnTo>
                <a:lnTo>
                  <a:pt x="220980" y="6673596"/>
                </a:lnTo>
                <a:lnTo>
                  <a:pt x="150875" y="6638543"/>
                </a:lnTo>
                <a:lnTo>
                  <a:pt x="102108" y="6597396"/>
                </a:lnTo>
                <a:lnTo>
                  <a:pt x="62484" y="6550152"/>
                </a:lnTo>
                <a:lnTo>
                  <a:pt x="54863" y="6536435"/>
                </a:lnTo>
                <a:lnTo>
                  <a:pt x="45719" y="6522719"/>
                </a:lnTo>
                <a:lnTo>
                  <a:pt x="39624" y="6509004"/>
                </a:lnTo>
                <a:lnTo>
                  <a:pt x="32003" y="6493763"/>
                </a:lnTo>
                <a:lnTo>
                  <a:pt x="27431" y="6478523"/>
                </a:lnTo>
                <a:lnTo>
                  <a:pt x="13715" y="6432804"/>
                </a:lnTo>
                <a:lnTo>
                  <a:pt x="7619" y="6384035"/>
                </a:lnTo>
                <a:lnTo>
                  <a:pt x="7619" y="316991"/>
                </a:lnTo>
                <a:lnTo>
                  <a:pt x="13715" y="266700"/>
                </a:lnTo>
                <a:lnTo>
                  <a:pt x="27431" y="220979"/>
                </a:lnTo>
                <a:lnTo>
                  <a:pt x="32003" y="205739"/>
                </a:lnTo>
                <a:lnTo>
                  <a:pt x="39624" y="192024"/>
                </a:lnTo>
                <a:lnTo>
                  <a:pt x="45719" y="176783"/>
                </a:lnTo>
                <a:lnTo>
                  <a:pt x="54863" y="164591"/>
                </a:lnTo>
                <a:lnTo>
                  <a:pt x="62484" y="150875"/>
                </a:lnTo>
                <a:lnTo>
                  <a:pt x="71628" y="137159"/>
                </a:lnTo>
                <a:lnTo>
                  <a:pt x="82296" y="124967"/>
                </a:lnTo>
                <a:lnTo>
                  <a:pt x="91440" y="114300"/>
                </a:lnTo>
                <a:lnTo>
                  <a:pt x="126491" y="80772"/>
                </a:lnTo>
                <a:lnTo>
                  <a:pt x="164591" y="53339"/>
                </a:lnTo>
                <a:lnTo>
                  <a:pt x="207263" y="32003"/>
                </a:lnTo>
                <a:lnTo>
                  <a:pt x="220980" y="25907"/>
                </a:lnTo>
                <a:lnTo>
                  <a:pt x="251459" y="16763"/>
                </a:lnTo>
                <a:lnTo>
                  <a:pt x="268224" y="13715"/>
                </a:lnTo>
                <a:lnTo>
                  <a:pt x="283463" y="10667"/>
                </a:lnTo>
                <a:lnTo>
                  <a:pt x="300228" y="7619"/>
                </a:lnTo>
                <a:lnTo>
                  <a:pt x="316991" y="7619"/>
                </a:lnTo>
                <a:lnTo>
                  <a:pt x="333756" y="6095"/>
                </a:lnTo>
                <a:lnTo>
                  <a:pt x="8746235" y="6095"/>
                </a:lnTo>
                <a:lnTo>
                  <a:pt x="8738616" y="4572"/>
                </a:lnTo>
                <a:lnTo>
                  <a:pt x="8721852" y="1524"/>
                </a:lnTo>
                <a:lnTo>
                  <a:pt x="8703564" y="0"/>
                </a:lnTo>
                <a:close/>
              </a:path>
              <a:path w="9020810" h="6699884">
                <a:moveTo>
                  <a:pt x="8746235" y="6095"/>
                </a:moveTo>
                <a:lnTo>
                  <a:pt x="8686800" y="6095"/>
                </a:lnTo>
                <a:lnTo>
                  <a:pt x="8703564" y="7619"/>
                </a:lnTo>
                <a:lnTo>
                  <a:pt x="8720328" y="7619"/>
                </a:lnTo>
                <a:lnTo>
                  <a:pt x="8753856" y="13715"/>
                </a:lnTo>
                <a:lnTo>
                  <a:pt x="8769096" y="16763"/>
                </a:lnTo>
                <a:lnTo>
                  <a:pt x="8799576" y="25907"/>
                </a:lnTo>
                <a:lnTo>
                  <a:pt x="8814816" y="32003"/>
                </a:lnTo>
                <a:lnTo>
                  <a:pt x="8828532" y="39624"/>
                </a:lnTo>
                <a:lnTo>
                  <a:pt x="8843772" y="45719"/>
                </a:lnTo>
                <a:lnTo>
                  <a:pt x="8855964" y="53339"/>
                </a:lnTo>
                <a:lnTo>
                  <a:pt x="8883396" y="71627"/>
                </a:lnTo>
                <a:lnTo>
                  <a:pt x="8895588" y="80772"/>
                </a:lnTo>
                <a:lnTo>
                  <a:pt x="8906256" y="91439"/>
                </a:lnTo>
                <a:lnTo>
                  <a:pt x="8918448" y="102107"/>
                </a:lnTo>
                <a:lnTo>
                  <a:pt x="8929116" y="114300"/>
                </a:lnTo>
                <a:lnTo>
                  <a:pt x="8939784" y="124967"/>
                </a:lnTo>
                <a:lnTo>
                  <a:pt x="8948928" y="137159"/>
                </a:lnTo>
                <a:lnTo>
                  <a:pt x="8982456" y="192024"/>
                </a:lnTo>
                <a:lnTo>
                  <a:pt x="9003792" y="251459"/>
                </a:lnTo>
                <a:lnTo>
                  <a:pt x="9006840" y="268224"/>
                </a:lnTo>
                <a:lnTo>
                  <a:pt x="9009888" y="283463"/>
                </a:lnTo>
                <a:lnTo>
                  <a:pt x="9012936" y="300227"/>
                </a:lnTo>
                <a:lnTo>
                  <a:pt x="9012936" y="316991"/>
                </a:lnTo>
                <a:lnTo>
                  <a:pt x="9014460" y="333755"/>
                </a:lnTo>
                <a:lnTo>
                  <a:pt x="9014460" y="6367271"/>
                </a:lnTo>
                <a:lnTo>
                  <a:pt x="9012936" y="6384035"/>
                </a:lnTo>
                <a:lnTo>
                  <a:pt x="9012936" y="6400799"/>
                </a:lnTo>
                <a:lnTo>
                  <a:pt x="9009888" y="6416039"/>
                </a:lnTo>
                <a:lnTo>
                  <a:pt x="9006840" y="6432804"/>
                </a:lnTo>
                <a:lnTo>
                  <a:pt x="9003792" y="6448044"/>
                </a:lnTo>
                <a:lnTo>
                  <a:pt x="8999220" y="6464808"/>
                </a:lnTo>
                <a:lnTo>
                  <a:pt x="8994648" y="6480047"/>
                </a:lnTo>
                <a:lnTo>
                  <a:pt x="8988552" y="6493763"/>
                </a:lnTo>
                <a:lnTo>
                  <a:pt x="8982456" y="6509004"/>
                </a:lnTo>
                <a:lnTo>
                  <a:pt x="8958072" y="6550152"/>
                </a:lnTo>
                <a:lnTo>
                  <a:pt x="8929116" y="6586728"/>
                </a:lnTo>
                <a:lnTo>
                  <a:pt x="8906256" y="6608063"/>
                </a:lnTo>
                <a:lnTo>
                  <a:pt x="8895588" y="6618732"/>
                </a:lnTo>
                <a:lnTo>
                  <a:pt x="8828532" y="6661404"/>
                </a:lnTo>
                <a:lnTo>
                  <a:pt x="8784336" y="6679691"/>
                </a:lnTo>
                <a:lnTo>
                  <a:pt x="8769096" y="6682739"/>
                </a:lnTo>
                <a:lnTo>
                  <a:pt x="8752332" y="6687311"/>
                </a:lnTo>
                <a:lnTo>
                  <a:pt x="8737092" y="6690359"/>
                </a:lnTo>
                <a:lnTo>
                  <a:pt x="8703564" y="6693408"/>
                </a:lnTo>
                <a:lnTo>
                  <a:pt x="8753856" y="6693408"/>
                </a:lnTo>
                <a:lnTo>
                  <a:pt x="8801100" y="6679691"/>
                </a:lnTo>
                <a:lnTo>
                  <a:pt x="8846820" y="6659880"/>
                </a:lnTo>
                <a:lnTo>
                  <a:pt x="8886444" y="6633971"/>
                </a:lnTo>
                <a:lnTo>
                  <a:pt x="8923020" y="6601967"/>
                </a:lnTo>
                <a:lnTo>
                  <a:pt x="8953500" y="6566915"/>
                </a:lnTo>
                <a:lnTo>
                  <a:pt x="8964168" y="6553200"/>
                </a:lnTo>
                <a:lnTo>
                  <a:pt x="8971788" y="6539483"/>
                </a:lnTo>
                <a:lnTo>
                  <a:pt x="8980932" y="6525767"/>
                </a:lnTo>
                <a:lnTo>
                  <a:pt x="8987028" y="6512052"/>
                </a:lnTo>
                <a:lnTo>
                  <a:pt x="9005316" y="6466332"/>
                </a:lnTo>
                <a:lnTo>
                  <a:pt x="9019032" y="6400799"/>
                </a:lnTo>
                <a:lnTo>
                  <a:pt x="9020556" y="6384035"/>
                </a:lnTo>
                <a:lnTo>
                  <a:pt x="9020556" y="315467"/>
                </a:lnTo>
                <a:lnTo>
                  <a:pt x="9019032" y="298703"/>
                </a:lnTo>
                <a:lnTo>
                  <a:pt x="9015984" y="281939"/>
                </a:lnTo>
                <a:lnTo>
                  <a:pt x="9012936" y="266700"/>
                </a:lnTo>
                <a:lnTo>
                  <a:pt x="9009888" y="249935"/>
                </a:lnTo>
                <a:lnTo>
                  <a:pt x="9000744" y="219455"/>
                </a:lnTo>
                <a:lnTo>
                  <a:pt x="8994648" y="204215"/>
                </a:lnTo>
                <a:lnTo>
                  <a:pt x="8987028" y="188975"/>
                </a:lnTo>
                <a:lnTo>
                  <a:pt x="8979408" y="175259"/>
                </a:lnTo>
                <a:lnTo>
                  <a:pt x="8971788" y="160019"/>
                </a:lnTo>
                <a:lnTo>
                  <a:pt x="8944356" y="121919"/>
                </a:lnTo>
                <a:lnTo>
                  <a:pt x="8898636" y="76200"/>
                </a:lnTo>
                <a:lnTo>
                  <a:pt x="8886444" y="67055"/>
                </a:lnTo>
                <a:lnTo>
                  <a:pt x="8872728" y="56387"/>
                </a:lnTo>
                <a:lnTo>
                  <a:pt x="8860536" y="48767"/>
                </a:lnTo>
                <a:lnTo>
                  <a:pt x="8845296" y="41148"/>
                </a:lnTo>
                <a:lnTo>
                  <a:pt x="8831580" y="33527"/>
                </a:lnTo>
                <a:lnTo>
                  <a:pt x="8816340" y="25907"/>
                </a:lnTo>
                <a:lnTo>
                  <a:pt x="8801100" y="19811"/>
                </a:lnTo>
                <a:lnTo>
                  <a:pt x="8770620" y="10667"/>
                </a:lnTo>
                <a:lnTo>
                  <a:pt x="8753856" y="7619"/>
                </a:lnTo>
                <a:lnTo>
                  <a:pt x="8746235" y="6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0171" y="1487418"/>
            <a:ext cx="2756916" cy="2756916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90972" y="1561527"/>
          <a:ext cx="7924161" cy="2861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09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0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10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24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304800" indent="-273050">
                        <a:lnSpc>
                          <a:spcPts val="2815"/>
                        </a:lnSpc>
                        <a:buClr>
                          <a:srgbClr val="990000"/>
                        </a:buClr>
                        <a:buSzPct val="84615"/>
                        <a:buFont typeface="Segoe UI Symbol"/>
                        <a:buChar char="⚫"/>
                        <a:tabLst>
                          <a:tab pos="304800" algn="l"/>
                        </a:tabLst>
                      </a:pPr>
                      <a:r>
                        <a:rPr sz="2600" dirty="0">
                          <a:latin typeface="Arial"/>
                          <a:cs typeface="Arial"/>
                        </a:rPr>
                        <a:t>Chọn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cạnh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(4,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5)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vì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là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cạnh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có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ts val="2095"/>
                        </a:lnSpc>
                        <a:spcBef>
                          <a:spcPts val="72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914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545">
                <a:tc>
                  <a:txBody>
                    <a:bodyPr/>
                    <a:lstStyle/>
                    <a:p>
                      <a:pPr marL="305435" marR="212090">
                        <a:lnSpc>
                          <a:spcPts val="3120"/>
                        </a:lnSpc>
                      </a:pPr>
                      <a:r>
                        <a:rPr sz="2600" dirty="0">
                          <a:latin typeface="Arial"/>
                          <a:cs typeface="Arial"/>
                        </a:rPr>
                        <a:t>trọng</a:t>
                      </a:r>
                      <a:r>
                        <a:rPr sz="2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nhỏ</a:t>
                      </a:r>
                      <a:r>
                        <a:rPr sz="2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nhất</a:t>
                      </a:r>
                      <a:r>
                        <a:rPr sz="2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trong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số</a:t>
                      </a:r>
                      <a:r>
                        <a:rPr sz="2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các</a:t>
                      </a:r>
                      <a:r>
                        <a:rPr sz="2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20" dirty="0">
                          <a:latin typeface="Arial"/>
                          <a:cs typeface="Arial"/>
                        </a:rPr>
                        <a:t>cạnh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thỏa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yêu</a:t>
                      </a:r>
                      <a:r>
                        <a:rPr sz="2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cầu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ở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bước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2: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(3,</a:t>
                      </a:r>
                      <a:r>
                        <a:rPr sz="2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5),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25" dirty="0">
                          <a:latin typeface="Arial"/>
                          <a:cs typeface="Arial"/>
                        </a:rPr>
                        <a:t>(4,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0345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492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23495" algn="r">
                        <a:lnSpc>
                          <a:spcPct val="10000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0345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2965">
                <a:tc>
                  <a:txBody>
                    <a:bodyPr/>
                    <a:lstStyle/>
                    <a:p>
                      <a:pPr marL="305435">
                        <a:lnSpc>
                          <a:spcPts val="2985"/>
                        </a:lnSpc>
                      </a:pPr>
                      <a:r>
                        <a:rPr sz="2600" spc="-25" dirty="0">
                          <a:latin typeface="Arial"/>
                          <a:cs typeface="Arial"/>
                        </a:rPr>
                        <a:t>5)</a:t>
                      </a:r>
                      <a:endParaRPr sz="2600">
                        <a:latin typeface="Arial"/>
                        <a:cs typeface="Arial"/>
                      </a:endParaRPr>
                    </a:p>
                    <a:p>
                      <a:pPr marL="304800" indent="-273050">
                        <a:lnSpc>
                          <a:spcPts val="3115"/>
                        </a:lnSpc>
                        <a:spcBef>
                          <a:spcPts val="600"/>
                        </a:spcBef>
                        <a:buClr>
                          <a:srgbClr val="990000"/>
                        </a:buClr>
                        <a:buSzPct val="84615"/>
                        <a:buFont typeface="Segoe UI Symbol"/>
                        <a:buChar char="⚫"/>
                        <a:tabLst>
                          <a:tab pos="304800" algn="l"/>
                        </a:tabLst>
                      </a:pPr>
                      <a:r>
                        <a:rPr sz="2600" dirty="0">
                          <a:latin typeface="Arial"/>
                          <a:cs typeface="Arial"/>
                        </a:rPr>
                        <a:t>Cập</a:t>
                      </a:r>
                      <a:r>
                        <a:rPr sz="2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nhật: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197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901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111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 marL="579755" indent="-231775">
                        <a:lnSpc>
                          <a:spcPct val="100000"/>
                        </a:lnSpc>
                        <a:spcBef>
                          <a:spcPts val="309"/>
                        </a:spcBef>
                        <a:buClr>
                          <a:srgbClr val="EFAB16"/>
                        </a:buClr>
                        <a:buSzPct val="85416"/>
                        <a:buFont typeface="Segoe UI Symbol"/>
                        <a:buChar char="⚫"/>
                        <a:tabLst>
                          <a:tab pos="57975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2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{1,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2,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4, 3,</a:t>
                      </a:r>
                      <a:r>
                        <a:rPr sz="2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5}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93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1048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2075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1048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579755" indent="-231775">
                        <a:lnSpc>
                          <a:spcPts val="2810"/>
                        </a:lnSpc>
                        <a:spcBef>
                          <a:spcPts val="70"/>
                        </a:spcBef>
                        <a:buClr>
                          <a:srgbClr val="EFAB16"/>
                        </a:buClr>
                        <a:buSzPct val="85416"/>
                        <a:buFont typeface="Segoe UI Symbol"/>
                        <a:buChar char="⚫"/>
                        <a:tabLst>
                          <a:tab pos="579755" algn="l"/>
                        </a:tabLst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{{1, 2},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{2, 4},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{4, 3},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{4, 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5}}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350514"/>
              <a:ext cx="6480048" cy="9189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350514"/>
              <a:ext cx="6483096" cy="92044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350514"/>
              <a:ext cx="6483350" cy="920750"/>
            </a:xfrm>
            <a:custGeom>
              <a:avLst/>
              <a:gdLst/>
              <a:ahLst/>
              <a:cxnLst/>
              <a:rect l="l" t="t" r="r" b="b"/>
              <a:pathLst>
                <a:path w="6483350" h="920750">
                  <a:moveTo>
                    <a:pt x="0" y="909828"/>
                  </a:moveTo>
                  <a:lnTo>
                    <a:pt x="0" y="920496"/>
                  </a:lnTo>
                  <a:lnTo>
                    <a:pt x="6480048" y="920496"/>
                  </a:lnTo>
                  <a:lnTo>
                    <a:pt x="6483096" y="917448"/>
                  </a:lnTo>
                  <a:lnTo>
                    <a:pt x="6483096" y="914400"/>
                  </a:lnTo>
                  <a:lnTo>
                    <a:pt x="6095" y="914400"/>
                  </a:lnTo>
                  <a:lnTo>
                    <a:pt x="0" y="909828"/>
                  </a:lnTo>
                  <a:close/>
                </a:path>
                <a:path w="6483350" h="920750">
                  <a:moveTo>
                    <a:pt x="6095" y="0"/>
                  </a:moveTo>
                  <a:lnTo>
                    <a:pt x="0" y="6096"/>
                  </a:lnTo>
                  <a:lnTo>
                    <a:pt x="0" y="909828"/>
                  </a:lnTo>
                  <a:lnTo>
                    <a:pt x="6095" y="914400"/>
                  </a:lnTo>
                  <a:lnTo>
                    <a:pt x="6095" y="0"/>
                  </a:lnTo>
                  <a:close/>
                </a:path>
                <a:path w="6483350" h="920750">
                  <a:moveTo>
                    <a:pt x="6472428" y="909828"/>
                  </a:moveTo>
                  <a:lnTo>
                    <a:pt x="6095" y="909828"/>
                  </a:lnTo>
                  <a:lnTo>
                    <a:pt x="6095" y="914400"/>
                  </a:lnTo>
                  <a:lnTo>
                    <a:pt x="6472428" y="914400"/>
                  </a:lnTo>
                  <a:lnTo>
                    <a:pt x="6472428" y="909828"/>
                  </a:lnTo>
                  <a:close/>
                </a:path>
                <a:path w="6483350" h="920750">
                  <a:moveTo>
                    <a:pt x="6472428" y="0"/>
                  </a:moveTo>
                  <a:lnTo>
                    <a:pt x="6472428" y="914400"/>
                  </a:lnTo>
                  <a:lnTo>
                    <a:pt x="6477000" y="909828"/>
                  </a:lnTo>
                  <a:lnTo>
                    <a:pt x="6483096" y="909828"/>
                  </a:lnTo>
                  <a:lnTo>
                    <a:pt x="6483096" y="6096"/>
                  </a:lnTo>
                  <a:lnTo>
                    <a:pt x="6477000" y="6096"/>
                  </a:lnTo>
                  <a:lnTo>
                    <a:pt x="6472428" y="0"/>
                  </a:lnTo>
                  <a:close/>
                </a:path>
                <a:path w="6483350" h="920750">
                  <a:moveTo>
                    <a:pt x="6483096" y="909828"/>
                  </a:moveTo>
                  <a:lnTo>
                    <a:pt x="6477000" y="909828"/>
                  </a:lnTo>
                  <a:lnTo>
                    <a:pt x="6472428" y="914400"/>
                  </a:lnTo>
                  <a:lnTo>
                    <a:pt x="6483096" y="914400"/>
                  </a:lnTo>
                  <a:lnTo>
                    <a:pt x="6483096" y="909828"/>
                  </a:lnTo>
                  <a:close/>
                </a:path>
                <a:path w="6483350" h="920750">
                  <a:moveTo>
                    <a:pt x="6095" y="0"/>
                  </a:moveTo>
                  <a:lnTo>
                    <a:pt x="0" y="0"/>
                  </a:lnTo>
                  <a:lnTo>
                    <a:pt x="0" y="6096"/>
                  </a:lnTo>
                  <a:lnTo>
                    <a:pt x="6095" y="0"/>
                  </a:lnTo>
                  <a:close/>
                </a:path>
                <a:path w="6483350" h="920750">
                  <a:moveTo>
                    <a:pt x="6472428" y="0"/>
                  </a:moveTo>
                  <a:lnTo>
                    <a:pt x="6095" y="0"/>
                  </a:lnTo>
                  <a:lnTo>
                    <a:pt x="6095" y="6096"/>
                  </a:lnTo>
                  <a:lnTo>
                    <a:pt x="6472428" y="6096"/>
                  </a:lnTo>
                  <a:lnTo>
                    <a:pt x="6472428" y="0"/>
                  </a:lnTo>
                  <a:close/>
                </a:path>
                <a:path w="6483350" h="920750">
                  <a:moveTo>
                    <a:pt x="6483096" y="0"/>
                  </a:moveTo>
                  <a:lnTo>
                    <a:pt x="6472428" y="0"/>
                  </a:lnTo>
                  <a:lnTo>
                    <a:pt x="6477000" y="6096"/>
                  </a:lnTo>
                  <a:lnTo>
                    <a:pt x="6483096" y="6096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3439" y="748278"/>
              <a:ext cx="3834383" cy="42671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38343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441766"/>
            <a:ext cx="5132705" cy="219964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750" indent="-273050">
              <a:lnSpc>
                <a:spcPct val="100000"/>
              </a:lnSpc>
              <a:spcBef>
                <a:spcPts val="7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Arial"/>
                <a:cs typeface="Arial"/>
              </a:rPr>
              <a:t>Kết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thúc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thuật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toán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vì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|T|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4.</a:t>
            </a:r>
            <a:endParaRPr sz="2600">
              <a:latin typeface="Arial"/>
              <a:cs typeface="Arial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Cây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nhỏ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nhất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tìm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được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có 	</a:t>
            </a:r>
            <a:r>
              <a:rPr sz="2600" dirty="0">
                <a:latin typeface="Arial"/>
                <a:cs typeface="Arial"/>
              </a:rPr>
              <a:t>trọng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bằng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12.</a:t>
            </a:r>
            <a:endParaRPr sz="26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Y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{1,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2,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3, 4,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5}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{{1, 2},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{2, 4},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{3, 4},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{4, </a:t>
            </a:r>
            <a:r>
              <a:rPr sz="2400" spc="-25" dirty="0">
                <a:latin typeface="Arial"/>
                <a:cs typeface="Arial"/>
              </a:rPr>
              <a:t>5}}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10171" y="1487418"/>
            <a:ext cx="2756916" cy="275691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39659" y="1899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64424" y="281436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07707" y="304296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039859" y="3042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125459" y="35762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72831" y="2738013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09356" y="22046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38343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441766"/>
            <a:ext cx="4807585" cy="13773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750" indent="-273050">
              <a:lnSpc>
                <a:spcPct val="100000"/>
              </a:lnSpc>
              <a:spcBef>
                <a:spcPts val="7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dirty="0">
                <a:latin typeface="Arial"/>
                <a:cs typeface="Arial"/>
              </a:rPr>
              <a:t>Giả</a:t>
            </a:r>
            <a:r>
              <a:rPr spc="-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sử</a:t>
            </a:r>
            <a:r>
              <a:rPr spc="-4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chọn</a:t>
            </a:r>
            <a:r>
              <a:rPr spc="-20" dirty="0">
                <a:latin typeface="Arial"/>
                <a:cs typeface="Arial"/>
              </a:rPr>
              <a:t> </a:t>
            </a:r>
            <a:r>
              <a:rPr>
                <a:latin typeface="Arial"/>
                <a:cs typeface="Arial"/>
              </a:rPr>
              <a:t>đỉnh</a:t>
            </a:r>
            <a:r>
              <a:rPr spc="-25">
                <a:latin typeface="Arial"/>
                <a:cs typeface="Arial"/>
              </a:rPr>
              <a:t> </a:t>
            </a:r>
            <a:r>
              <a:rPr lang="en-US" spc="-25" dirty="0">
                <a:latin typeface="Arial"/>
                <a:cs typeface="Arial"/>
              </a:rPr>
              <a:t>0</a:t>
            </a:r>
            <a:r>
              <a:rPr spc="-25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là</a:t>
            </a:r>
            <a:r>
              <a:rPr spc="-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đỉnh</a:t>
            </a:r>
            <a:r>
              <a:rPr spc="-25" dirty="0">
                <a:latin typeface="Arial"/>
                <a:cs typeface="Arial"/>
              </a:rPr>
              <a:t> đầu</a:t>
            </a:r>
            <a:endParaRPr>
              <a:latin typeface="Arial"/>
              <a:cs typeface="Arial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dirty="0">
                <a:latin typeface="Arial"/>
                <a:cs typeface="Arial"/>
              </a:rPr>
              <a:t>Cập</a:t>
            </a:r>
            <a:r>
              <a:rPr spc="-30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nhật</a:t>
            </a:r>
            <a:endParaRPr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dirty="0">
                <a:latin typeface="Arial"/>
                <a:cs typeface="Arial"/>
              </a:rPr>
              <a:t>Y</a:t>
            </a:r>
            <a:r>
              <a:rPr spc="-55" dirty="0">
                <a:latin typeface="Arial"/>
                <a:cs typeface="Arial"/>
              </a:rPr>
              <a:t> </a:t>
            </a:r>
            <a:r>
              <a:rPr>
                <a:latin typeface="Arial"/>
                <a:cs typeface="Arial"/>
              </a:rPr>
              <a:t>= </a:t>
            </a:r>
            <a:r>
              <a:rPr spc="-25">
                <a:latin typeface="Arial"/>
                <a:cs typeface="Arial"/>
              </a:rPr>
              <a:t>{</a:t>
            </a:r>
            <a:r>
              <a:rPr lang="en-US" spc="-25">
                <a:latin typeface="Arial"/>
                <a:cs typeface="Arial"/>
              </a:rPr>
              <a:t>0</a:t>
            </a:r>
            <a:r>
              <a:rPr spc="-25">
                <a:latin typeface="Arial"/>
                <a:cs typeface="Arial"/>
              </a:rPr>
              <a:t>}</a:t>
            </a:r>
            <a:endParaRPr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9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dirty="0">
                <a:latin typeface="Arial"/>
                <a:cs typeface="Arial"/>
              </a:rPr>
              <a:t>T</a:t>
            </a:r>
            <a:r>
              <a:rPr spc="-6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=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-60" dirty="0">
                <a:latin typeface="Symbol"/>
                <a:cs typeface="Symbol"/>
              </a:rPr>
              <a:t></a:t>
            </a:r>
            <a:endParaRPr>
              <a:latin typeface="Symbol"/>
              <a:cs typeface="Symbo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E75A480-1E82-03C5-418B-BE651E09B43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707" y="3085631"/>
            <a:ext cx="7307986" cy="326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565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38343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9EE384-6761-8B30-526F-AAC29DC051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00" y="1526123"/>
            <a:ext cx="7828221" cy="347450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DA7AFDA-B3A6-AF59-DC60-D7FE4F203F57}"/>
              </a:ext>
            </a:extLst>
          </p:cNvPr>
          <p:cNvSpPr txBox="1"/>
          <p:nvPr/>
        </p:nvSpPr>
        <p:spPr>
          <a:xfrm>
            <a:off x="1308100" y="5153025"/>
            <a:ext cx="7095744" cy="1371600"/>
          </a:xfrm>
          <a:prstGeom prst="rect">
            <a:avLst/>
          </a:prstGeom>
          <a:noFill/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 wrap="square" rtlCol="0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9653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38343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A7AFDA-B3A6-AF59-DC60-D7FE4F203F57}"/>
              </a:ext>
            </a:extLst>
          </p:cNvPr>
          <p:cNvSpPr txBox="1"/>
          <p:nvPr/>
        </p:nvSpPr>
        <p:spPr>
          <a:xfrm>
            <a:off x="1308100" y="5153025"/>
            <a:ext cx="7095744" cy="1371600"/>
          </a:xfrm>
          <a:prstGeom prst="rect">
            <a:avLst/>
          </a:prstGeom>
          <a:noFill/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 wrap="square" rtlCol="0">
            <a:noAutofit/>
          </a:bodyPr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6EFDFD-D88A-D518-77E8-3321341F43D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1595972"/>
            <a:ext cx="7474311" cy="335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0300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38343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A7AFDA-B3A6-AF59-DC60-D7FE4F203F57}"/>
              </a:ext>
            </a:extLst>
          </p:cNvPr>
          <p:cNvSpPr txBox="1"/>
          <p:nvPr/>
        </p:nvSpPr>
        <p:spPr>
          <a:xfrm>
            <a:off x="1308100" y="5153025"/>
            <a:ext cx="7095744" cy="1371600"/>
          </a:xfrm>
          <a:prstGeom prst="rect">
            <a:avLst/>
          </a:prstGeom>
          <a:noFill/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 wrap="square" rtlCol="0">
            <a:noAutofit/>
          </a:bodyPr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A9D04A9-80E8-12B6-1129-7232D1A461D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" y="1671104"/>
            <a:ext cx="5994352" cy="347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5225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38343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A7AFDA-B3A6-AF59-DC60-D7FE4F203F57}"/>
              </a:ext>
            </a:extLst>
          </p:cNvPr>
          <p:cNvSpPr txBox="1"/>
          <p:nvPr/>
        </p:nvSpPr>
        <p:spPr>
          <a:xfrm>
            <a:off x="1308100" y="5153025"/>
            <a:ext cx="7095744" cy="1371600"/>
          </a:xfrm>
          <a:prstGeom prst="rect">
            <a:avLst/>
          </a:prstGeom>
          <a:noFill/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 wrap="square" rtlCol="0">
            <a:noAutofit/>
          </a:bodyPr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BDC1316-4D17-39A9-3A9E-1215323AC7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587" y="1722045"/>
            <a:ext cx="5520844" cy="320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8736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38343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A7AFDA-B3A6-AF59-DC60-D7FE4F203F57}"/>
              </a:ext>
            </a:extLst>
          </p:cNvPr>
          <p:cNvSpPr txBox="1"/>
          <p:nvPr/>
        </p:nvSpPr>
        <p:spPr>
          <a:xfrm>
            <a:off x="1308100" y="5153025"/>
            <a:ext cx="7095744" cy="1371600"/>
          </a:xfrm>
          <a:prstGeom prst="rect">
            <a:avLst/>
          </a:prstGeom>
          <a:noFill/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 wrap="square" rtlCol="0">
            <a:noAutofit/>
          </a:bodyPr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9F9C10B-A893-6C37-9882-3F163A0F197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120" y="1604980"/>
            <a:ext cx="5961751" cy="3458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442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38343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A7AFDA-B3A6-AF59-DC60-D7FE4F203F57}"/>
              </a:ext>
            </a:extLst>
          </p:cNvPr>
          <p:cNvSpPr txBox="1"/>
          <p:nvPr/>
        </p:nvSpPr>
        <p:spPr>
          <a:xfrm>
            <a:off x="1308100" y="5153025"/>
            <a:ext cx="7095744" cy="1371600"/>
          </a:xfrm>
          <a:prstGeom prst="rect">
            <a:avLst/>
          </a:prstGeom>
          <a:noFill/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 wrap="square" rtlCol="0">
            <a:noAutofit/>
          </a:bodyPr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65D80DC-B753-95AF-9739-6B4E4571517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" y="1623610"/>
            <a:ext cx="5929631" cy="343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8732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38343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A7AFDA-B3A6-AF59-DC60-D7FE4F203F57}"/>
              </a:ext>
            </a:extLst>
          </p:cNvPr>
          <p:cNvSpPr txBox="1"/>
          <p:nvPr/>
        </p:nvSpPr>
        <p:spPr>
          <a:xfrm>
            <a:off x="1308100" y="5153025"/>
            <a:ext cx="7095744" cy="1371600"/>
          </a:xfrm>
          <a:prstGeom prst="rect">
            <a:avLst/>
          </a:prstGeom>
          <a:noFill/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 wrap="square" rtlCol="0">
            <a:noAutofit/>
          </a:bodyPr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71156C-1F34-51B4-2DAD-3614292EC5F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" y="1623610"/>
            <a:ext cx="5929631" cy="343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8125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38343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A7AFDA-B3A6-AF59-DC60-D7FE4F203F57}"/>
              </a:ext>
            </a:extLst>
          </p:cNvPr>
          <p:cNvSpPr txBox="1"/>
          <p:nvPr/>
        </p:nvSpPr>
        <p:spPr>
          <a:xfrm>
            <a:off x="1308100" y="5153025"/>
            <a:ext cx="7095744" cy="1371600"/>
          </a:xfrm>
          <a:prstGeom prst="rect">
            <a:avLst/>
          </a:prstGeom>
          <a:noFill/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 wrap="square" rtlCol="0">
            <a:noAutofit/>
          </a:bodyPr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7E55127-6E15-08DB-ACA4-61D5D445D0F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" y="1580726"/>
            <a:ext cx="6150162" cy="356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402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38343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A7AFDA-B3A6-AF59-DC60-D7FE4F203F57}"/>
              </a:ext>
            </a:extLst>
          </p:cNvPr>
          <p:cNvSpPr txBox="1"/>
          <p:nvPr/>
        </p:nvSpPr>
        <p:spPr>
          <a:xfrm>
            <a:off x="1308100" y="5153025"/>
            <a:ext cx="7095744" cy="1371600"/>
          </a:xfrm>
          <a:prstGeom prst="rect">
            <a:avLst/>
          </a:prstGeom>
          <a:noFill/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 wrap="square" rtlCol="0">
            <a:noAutofit/>
          </a:bodyPr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7CAC61D-6FF9-3086-F5B6-2635D7902A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" y="1640732"/>
            <a:ext cx="6046712" cy="350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6931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38343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A7AFDA-B3A6-AF59-DC60-D7FE4F203F57}"/>
              </a:ext>
            </a:extLst>
          </p:cNvPr>
          <p:cNvSpPr txBox="1"/>
          <p:nvPr/>
        </p:nvSpPr>
        <p:spPr>
          <a:xfrm>
            <a:off x="1308100" y="5153025"/>
            <a:ext cx="7095744" cy="1371600"/>
          </a:xfrm>
          <a:prstGeom prst="rect">
            <a:avLst/>
          </a:prstGeom>
          <a:noFill/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 wrap="square" rtlCol="0">
            <a:noAutofit/>
          </a:bodyPr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2C8BEAE-6751-B5A4-8914-E8B2D09305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895464"/>
            <a:ext cx="5460962" cy="3167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0882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38343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A7AFDA-B3A6-AF59-DC60-D7FE4F203F57}"/>
              </a:ext>
            </a:extLst>
          </p:cNvPr>
          <p:cNvSpPr txBox="1"/>
          <p:nvPr/>
        </p:nvSpPr>
        <p:spPr>
          <a:xfrm>
            <a:off x="1308100" y="5153025"/>
            <a:ext cx="7095744" cy="1371600"/>
          </a:xfrm>
          <a:prstGeom prst="rect">
            <a:avLst/>
          </a:prstGeom>
          <a:noFill/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 wrap="square" rtlCol="0">
            <a:noAutofit/>
          </a:bodyPr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81A5F47-507C-919E-D354-EACB907B72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973" y="1772369"/>
            <a:ext cx="5565456" cy="322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1283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9535" y="355086"/>
              <a:ext cx="4879847" cy="8214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259283" y="1465564"/>
            <a:ext cx="8188325" cy="470408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337820" marR="358775" indent="-274955">
              <a:lnSpc>
                <a:spcPts val="1730"/>
              </a:lnSpc>
              <a:spcBef>
                <a:spcPts val="515"/>
              </a:spcBef>
              <a:buClr>
                <a:srgbClr val="990000"/>
              </a:buClr>
              <a:buSzPct val="83333"/>
              <a:buFont typeface="Segoe UI Symbol"/>
              <a:buChar char="⚫"/>
              <a:tabLst>
                <a:tab pos="337820" algn="l"/>
              </a:tabLst>
            </a:pPr>
            <a:r>
              <a:rPr sz="1800" dirty="0">
                <a:latin typeface="Arial"/>
                <a:cs typeface="Arial"/>
              </a:rPr>
              <a:t>Giả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sử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cạnh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lần lượt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đã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chọn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thuật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toán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Prim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</a:t>
            </a:r>
            <a:r>
              <a:rPr sz="1800" baseline="-20833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</a:t>
            </a:r>
            <a:r>
              <a:rPr sz="1800" baseline="-20833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…</a:t>
            </a:r>
            <a:r>
              <a:rPr sz="1800" spc="-10" dirty="0">
                <a:latin typeface="Arial"/>
                <a:cs typeface="Arial"/>
              </a:rPr>
              <a:t> e</a:t>
            </a:r>
            <a:r>
              <a:rPr sz="1800" spc="-15" baseline="-20833" dirty="0">
                <a:latin typeface="Arial"/>
                <a:cs typeface="Arial"/>
              </a:rPr>
              <a:t>n-</a:t>
            </a:r>
            <a:r>
              <a:rPr sz="1800" baseline="-20833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.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Gọi </a:t>
            </a:r>
            <a:r>
              <a:rPr sz="1800" dirty="0">
                <a:latin typeface="Arial"/>
                <a:cs typeface="Arial"/>
              </a:rPr>
              <a:t>cây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chọn được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đó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cây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S.</a:t>
            </a:r>
            <a:endParaRPr sz="1800">
              <a:latin typeface="Arial"/>
              <a:cs typeface="Arial"/>
            </a:endParaRPr>
          </a:p>
          <a:p>
            <a:pPr marL="337820" marR="132080" indent="-274955">
              <a:lnSpc>
                <a:spcPct val="80000"/>
              </a:lnSpc>
              <a:spcBef>
                <a:spcPts val="610"/>
              </a:spcBef>
              <a:buClr>
                <a:srgbClr val="990000"/>
              </a:buClr>
              <a:buSzPct val="83333"/>
              <a:buFont typeface="Segoe UI Symbol"/>
              <a:buChar char="⚫"/>
              <a:tabLst>
                <a:tab pos="337820" algn="l"/>
              </a:tabLst>
            </a:pPr>
            <a:r>
              <a:rPr sz="1800" dirty="0">
                <a:latin typeface="Arial"/>
                <a:cs typeface="Arial"/>
              </a:rPr>
              <a:t>Gọi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cây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khung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nhỏ nhất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chứa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cây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</a:t>
            </a:r>
            <a:r>
              <a:rPr sz="1800" baseline="-20833" dirty="0">
                <a:latin typeface="Arial"/>
                <a:cs typeface="Arial"/>
              </a:rPr>
              <a:t>k</a:t>
            </a:r>
            <a:r>
              <a:rPr sz="1800" spc="240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gồm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cạnh e</a:t>
            </a:r>
            <a:r>
              <a:rPr sz="1800" baseline="-20833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</a:t>
            </a:r>
            <a:r>
              <a:rPr sz="1800" baseline="-20833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…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e</a:t>
            </a:r>
            <a:r>
              <a:rPr sz="1800" spc="-37" baseline="-20833" dirty="0">
                <a:latin typeface="Arial"/>
                <a:cs typeface="Arial"/>
              </a:rPr>
              <a:t>k</a:t>
            </a:r>
            <a:r>
              <a:rPr sz="1800" spc="-25" dirty="0">
                <a:latin typeface="Arial"/>
                <a:cs typeface="Arial"/>
              </a:rPr>
              <a:t>. </a:t>
            </a:r>
            <a:r>
              <a:rPr sz="1800" dirty="0">
                <a:latin typeface="Arial"/>
                <a:cs typeface="Arial"/>
              </a:rPr>
              <a:t>Trong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đó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số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nguyên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lớn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nhất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sao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tồn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tại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cây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khung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nhỏ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nhất chứa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k </a:t>
            </a:r>
            <a:r>
              <a:rPr sz="1800" dirty="0">
                <a:latin typeface="Arial"/>
                <a:cs typeface="Arial"/>
              </a:rPr>
              <a:t>cạnh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đầu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tiên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được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chọn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bằng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thuật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toán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Prim.</a:t>
            </a:r>
            <a:endParaRPr sz="1800">
              <a:latin typeface="Arial"/>
              <a:cs typeface="Arial"/>
            </a:endParaRPr>
          </a:p>
          <a:p>
            <a:pPr marL="337820" marR="573405" indent="-274955">
              <a:lnSpc>
                <a:spcPct val="100600"/>
              </a:lnSpc>
              <a:spcBef>
                <a:spcPts val="155"/>
              </a:spcBef>
              <a:buClr>
                <a:srgbClr val="990000"/>
              </a:buClr>
              <a:buSzPct val="83333"/>
              <a:buFont typeface="Segoe UI Symbol"/>
              <a:buChar char="⚫"/>
              <a:tabLst>
                <a:tab pos="337820" algn="l"/>
              </a:tabLst>
            </a:pPr>
            <a:r>
              <a:rPr sz="1800" dirty="0">
                <a:latin typeface="Arial"/>
                <a:cs typeface="Arial"/>
              </a:rPr>
              <a:t>Giả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sử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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Arial"/>
                <a:cs typeface="Arial"/>
              </a:rPr>
              <a:t>T,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với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&lt;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–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1.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 đó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chứa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</a:t>
            </a:r>
            <a:r>
              <a:rPr sz="1800" baseline="-20833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</a:t>
            </a:r>
            <a:r>
              <a:rPr sz="1800" baseline="-20833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…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</a:t>
            </a:r>
            <a:r>
              <a:rPr sz="1800" baseline="-20833" dirty="0">
                <a:latin typeface="Arial"/>
                <a:cs typeface="Arial"/>
              </a:rPr>
              <a:t>k</a:t>
            </a:r>
            <a:r>
              <a:rPr sz="1800" spc="240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nhưng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không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chứa </a:t>
            </a:r>
            <a:r>
              <a:rPr sz="2700" spc="-15" baseline="13888" dirty="0">
                <a:latin typeface="Arial"/>
                <a:cs typeface="Arial"/>
              </a:rPr>
              <a:t>e</a:t>
            </a:r>
            <a:r>
              <a:rPr sz="1200" spc="-10" dirty="0">
                <a:latin typeface="Arial"/>
                <a:cs typeface="Arial"/>
              </a:rPr>
              <a:t>k+1</a:t>
            </a:r>
            <a:r>
              <a:rPr sz="2700" spc="-15" baseline="13888" dirty="0">
                <a:latin typeface="Arial"/>
                <a:cs typeface="Arial"/>
              </a:rPr>
              <a:t>.</a:t>
            </a:r>
            <a:endParaRPr sz="2700" baseline="13888">
              <a:latin typeface="Arial"/>
              <a:cs typeface="Arial"/>
            </a:endParaRPr>
          </a:p>
          <a:p>
            <a:pPr marL="612140" lvl="1" indent="-229235">
              <a:lnSpc>
                <a:spcPts val="1385"/>
              </a:lnSpc>
              <a:buClr>
                <a:srgbClr val="EFAB16"/>
              </a:buClr>
              <a:buSzPct val="85294"/>
              <a:buFont typeface="Segoe UI Symbol"/>
              <a:buChar char="⚫"/>
              <a:tabLst>
                <a:tab pos="612140" algn="l"/>
              </a:tabLst>
            </a:pPr>
            <a:r>
              <a:rPr sz="1700" dirty="0">
                <a:latin typeface="Arial"/>
                <a:cs typeface="Arial"/>
              </a:rPr>
              <a:t>Xét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đồ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thị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tạo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bởi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dirty="0">
                <a:latin typeface="Symbol"/>
                <a:cs typeface="Symbol"/>
              </a:rPr>
              <a:t></a:t>
            </a:r>
            <a:r>
              <a:rPr sz="1700" spc="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Arial"/>
                <a:cs typeface="Arial"/>
              </a:rPr>
              <a:t>e</a:t>
            </a:r>
            <a:r>
              <a:rPr sz="1650" baseline="-20202" dirty="0">
                <a:latin typeface="Arial"/>
                <a:cs typeface="Arial"/>
              </a:rPr>
              <a:t>k+1</a:t>
            </a:r>
            <a:r>
              <a:rPr sz="1700" dirty="0">
                <a:latin typeface="Arial"/>
                <a:cs typeface="Arial"/>
              </a:rPr>
              <a:t>.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Đồ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thị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này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liên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thông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và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có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cạnh,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nên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tồn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tại</a:t>
            </a:r>
            <a:r>
              <a:rPr sz="1700" spc="-25" dirty="0">
                <a:latin typeface="Arial"/>
                <a:cs typeface="Arial"/>
              </a:rPr>
              <a:t> duy</a:t>
            </a:r>
            <a:endParaRPr sz="1700">
              <a:latin typeface="Arial"/>
              <a:cs typeface="Arial"/>
            </a:endParaRPr>
          </a:p>
          <a:p>
            <a:pPr marL="612140" marR="196215">
              <a:lnSpc>
                <a:spcPct val="80000"/>
              </a:lnSpc>
              <a:spcBef>
                <a:spcPts val="204"/>
              </a:spcBef>
            </a:pPr>
            <a:r>
              <a:rPr sz="1700" dirty="0">
                <a:latin typeface="Arial"/>
                <a:cs typeface="Arial"/>
              </a:rPr>
              <a:t>nhất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một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chu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trình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đơn.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Chu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trình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này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phải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chứa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cạnh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</a:t>
            </a:r>
            <a:r>
              <a:rPr sz="1650" baseline="-20202" dirty="0">
                <a:latin typeface="Arial"/>
                <a:cs typeface="Arial"/>
              </a:rPr>
              <a:t>k+1</a:t>
            </a:r>
            <a:r>
              <a:rPr sz="1650" spc="209" baseline="-20202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và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hơn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nữa,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trong </a:t>
            </a:r>
            <a:r>
              <a:rPr sz="1700" dirty="0">
                <a:latin typeface="Arial"/>
                <a:cs typeface="Arial"/>
              </a:rPr>
              <a:t>chu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trình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này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phải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không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chứa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một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cạnh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trong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</a:t>
            </a:r>
            <a:r>
              <a:rPr sz="1650" baseline="-20202" dirty="0">
                <a:latin typeface="Arial"/>
                <a:cs typeface="Arial"/>
              </a:rPr>
              <a:t>k+1</a:t>
            </a:r>
            <a:r>
              <a:rPr sz="1650" spc="179" baseline="-20202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vì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</a:t>
            </a:r>
            <a:r>
              <a:rPr sz="1650" baseline="-20202" dirty="0">
                <a:latin typeface="Arial"/>
                <a:cs typeface="Arial"/>
              </a:rPr>
              <a:t>k+1</a:t>
            </a:r>
            <a:r>
              <a:rPr sz="1650" spc="202" baseline="-20202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là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cây.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Bằng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cách </a:t>
            </a:r>
            <a:r>
              <a:rPr sz="1700" dirty="0">
                <a:latin typeface="Arial"/>
                <a:cs typeface="Arial"/>
              </a:rPr>
              <a:t>đó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có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thể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tìm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được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cạnh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không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thuộc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</a:t>
            </a:r>
            <a:r>
              <a:rPr sz="1650" baseline="-20202" dirty="0">
                <a:latin typeface="Arial"/>
                <a:cs typeface="Arial"/>
              </a:rPr>
              <a:t>k+1</a:t>
            </a:r>
            <a:r>
              <a:rPr sz="1650" spc="202" baseline="-20202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và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có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đầu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mút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là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một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trong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các </a:t>
            </a:r>
            <a:r>
              <a:rPr sz="1700" dirty="0">
                <a:latin typeface="Arial"/>
                <a:cs typeface="Arial"/>
              </a:rPr>
              <a:t>cạnh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</a:t>
            </a:r>
            <a:r>
              <a:rPr sz="1650" baseline="-20202" dirty="0">
                <a:latin typeface="Arial"/>
                <a:cs typeface="Arial"/>
              </a:rPr>
              <a:t>1</a:t>
            </a:r>
            <a:r>
              <a:rPr sz="1700" dirty="0">
                <a:latin typeface="Arial"/>
                <a:cs typeface="Arial"/>
              </a:rPr>
              <a:t>,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</a:t>
            </a:r>
            <a:r>
              <a:rPr sz="1650" baseline="-20202" dirty="0">
                <a:latin typeface="Arial"/>
                <a:cs typeface="Arial"/>
              </a:rPr>
              <a:t>2</a:t>
            </a:r>
            <a:r>
              <a:rPr sz="1700" dirty="0">
                <a:latin typeface="Arial"/>
                <a:cs typeface="Arial"/>
              </a:rPr>
              <a:t>…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e</a:t>
            </a:r>
            <a:r>
              <a:rPr sz="1650" spc="-37" baseline="-20202" dirty="0">
                <a:latin typeface="Arial"/>
                <a:cs typeface="Arial"/>
              </a:rPr>
              <a:t>k</a:t>
            </a:r>
            <a:r>
              <a:rPr sz="1700" spc="-25" dirty="0"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  <a:p>
            <a:pPr marL="612140" marR="347345" lvl="1" indent="-229235">
              <a:lnSpc>
                <a:spcPct val="80000"/>
              </a:lnSpc>
              <a:spcBef>
                <a:spcPts val="400"/>
              </a:spcBef>
              <a:buClr>
                <a:srgbClr val="EFAB16"/>
              </a:buClr>
              <a:buSzPct val="85294"/>
              <a:buFont typeface="Segoe UI Symbol"/>
              <a:buChar char="⚫"/>
              <a:tabLst>
                <a:tab pos="612140" algn="l"/>
              </a:tabLst>
            </a:pPr>
            <a:r>
              <a:rPr sz="1700" dirty="0">
                <a:latin typeface="Arial"/>
                <a:cs typeface="Arial"/>
              </a:rPr>
              <a:t>Xóa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khỏi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và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thêm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vào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cạnh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</a:t>
            </a:r>
            <a:r>
              <a:rPr sz="1650" baseline="-20202" dirty="0">
                <a:latin typeface="Arial"/>
                <a:cs typeface="Arial"/>
              </a:rPr>
              <a:t>k+1</a:t>
            </a:r>
            <a:r>
              <a:rPr sz="1650" spc="217" baseline="-20202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chúng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ta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nhận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được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cây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T’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có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n-</a:t>
            </a:r>
            <a:r>
              <a:rPr sz="1700" dirty="0">
                <a:latin typeface="Arial"/>
                <a:cs typeface="Arial"/>
              </a:rPr>
              <a:t>1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cạnh </a:t>
            </a:r>
            <a:r>
              <a:rPr sz="1700" dirty="0">
                <a:latin typeface="Arial"/>
                <a:cs typeface="Arial"/>
              </a:rPr>
              <a:t>và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liên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thông.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T’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chứa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các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cạnh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</a:t>
            </a:r>
            <a:r>
              <a:rPr sz="1650" baseline="-20202" dirty="0">
                <a:latin typeface="Arial"/>
                <a:cs typeface="Arial"/>
              </a:rPr>
              <a:t>1</a:t>
            </a:r>
            <a:r>
              <a:rPr sz="1700" dirty="0">
                <a:latin typeface="Arial"/>
                <a:cs typeface="Arial"/>
              </a:rPr>
              <a:t>,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</a:t>
            </a:r>
            <a:r>
              <a:rPr sz="1650" baseline="-20202" dirty="0">
                <a:latin typeface="Arial"/>
                <a:cs typeface="Arial"/>
              </a:rPr>
              <a:t>2</a:t>
            </a:r>
            <a:r>
              <a:rPr sz="1700" dirty="0">
                <a:latin typeface="Arial"/>
                <a:cs typeface="Arial"/>
              </a:rPr>
              <a:t>…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e</a:t>
            </a:r>
            <a:r>
              <a:rPr sz="1650" spc="-15" baseline="-20202" dirty="0">
                <a:latin typeface="Arial"/>
                <a:cs typeface="Arial"/>
              </a:rPr>
              <a:t>k+1</a:t>
            </a:r>
            <a:r>
              <a:rPr sz="1700" spc="-10" dirty="0"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  <a:p>
            <a:pPr marL="612140" marR="93980" lvl="1" indent="-229235">
              <a:lnSpc>
                <a:spcPct val="80000"/>
              </a:lnSpc>
              <a:spcBef>
                <a:spcPts val="405"/>
              </a:spcBef>
              <a:buClr>
                <a:srgbClr val="EFAB16"/>
              </a:buClr>
              <a:buSzPct val="85294"/>
              <a:buFont typeface="Segoe UI Symbol"/>
              <a:buChar char="⚫"/>
              <a:tabLst>
                <a:tab pos="612140" algn="l"/>
              </a:tabLst>
            </a:pPr>
            <a:r>
              <a:rPr sz="1700" spc="-95" dirty="0">
                <a:latin typeface="Arial"/>
                <a:cs typeface="Arial"/>
              </a:rPr>
              <a:t>Ta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thấy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</a:t>
            </a:r>
            <a:r>
              <a:rPr sz="1650" baseline="-20202" dirty="0">
                <a:latin typeface="Arial"/>
                <a:cs typeface="Arial"/>
              </a:rPr>
              <a:t>k+1</a:t>
            </a:r>
            <a:r>
              <a:rPr sz="1650" spc="202" baseline="-20202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và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cùng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được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chọn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ở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bước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lặp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thứ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k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này,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nên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theo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thuật</a:t>
            </a:r>
            <a:r>
              <a:rPr sz="1700" spc="-20" dirty="0">
                <a:latin typeface="Arial"/>
                <a:cs typeface="Arial"/>
              </a:rPr>
              <a:t> toán </a:t>
            </a:r>
            <a:r>
              <a:rPr sz="1700" dirty="0">
                <a:latin typeface="Arial"/>
                <a:cs typeface="Arial"/>
              </a:rPr>
              <a:t>Prim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c(e</a:t>
            </a:r>
            <a:r>
              <a:rPr sz="1650" baseline="-20202" dirty="0">
                <a:latin typeface="Arial"/>
                <a:cs typeface="Arial"/>
              </a:rPr>
              <a:t>k+1</a:t>
            </a:r>
            <a:r>
              <a:rPr sz="1700" dirty="0">
                <a:latin typeface="Arial"/>
                <a:cs typeface="Arial"/>
              </a:rPr>
              <a:t>)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≤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c(</a:t>
            </a:r>
            <a:r>
              <a:rPr sz="1650" baseline="-20202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).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Suy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ra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T’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cũng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là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cây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khung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nhỏ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nhất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vì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tổng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trọng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số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các </a:t>
            </a:r>
            <a:r>
              <a:rPr sz="1700" dirty="0">
                <a:latin typeface="Arial"/>
                <a:cs typeface="Arial"/>
              </a:rPr>
              <a:t>cạnh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của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nó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không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vượt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qua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tổng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trọng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số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các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cạnh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của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T.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Điều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này</a:t>
            </a:r>
            <a:r>
              <a:rPr sz="1700" spc="-25" dirty="0">
                <a:latin typeface="Arial"/>
                <a:cs typeface="Arial"/>
              </a:rPr>
              <a:t> mâu </a:t>
            </a:r>
            <a:r>
              <a:rPr sz="1700" dirty="0">
                <a:latin typeface="Arial"/>
                <a:cs typeface="Arial"/>
              </a:rPr>
              <a:t>thuẫn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với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cách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chọn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k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như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là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số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nguyên lớn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nhất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sao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cho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cây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khung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nhỏ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nhất </a:t>
            </a:r>
            <a:r>
              <a:rPr sz="1700" dirty="0">
                <a:latin typeface="Arial"/>
                <a:cs typeface="Arial"/>
              </a:rPr>
              <a:t>chứa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</a:t>
            </a:r>
            <a:r>
              <a:rPr sz="1650" baseline="-20202" dirty="0">
                <a:latin typeface="Arial"/>
                <a:cs typeface="Arial"/>
              </a:rPr>
              <a:t>1</a:t>
            </a:r>
            <a:r>
              <a:rPr sz="1700" dirty="0">
                <a:latin typeface="Arial"/>
                <a:cs typeface="Arial"/>
              </a:rPr>
              <a:t>,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</a:t>
            </a:r>
            <a:r>
              <a:rPr sz="1650" baseline="-20202" dirty="0">
                <a:latin typeface="Arial"/>
                <a:cs typeface="Arial"/>
              </a:rPr>
              <a:t>2</a:t>
            </a:r>
            <a:r>
              <a:rPr sz="1700" dirty="0">
                <a:latin typeface="Arial"/>
                <a:cs typeface="Arial"/>
              </a:rPr>
              <a:t>…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</a:t>
            </a:r>
            <a:r>
              <a:rPr sz="1650" baseline="-20202" dirty="0">
                <a:latin typeface="Arial"/>
                <a:cs typeface="Arial"/>
              </a:rPr>
              <a:t>k</a:t>
            </a:r>
            <a:r>
              <a:rPr sz="1650" spc="225" baseline="-20202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tồn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tại.</a:t>
            </a:r>
            <a:endParaRPr sz="1700">
              <a:latin typeface="Arial"/>
              <a:cs typeface="Arial"/>
            </a:endParaRPr>
          </a:p>
          <a:p>
            <a:pPr marL="337820" indent="-274320">
              <a:lnSpc>
                <a:spcPct val="100000"/>
              </a:lnSpc>
              <a:spcBef>
                <a:spcPts val="165"/>
              </a:spcBef>
              <a:buClr>
                <a:srgbClr val="990000"/>
              </a:buClr>
              <a:buSzPct val="83333"/>
              <a:buFont typeface="Segoe UI Symbol"/>
              <a:buChar char="⚫"/>
              <a:tabLst>
                <a:tab pos="337820" algn="l"/>
              </a:tabLst>
            </a:pPr>
            <a:r>
              <a:rPr sz="1800" dirty="0">
                <a:latin typeface="Arial"/>
                <a:cs typeface="Arial"/>
              </a:rPr>
              <a:t>Vì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thế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–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 =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T.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[đpcm]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748278"/>
              <a:ext cx="3386327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7971155" cy="429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379730" indent="-273050" algn="just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Cho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45" dirty="0">
                <a:latin typeface="Arial"/>
                <a:cs typeface="Arial"/>
              </a:rPr>
              <a:t>(V,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E)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một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liên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thông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trọng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số 	</a:t>
            </a:r>
            <a:r>
              <a:rPr sz="2600" dirty="0">
                <a:latin typeface="Arial"/>
                <a:cs typeface="Arial"/>
              </a:rPr>
              <a:t>gồm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</a:t>
            </a:r>
            <a:r>
              <a:rPr sz="2600" spc="-10" dirty="0">
                <a:latin typeface="Arial"/>
                <a:cs typeface="Arial"/>
              </a:rPr>
              <a:t> đỉnh.</a:t>
            </a:r>
            <a:endParaRPr sz="2600">
              <a:latin typeface="Arial"/>
              <a:cs typeface="Arial"/>
            </a:endParaRPr>
          </a:p>
          <a:p>
            <a:pPr marL="285115" marR="227965" indent="-273050" algn="just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Bước</a:t>
            </a:r>
            <a:r>
              <a:rPr sz="2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1.</a:t>
            </a:r>
            <a:r>
              <a:rPr sz="26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Sắp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xếp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theo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thứ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tự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độ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dài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tăng 	</a:t>
            </a:r>
            <a:r>
              <a:rPr sz="2600" dirty="0">
                <a:latin typeface="Arial"/>
                <a:cs typeface="Arial"/>
              </a:rPr>
              <a:t>dần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và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khởi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tạo: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spc="-25" dirty="0">
                <a:latin typeface="Symbol"/>
                <a:cs typeface="Symbol"/>
              </a:rPr>
              <a:t></a:t>
            </a:r>
            <a:r>
              <a:rPr sz="2600" spc="-25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  <a:p>
            <a:pPr marL="285115" marR="231140" indent="-273050" algn="just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Bước</a:t>
            </a:r>
            <a:r>
              <a:rPr sz="2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2.</a:t>
            </a:r>
            <a:r>
              <a:rPr sz="26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Lần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lượt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lấy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từng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e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trong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danh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sách 	</a:t>
            </a:r>
            <a:r>
              <a:rPr sz="2600" dirty="0">
                <a:latin typeface="Arial"/>
                <a:cs typeface="Arial"/>
              </a:rPr>
              <a:t>đã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sắp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xếp.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Nếu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dirty="0">
                <a:latin typeface="Symbol"/>
                <a:cs typeface="Symbol"/>
              </a:rPr>
              <a:t>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Arial"/>
                <a:cs typeface="Arial"/>
              </a:rPr>
              <a:t>{e}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không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tạo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thành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chu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trình 	</a:t>
            </a:r>
            <a:r>
              <a:rPr sz="2600" dirty="0">
                <a:latin typeface="Arial"/>
                <a:cs typeface="Arial"/>
              </a:rPr>
              <a:t>thì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gán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Symbol"/>
                <a:cs typeface="Symbol"/>
              </a:rPr>
              <a:t>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Arial"/>
                <a:cs typeface="Arial"/>
              </a:rPr>
              <a:t>{e}</a:t>
            </a:r>
            <a:endParaRPr sz="2600">
              <a:latin typeface="Arial"/>
              <a:cs typeface="Arial"/>
            </a:endParaRPr>
          </a:p>
          <a:p>
            <a:pPr marL="285115" marR="5080" indent="-273050" algn="just">
              <a:lnSpc>
                <a:spcPct val="100000"/>
              </a:lnSpc>
              <a:spcBef>
                <a:spcPts val="59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Bước</a:t>
            </a:r>
            <a:r>
              <a:rPr sz="26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3.</a:t>
            </a:r>
            <a:r>
              <a:rPr sz="26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Nếu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đủ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–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1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phần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tử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thì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dừng,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ngược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lại 	</a:t>
            </a:r>
            <a:r>
              <a:rPr sz="2600" dirty="0">
                <a:latin typeface="Arial"/>
                <a:cs typeface="Arial"/>
              </a:rPr>
              <a:t>làm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tiếp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bước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2.</a:t>
            </a:r>
            <a:endParaRPr sz="2600">
              <a:latin typeface="Arial"/>
              <a:cs typeface="Arial"/>
            </a:endParaRPr>
          </a:p>
          <a:p>
            <a:pPr marL="285750" indent="-273050" algn="just">
              <a:lnSpc>
                <a:spcPct val="100000"/>
              </a:lnSpc>
              <a:spcBef>
                <a:spcPts val="6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600" i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chính</a:t>
            </a:r>
            <a:r>
              <a:rPr sz="2600" i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là</a:t>
            </a:r>
            <a:r>
              <a:rPr sz="2600" i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cây</a:t>
            </a:r>
            <a:r>
              <a:rPr sz="2600" i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khung</a:t>
            </a:r>
            <a:r>
              <a:rPr sz="2600" i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dirty="0">
                <a:solidFill>
                  <a:srgbClr val="C00000"/>
                </a:solidFill>
                <a:latin typeface="Arial"/>
                <a:cs typeface="Arial"/>
              </a:rPr>
              <a:t>nhỏ</a:t>
            </a:r>
            <a:r>
              <a:rPr sz="2600" i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i="1" spc="-10" dirty="0">
                <a:solidFill>
                  <a:srgbClr val="C00000"/>
                </a:solidFill>
                <a:latin typeface="Arial"/>
                <a:cs typeface="Arial"/>
              </a:rPr>
              <a:t>nhất.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43296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4660265" cy="1235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Sắp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xếp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theo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thứ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tự 	</a:t>
            </a:r>
            <a:r>
              <a:rPr sz="2600" dirty="0">
                <a:latin typeface="Arial"/>
                <a:cs typeface="Arial"/>
              </a:rPr>
              <a:t>tăng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dần:</a:t>
            </a:r>
            <a:endParaRPr sz="26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(3,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4)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10022" y="2725897"/>
            <a:ext cx="1802130" cy="299974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560705" indent="-231775">
              <a:lnSpc>
                <a:spcPct val="100000"/>
              </a:lnSpc>
              <a:spcBef>
                <a:spcPts val="50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(1,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4)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560705" indent="-231775">
              <a:lnSpc>
                <a:spcPct val="100000"/>
              </a:lnSpc>
              <a:spcBef>
                <a:spcPts val="409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(2,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4)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560705" indent="-231775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(1,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  <a:p>
            <a:pPr marL="560705" indent="-231775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(4,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  <a:p>
            <a:pPr marL="560705" indent="-231775">
              <a:lnSpc>
                <a:spcPct val="100000"/>
              </a:lnSpc>
              <a:spcBef>
                <a:spcPts val="409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(3,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6</a:t>
            </a:r>
            <a:endParaRPr sz="2400">
              <a:latin typeface="Arial"/>
              <a:cs typeface="Arial"/>
            </a:endParaRPr>
          </a:p>
          <a:p>
            <a:pPr marL="560705" indent="-231775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(2,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  <a:p>
            <a:pPr marL="285750" indent="-273050">
              <a:lnSpc>
                <a:spcPct val="100000"/>
              </a:lnSpc>
              <a:spcBef>
                <a:spcPts val="6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Arial"/>
                <a:cs typeface="Arial"/>
              </a:rPr>
              <a:t>T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spc="-50" dirty="0">
                <a:latin typeface="Symbol"/>
                <a:cs typeface="Symbol"/>
              </a:rPr>
              <a:t></a:t>
            </a:r>
            <a:endParaRPr sz="2600">
              <a:latin typeface="Symbol"/>
              <a:cs typeface="Symbo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10171" y="1487418"/>
            <a:ext cx="2756916" cy="275691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19" name="object 19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439659" y="1899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064424" y="281436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07707" y="304296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039859" y="3042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053908" y="350016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669860" y="27380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209356" y="22046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43296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4770120" cy="4679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133985" indent="-273050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Chọn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(3,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4)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–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có 	</a:t>
            </a:r>
            <a:r>
              <a:rPr sz="2600" dirty="0">
                <a:latin typeface="Arial"/>
                <a:cs typeface="Arial"/>
              </a:rPr>
              <a:t>trọng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nhỏ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nhất.</a:t>
            </a:r>
            <a:endParaRPr sz="2600">
              <a:latin typeface="Arial"/>
              <a:cs typeface="Arial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Arial"/>
                <a:cs typeface="Arial"/>
              </a:rPr>
              <a:t>T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{{3,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4}}</a:t>
            </a:r>
            <a:endParaRPr sz="2600">
              <a:latin typeface="Arial"/>
              <a:cs typeface="Arial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Arial"/>
                <a:cs typeface="Arial"/>
              </a:rPr>
              <a:t>Danh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sách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tăng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dần:</a:t>
            </a:r>
            <a:endParaRPr sz="26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(3,</a:t>
            </a:r>
            <a:r>
              <a:rPr sz="2400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4)</a:t>
            </a: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=</a:t>
            </a:r>
            <a:r>
              <a:rPr sz="2400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-50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(1,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4)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9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(2,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4)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(1,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(4,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(3,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6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(2,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10171" y="1487418"/>
            <a:ext cx="2756916" cy="275691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39659" y="1899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64424" y="281436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07707" y="304296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039859" y="3042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53908" y="350016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69860" y="27380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09356" y="22046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43296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4823460" cy="4679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Chọn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(1,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4)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–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tiếp 	</a:t>
            </a:r>
            <a:r>
              <a:rPr sz="2600" dirty="0">
                <a:latin typeface="Arial"/>
                <a:cs typeface="Arial"/>
              </a:rPr>
              <a:t>theo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trong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danh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sách.</a:t>
            </a:r>
            <a:endParaRPr sz="2600">
              <a:latin typeface="Arial"/>
              <a:cs typeface="Arial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Arial"/>
                <a:cs typeface="Arial"/>
              </a:rPr>
              <a:t>T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{{3, 4},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{1,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4}}</a:t>
            </a:r>
            <a:endParaRPr sz="2600">
              <a:latin typeface="Arial"/>
              <a:cs typeface="Arial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Arial"/>
                <a:cs typeface="Arial"/>
              </a:rPr>
              <a:t>Danh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sách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tăng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dần:</a:t>
            </a:r>
            <a:endParaRPr sz="26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(3,</a:t>
            </a:r>
            <a:r>
              <a:rPr sz="2400" i="1" spc="-1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4)</a:t>
            </a:r>
            <a:r>
              <a:rPr sz="2400" i="1" spc="-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=</a:t>
            </a:r>
            <a:r>
              <a:rPr sz="2400" i="1" spc="-2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solidFill>
                  <a:srgbClr val="7F7F7F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(1,</a:t>
            </a:r>
            <a:r>
              <a:rPr sz="2400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4)</a:t>
            </a: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=</a:t>
            </a:r>
            <a:r>
              <a:rPr sz="2400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-5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9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(2,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4)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(1,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(4,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(3,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6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(2,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10171" y="1487418"/>
            <a:ext cx="2756916" cy="275691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39659" y="1899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64424" y="281436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07707" y="304296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039859" y="3042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53908" y="350016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69860" y="27380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09356" y="22046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43296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4823460" cy="4679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Chọn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(2,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4)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–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tiếp 	</a:t>
            </a:r>
            <a:r>
              <a:rPr sz="2600" dirty="0">
                <a:latin typeface="Arial"/>
                <a:cs typeface="Arial"/>
              </a:rPr>
              <a:t>theo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trong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danh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sách.</a:t>
            </a:r>
            <a:endParaRPr sz="2600">
              <a:latin typeface="Arial"/>
              <a:cs typeface="Arial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Arial"/>
                <a:cs typeface="Arial"/>
              </a:rPr>
              <a:t>T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{{3, 4},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{1,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4},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{2, </a:t>
            </a:r>
            <a:r>
              <a:rPr sz="2600" spc="-25" dirty="0">
                <a:latin typeface="Arial"/>
                <a:cs typeface="Arial"/>
              </a:rPr>
              <a:t>4}}</a:t>
            </a:r>
            <a:endParaRPr sz="2600">
              <a:latin typeface="Arial"/>
              <a:cs typeface="Arial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Arial"/>
                <a:cs typeface="Arial"/>
              </a:rPr>
              <a:t>Danh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sách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tăng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dần:</a:t>
            </a:r>
            <a:endParaRPr sz="26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(3,</a:t>
            </a:r>
            <a:r>
              <a:rPr sz="2400" i="1" spc="-1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4)</a:t>
            </a:r>
            <a:r>
              <a:rPr sz="2400" i="1" spc="-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=</a:t>
            </a:r>
            <a:r>
              <a:rPr sz="2400" i="1" spc="-2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solidFill>
                  <a:srgbClr val="7F7F7F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(1,</a:t>
            </a:r>
            <a:r>
              <a:rPr sz="2400" i="1" spc="-1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4)</a:t>
            </a:r>
            <a:r>
              <a:rPr sz="2400" i="1" spc="-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=</a:t>
            </a:r>
            <a:r>
              <a:rPr sz="2400" i="1" spc="-2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solidFill>
                  <a:srgbClr val="7F7F7F"/>
                </a:solidFill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9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(2,</a:t>
            </a:r>
            <a:r>
              <a:rPr sz="2400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4)</a:t>
            </a: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=</a:t>
            </a:r>
            <a:r>
              <a:rPr sz="2400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-5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(1,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(4,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(3,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6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(2,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10171" y="1487418"/>
            <a:ext cx="2756916" cy="275691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39659" y="1899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64424" y="281436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07707" y="304296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039859" y="3042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53908" y="350016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69860" y="27380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09356" y="22046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43296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477878"/>
            <a:ext cx="5194935" cy="466153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85115" marR="5080" indent="-273050">
              <a:lnSpc>
                <a:spcPct val="90000"/>
              </a:lnSpc>
              <a:spcBef>
                <a:spcPts val="41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KHÔNG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chọn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(1,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2)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–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là 	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tiếp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theo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trong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danh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sách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vì 	</a:t>
            </a:r>
            <a:r>
              <a:rPr sz="2600" dirty="0">
                <a:latin typeface="Arial"/>
                <a:cs typeface="Arial"/>
              </a:rPr>
              <a:t>khi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chọn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sẽ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tạo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thành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chu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trình.</a:t>
            </a:r>
            <a:endParaRPr sz="2600">
              <a:latin typeface="Arial"/>
              <a:cs typeface="Arial"/>
            </a:endParaRPr>
          </a:p>
          <a:p>
            <a:pPr marL="285750" indent="-273050">
              <a:lnSpc>
                <a:spcPct val="100000"/>
              </a:lnSpc>
              <a:spcBef>
                <a:spcPts val="28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Arial"/>
                <a:cs typeface="Arial"/>
              </a:rPr>
              <a:t>T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{{3, 4},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{1,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4},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{2, </a:t>
            </a:r>
            <a:r>
              <a:rPr sz="2600" spc="-25" dirty="0">
                <a:latin typeface="Arial"/>
                <a:cs typeface="Arial"/>
              </a:rPr>
              <a:t>4}}</a:t>
            </a:r>
            <a:endParaRPr sz="2600">
              <a:latin typeface="Arial"/>
              <a:cs typeface="Arial"/>
            </a:endParaRPr>
          </a:p>
          <a:p>
            <a:pPr marL="285750" indent="-273050">
              <a:lnSpc>
                <a:spcPct val="100000"/>
              </a:lnSpc>
              <a:spcBef>
                <a:spcPts val="29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Arial"/>
                <a:cs typeface="Arial"/>
              </a:rPr>
              <a:t>Danh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sách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tăng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dần:</a:t>
            </a:r>
            <a:endParaRPr sz="26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114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(3,</a:t>
            </a:r>
            <a:r>
              <a:rPr sz="2400" i="1" spc="-1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4)</a:t>
            </a:r>
            <a:r>
              <a:rPr sz="2400" i="1" spc="-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=</a:t>
            </a:r>
            <a:r>
              <a:rPr sz="2400" i="1" spc="-2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solidFill>
                  <a:srgbClr val="7F7F7F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11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(1,</a:t>
            </a:r>
            <a:r>
              <a:rPr sz="2400" i="1" spc="-1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4)</a:t>
            </a:r>
            <a:r>
              <a:rPr sz="2400" i="1" spc="-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=</a:t>
            </a:r>
            <a:r>
              <a:rPr sz="2400" i="1" spc="-2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solidFill>
                  <a:srgbClr val="7F7F7F"/>
                </a:solidFill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12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(2,</a:t>
            </a:r>
            <a:r>
              <a:rPr sz="2400" i="1" spc="-1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4)</a:t>
            </a:r>
            <a:r>
              <a:rPr sz="2400" i="1" spc="-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=</a:t>
            </a:r>
            <a:r>
              <a:rPr sz="2400" i="1" spc="-2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solidFill>
                  <a:srgbClr val="7F7F7F"/>
                </a:solidFill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10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(1,</a:t>
            </a:r>
            <a:r>
              <a:rPr sz="24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2)</a:t>
            </a:r>
            <a:r>
              <a:rPr sz="24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=</a:t>
            </a:r>
            <a:r>
              <a:rPr sz="24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4</a:t>
            </a:r>
            <a:r>
              <a:rPr sz="24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không</a:t>
            </a:r>
            <a:r>
              <a:rPr sz="2400" b="1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C00000"/>
                </a:solidFill>
                <a:latin typeface="Arial"/>
                <a:cs typeface="Arial"/>
              </a:rPr>
              <a:t>chọn!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11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(4,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12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(3,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6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11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(2,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10171" y="1487418"/>
            <a:ext cx="2756916" cy="275691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39659" y="1899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64424" y="281436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07707" y="304296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039859" y="3042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53908" y="350016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69860" y="27380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09356" y="22046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43296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4823460" cy="4679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dirty="0">
                <a:latin typeface="Arial"/>
                <a:cs typeface="Arial"/>
              </a:rPr>
              <a:t>Chọn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(4,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5)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–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tiếp 	</a:t>
            </a:r>
            <a:r>
              <a:rPr sz="2600" dirty="0">
                <a:latin typeface="Arial"/>
                <a:cs typeface="Arial"/>
              </a:rPr>
              <a:t>theo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trong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danh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sách.</a:t>
            </a:r>
            <a:endParaRPr sz="2600">
              <a:latin typeface="Arial"/>
              <a:cs typeface="Arial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Arial"/>
                <a:cs typeface="Arial"/>
              </a:rPr>
              <a:t>T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{{3, 4},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{1,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4},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{2, 4},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{4,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5}}</a:t>
            </a:r>
            <a:endParaRPr sz="2600">
              <a:latin typeface="Arial"/>
              <a:cs typeface="Arial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Arial"/>
                <a:cs typeface="Arial"/>
              </a:rPr>
              <a:t>Danh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sách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tăng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dần:</a:t>
            </a:r>
            <a:endParaRPr sz="26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(3,</a:t>
            </a:r>
            <a:r>
              <a:rPr sz="2400" i="1" spc="-1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4)</a:t>
            </a:r>
            <a:r>
              <a:rPr sz="2400" i="1" spc="-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=</a:t>
            </a:r>
            <a:r>
              <a:rPr sz="2400" i="1" spc="-2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solidFill>
                  <a:srgbClr val="7F7F7F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(1,</a:t>
            </a:r>
            <a:r>
              <a:rPr sz="2400" i="1" spc="-1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4)</a:t>
            </a:r>
            <a:r>
              <a:rPr sz="2400" i="1" spc="-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=</a:t>
            </a:r>
            <a:r>
              <a:rPr sz="2400" i="1" spc="-2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solidFill>
                  <a:srgbClr val="7F7F7F"/>
                </a:solidFill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9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(2,</a:t>
            </a:r>
            <a:r>
              <a:rPr sz="2400" i="1" spc="-1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4)</a:t>
            </a:r>
            <a:r>
              <a:rPr sz="2400" i="1" spc="-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=</a:t>
            </a:r>
            <a:r>
              <a:rPr sz="2400" i="1" spc="-2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solidFill>
                  <a:srgbClr val="7F7F7F"/>
                </a:solidFill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(1,</a:t>
            </a:r>
            <a:r>
              <a:rPr sz="2400" i="1" spc="-1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2)</a:t>
            </a:r>
            <a:r>
              <a:rPr sz="2400" i="1" spc="-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7F7F7F"/>
                </a:solidFill>
                <a:latin typeface="Arial"/>
                <a:cs typeface="Arial"/>
              </a:rPr>
              <a:t>=</a:t>
            </a:r>
            <a:r>
              <a:rPr sz="2400" i="1" spc="-2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2400" i="1" spc="-50" dirty="0">
                <a:solidFill>
                  <a:srgbClr val="7F7F7F"/>
                </a:solidFill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(4,</a:t>
            </a:r>
            <a:r>
              <a:rPr sz="2400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5)</a:t>
            </a:r>
            <a:r>
              <a:rPr sz="2400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=</a:t>
            </a:r>
            <a:r>
              <a:rPr sz="2400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-50" dirty="0">
                <a:solidFill>
                  <a:srgbClr val="C00000"/>
                </a:solidFill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(3,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6</a:t>
            </a:r>
            <a:endParaRPr sz="24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(2,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10171" y="1487418"/>
            <a:ext cx="2756916" cy="275691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39659" y="1899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64424" y="281436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07707" y="304296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039859" y="3042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53908" y="350016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69860" y="27380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09356" y="22046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4329683" cy="4267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441766"/>
            <a:ext cx="4747260" cy="13874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750" indent="-273050">
              <a:lnSpc>
                <a:spcPct val="100000"/>
              </a:lnSpc>
              <a:spcBef>
                <a:spcPts val="7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Arial"/>
                <a:cs typeface="Arial"/>
              </a:rPr>
              <a:t>Do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|T|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4,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kết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thúc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thuật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toán.</a:t>
            </a:r>
            <a:endParaRPr sz="2600">
              <a:latin typeface="Arial"/>
              <a:cs typeface="Arial"/>
            </a:endParaRPr>
          </a:p>
          <a:p>
            <a:pPr marL="285750" indent="-273050">
              <a:lnSpc>
                <a:spcPct val="100000"/>
              </a:lnSpc>
              <a:spcBef>
                <a:spcPts val="600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sz="2600" dirty="0">
                <a:latin typeface="Arial"/>
                <a:cs typeface="Arial"/>
              </a:rPr>
              <a:t>Cây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tìm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được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là:</a:t>
            </a:r>
            <a:endParaRPr sz="2600">
              <a:latin typeface="Arial"/>
              <a:cs typeface="Arial"/>
            </a:endParaRPr>
          </a:p>
          <a:p>
            <a:pPr marL="560705" lvl="1" indent="-231775">
              <a:lnSpc>
                <a:spcPct val="100000"/>
              </a:lnSpc>
              <a:spcBef>
                <a:spcPts val="40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sz="2400" dirty="0">
                <a:latin typeface="Arial"/>
                <a:cs typeface="Arial"/>
              </a:rPr>
              <a:t>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{{1, 4},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{2, 4},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{3, 4},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{4, </a:t>
            </a:r>
            <a:r>
              <a:rPr sz="2400" spc="-25" dirty="0">
                <a:latin typeface="Arial"/>
                <a:cs typeface="Arial"/>
              </a:rPr>
              <a:t>5}}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10171" y="1487418"/>
            <a:ext cx="2756916" cy="275691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850807" y="240288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7174483" y="2402885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2883" y="3698132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54008" y="3698132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27847" y="1640732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39659" y="1899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64424" y="2814365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07707" y="304296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039859" y="3042965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53908" y="3500165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69860" y="27380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09356" y="22046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679" y="725418"/>
              <a:ext cx="4817363" cy="4587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284707" y="1451763"/>
            <a:ext cx="8113395" cy="484124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12420" marR="113664" indent="-274955">
              <a:lnSpc>
                <a:spcPts val="2110"/>
              </a:lnSpc>
              <a:spcBef>
                <a:spcPts val="605"/>
              </a:spcBef>
              <a:buClr>
                <a:srgbClr val="990000"/>
              </a:buClr>
              <a:buSzPct val="84090"/>
              <a:buFont typeface="Segoe UI Symbol"/>
              <a:buChar char="⚫"/>
              <a:tabLst>
                <a:tab pos="312420" algn="l"/>
              </a:tabLst>
            </a:pPr>
            <a:r>
              <a:rPr sz="2200" dirty="0">
                <a:latin typeface="Arial"/>
                <a:cs typeface="Arial"/>
              </a:rPr>
              <a:t>Rõ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ràng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đồ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thị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thu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được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theo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thuật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toán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Kruskal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có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n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–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1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cạnh </a:t>
            </a:r>
            <a:r>
              <a:rPr sz="2200" dirty="0">
                <a:latin typeface="Arial"/>
                <a:cs typeface="Arial"/>
              </a:rPr>
              <a:t>và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không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có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chu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trình.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Do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vậy, </a:t>
            </a:r>
            <a:r>
              <a:rPr sz="2200" dirty="0">
                <a:latin typeface="Arial"/>
                <a:cs typeface="Arial"/>
              </a:rPr>
              <a:t>nó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là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cây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khung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của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đồ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thị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G.</a:t>
            </a:r>
            <a:endParaRPr sz="2200">
              <a:latin typeface="Arial"/>
              <a:cs typeface="Arial"/>
            </a:endParaRPr>
          </a:p>
          <a:p>
            <a:pPr marL="312420" indent="-274320">
              <a:lnSpc>
                <a:spcPts val="2600"/>
              </a:lnSpc>
              <a:spcBef>
                <a:spcPts val="95"/>
              </a:spcBef>
              <a:buClr>
                <a:srgbClr val="990000"/>
              </a:buClr>
              <a:buSzPct val="84090"/>
              <a:buFont typeface="Segoe UI Symbol"/>
              <a:buChar char="⚫"/>
              <a:tabLst>
                <a:tab pos="312420" algn="l"/>
              </a:tabLst>
            </a:pPr>
            <a:r>
              <a:rPr sz="2200" dirty="0">
                <a:latin typeface="Arial"/>
                <a:cs typeface="Arial"/>
              </a:rPr>
              <a:t>Biến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đổi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cây:</a:t>
            </a:r>
            <a:endParaRPr sz="2200">
              <a:latin typeface="Arial"/>
              <a:cs typeface="Arial"/>
            </a:endParaRPr>
          </a:p>
          <a:p>
            <a:pPr marL="584835" lvl="1" indent="-226695">
              <a:lnSpc>
                <a:spcPts val="2325"/>
              </a:lnSpc>
              <a:buClr>
                <a:srgbClr val="EFAB16"/>
              </a:buClr>
              <a:buSzPct val="85000"/>
              <a:buFont typeface="Segoe UI Symbol"/>
              <a:buChar char="⚫"/>
              <a:tabLst>
                <a:tab pos="584835" algn="l"/>
              </a:tabLst>
            </a:pPr>
            <a:r>
              <a:rPr sz="2000" dirty="0">
                <a:latin typeface="Arial"/>
                <a:cs typeface="Arial"/>
              </a:rPr>
              <a:t>Giả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sử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tồn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tại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cây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khung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thị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mà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c(S)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&lt;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c(T).</a:t>
            </a:r>
            <a:endParaRPr sz="2000">
              <a:latin typeface="Arial"/>
              <a:cs typeface="Arial"/>
            </a:endParaRPr>
          </a:p>
          <a:p>
            <a:pPr marL="584200" marR="46355" lvl="1" indent="-226695">
              <a:lnSpc>
                <a:spcPts val="1920"/>
              </a:lnSpc>
              <a:spcBef>
                <a:spcPts val="430"/>
              </a:spcBef>
              <a:buClr>
                <a:srgbClr val="EFAB16"/>
              </a:buClr>
              <a:buSzPct val="85000"/>
              <a:buFont typeface="Segoe UI Symbol"/>
              <a:buChar char="⚫"/>
              <a:tabLst>
                <a:tab pos="586105" algn="l"/>
              </a:tabLst>
            </a:pPr>
            <a:r>
              <a:rPr sz="2000" dirty="0">
                <a:latin typeface="Arial"/>
                <a:cs typeface="Arial"/>
              </a:rPr>
              <a:t>Ký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hiệu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</a:t>
            </a:r>
            <a:r>
              <a:rPr sz="1950" baseline="-21367" dirty="0">
                <a:latin typeface="Arial"/>
                <a:cs typeface="Arial"/>
              </a:rPr>
              <a:t>k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cạnh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đầu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tiên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trong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danh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sách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cạnh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không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S. 	</a:t>
            </a:r>
            <a:r>
              <a:rPr sz="2000" dirty="0">
                <a:latin typeface="Arial"/>
                <a:cs typeface="Arial"/>
              </a:rPr>
              <a:t>Khi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đó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thị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sinh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bởi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cây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bổ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sung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cạnh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</a:t>
            </a:r>
            <a:r>
              <a:rPr sz="1950" baseline="-21367" dirty="0">
                <a:latin typeface="Arial"/>
                <a:cs typeface="Arial"/>
              </a:rPr>
              <a:t>k</a:t>
            </a:r>
            <a:r>
              <a:rPr sz="1950" spc="240" baseline="-21367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sẽ 	</a:t>
            </a:r>
            <a:r>
              <a:rPr sz="2000" dirty="0">
                <a:latin typeface="Arial"/>
                <a:cs typeface="Arial"/>
              </a:rPr>
              <a:t>chứa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chu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trình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duy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nhất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đi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qua</a:t>
            </a:r>
            <a:r>
              <a:rPr sz="2000" spc="-25" dirty="0">
                <a:latin typeface="Arial"/>
                <a:cs typeface="Arial"/>
              </a:rPr>
              <a:t> e</a:t>
            </a:r>
            <a:r>
              <a:rPr sz="1950" spc="-37" baseline="-21367" dirty="0">
                <a:latin typeface="Arial"/>
                <a:cs typeface="Arial"/>
              </a:rPr>
              <a:t>k</a:t>
            </a:r>
            <a:r>
              <a:rPr sz="2000" spc="-25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584200" marR="92710" lvl="1" indent="-226695">
              <a:lnSpc>
                <a:spcPct val="80000"/>
              </a:lnSpc>
              <a:spcBef>
                <a:spcPts val="409"/>
              </a:spcBef>
              <a:buClr>
                <a:srgbClr val="EFAB16"/>
              </a:buClr>
              <a:buSzPct val="85000"/>
              <a:buFont typeface="Segoe UI Symbol"/>
              <a:buChar char="⚫"/>
              <a:tabLst>
                <a:tab pos="586105" algn="l"/>
              </a:tabLst>
            </a:pPr>
            <a:r>
              <a:rPr sz="2000" dirty="0">
                <a:latin typeface="Arial"/>
                <a:cs typeface="Arial"/>
              </a:rPr>
              <a:t>Do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trình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phải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chứa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cạnh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nhưng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không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T 	</a:t>
            </a:r>
            <a:r>
              <a:rPr sz="2000" dirty="0">
                <a:latin typeface="Arial"/>
                <a:cs typeface="Arial"/>
              </a:rPr>
              <a:t>nên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thị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từ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bằng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cách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thay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cạnh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nó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bởi</a:t>
            </a:r>
            <a:r>
              <a:rPr sz="2000" spc="-25" dirty="0">
                <a:latin typeface="Arial"/>
                <a:cs typeface="Arial"/>
              </a:rPr>
              <a:t> e</a:t>
            </a:r>
            <a:r>
              <a:rPr sz="1950" spc="-37" baseline="-21367" dirty="0">
                <a:latin typeface="Arial"/>
                <a:cs typeface="Arial"/>
              </a:rPr>
              <a:t>k 	</a:t>
            </a:r>
            <a:r>
              <a:rPr sz="2000" dirty="0">
                <a:latin typeface="Arial"/>
                <a:cs typeface="Arial"/>
              </a:rPr>
              <a:t>(ký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hiệu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đồ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thị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S’)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sẽ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cây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khung.</a:t>
            </a:r>
            <a:endParaRPr sz="2000">
              <a:latin typeface="Arial"/>
              <a:cs typeface="Arial"/>
            </a:endParaRPr>
          </a:p>
          <a:p>
            <a:pPr marL="584200" marR="30480" lvl="1" indent="-226695">
              <a:lnSpc>
                <a:spcPct val="80000"/>
              </a:lnSpc>
              <a:spcBef>
                <a:spcPts val="395"/>
              </a:spcBef>
              <a:buClr>
                <a:srgbClr val="EFAB16"/>
              </a:buClr>
              <a:buSzPct val="85000"/>
              <a:buFont typeface="Segoe UI Symbol"/>
              <a:buChar char="⚫"/>
              <a:tabLst>
                <a:tab pos="586105" algn="l"/>
                <a:tab pos="4723130" algn="l"/>
              </a:tabLst>
            </a:pPr>
            <a:r>
              <a:rPr sz="2000" dirty="0">
                <a:latin typeface="Arial"/>
                <a:cs typeface="Arial"/>
              </a:rPr>
              <a:t>Theo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xây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dựng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T,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c(e</a:t>
            </a:r>
            <a:r>
              <a:rPr sz="1950" baseline="-21367" dirty="0">
                <a:latin typeface="Arial"/>
                <a:cs typeface="Arial"/>
              </a:rPr>
              <a:t>k</a:t>
            </a:r>
            <a:r>
              <a:rPr sz="2000" dirty="0">
                <a:latin typeface="Arial"/>
                <a:cs typeface="Arial"/>
              </a:rPr>
              <a:t>)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≤</a:t>
            </a:r>
            <a:r>
              <a:rPr sz="2000" dirty="0">
                <a:latin typeface="Arial"/>
                <a:cs typeface="Arial"/>
              </a:rPr>
              <a:t>	c(e).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Suy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c(S’)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≤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c(S),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đồng 	</a:t>
            </a:r>
            <a:r>
              <a:rPr sz="2000" dirty="0">
                <a:latin typeface="Arial"/>
                <a:cs typeface="Arial"/>
              </a:rPr>
              <a:t>thời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số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cạnh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chung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s’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đã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tăng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thêm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1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với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số</a:t>
            </a:r>
            <a:r>
              <a:rPr sz="2000" spc="-20" dirty="0">
                <a:latin typeface="Arial"/>
                <a:cs typeface="Arial"/>
              </a:rPr>
              <a:t> cạnh 	</a:t>
            </a:r>
            <a:r>
              <a:rPr sz="2000" dirty="0">
                <a:latin typeface="Arial"/>
                <a:cs typeface="Arial"/>
              </a:rPr>
              <a:t>chung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T.</a:t>
            </a:r>
            <a:endParaRPr sz="2000">
              <a:latin typeface="Arial"/>
              <a:cs typeface="Arial"/>
            </a:endParaRPr>
          </a:p>
          <a:p>
            <a:pPr marL="312420" marR="67310" indent="-274955">
              <a:lnSpc>
                <a:spcPts val="2110"/>
              </a:lnSpc>
              <a:spcBef>
                <a:spcPts val="590"/>
              </a:spcBef>
              <a:buClr>
                <a:srgbClr val="990000"/>
              </a:buClr>
              <a:buSzPct val="84090"/>
              <a:buFont typeface="Segoe UI Symbol"/>
              <a:buChar char="⚫"/>
              <a:tabLst>
                <a:tab pos="312420" algn="l"/>
              </a:tabLst>
            </a:pPr>
            <a:r>
              <a:rPr sz="2200" dirty="0">
                <a:latin typeface="Arial"/>
                <a:cs typeface="Arial"/>
              </a:rPr>
              <a:t>Lặp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lại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quá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trình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biến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đổi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cây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từng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bước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một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ta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có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thể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biến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đổi 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thành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và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trong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mỗi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bước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tổng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độ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dài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không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tăng,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tức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là </a:t>
            </a:r>
            <a:r>
              <a:rPr sz="2200" dirty="0">
                <a:latin typeface="Arial"/>
                <a:cs typeface="Arial"/>
              </a:rPr>
              <a:t>c(T)</a:t>
            </a:r>
            <a:r>
              <a:rPr sz="2200" spc="-1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≤</a:t>
            </a:r>
            <a:r>
              <a:rPr sz="2200" spc="-20" dirty="0">
                <a:latin typeface="Arial"/>
                <a:cs typeface="Arial"/>
              </a:rPr>
              <a:t> c(S).</a:t>
            </a:r>
            <a:endParaRPr sz="2200">
              <a:latin typeface="Arial"/>
              <a:cs typeface="Arial"/>
            </a:endParaRPr>
          </a:p>
          <a:p>
            <a:pPr marL="312420" indent="-274320">
              <a:lnSpc>
                <a:spcPct val="100000"/>
              </a:lnSpc>
              <a:spcBef>
                <a:spcPts val="95"/>
              </a:spcBef>
              <a:buClr>
                <a:srgbClr val="990000"/>
              </a:buClr>
              <a:buSzPct val="84090"/>
              <a:buFont typeface="Segoe UI Symbol"/>
              <a:buChar char="⚫"/>
              <a:tabLst>
                <a:tab pos="312420" algn="l"/>
              </a:tabLs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Mâu</a:t>
            </a:r>
            <a:r>
              <a:rPr sz="220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thuẫn</a:t>
            </a:r>
            <a:r>
              <a:rPr sz="220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thu</a:t>
            </a:r>
            <a:r>
              <a:rPr sz="220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được</a:t>
            </a:r>
            <a:r>
              <a:rPr sz="220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chứng</a:t>
            </a:r>
            <a:r>
              <a:rPr sz="220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tỏ</a:t>
            </a:r>
            <a:r>
              <a:rPr sz="2200" spc="-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200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là</a:t>
            </a:r>
            <a:r>
              <a:rPr sz="2200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cây</a:t>
            </a:r>
            <a:r>
              <a:rPr sz="220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khung</a:t>
            </a:r>
            <a:r>
              <a:rPr sz="2200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nhỏ</a:t>
            </a:r>
            <a:r>
              <a:rPr sz="220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nhất.</a:t>
            </a:r>
            <a:r>
              <a:rPr sz="220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C00000"/>
                </a:solidFill>
                <a:latin typeface="Arial"/>
                <a:cs typeface="Arial"/>
              </a:rPr>
              <a:t>[đpcm]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50</a:t>
            </a:fld>
            <a:endParaRPr spc="-2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748278"/>
              <a:ext cx="5332475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056053" y="1855288"/>
          <a:ext cx="6657975" cy="403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1090930">
                        <a:lnSpc>
                          <a:spcPts val="17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b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80744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220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302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588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f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185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8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g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058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h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093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55880">
                        <a:lnSpc>
                          <a:spcPts val="17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8419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j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01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k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6614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51</a:t>
            </a:fld>
            <a:endParaRPr spc="-25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445251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056053" y="1855288"/>
          <a:ext cx="6657975" cy="403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1090930">
                        <a:lnSpc>
                          <a:spcPts val="17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b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80744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220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302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588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f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185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8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g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058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h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093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55880">
                        <a:lnSpc>
                          <a:spcPts val="17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8419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j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01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k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6614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445251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056053" y="1855288"/>
          <a:ext cx="6657975" cy="403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1090930">
                        <a:lnSpc>
                          <a:spcPts val="17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b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80744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220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302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588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f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185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8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g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058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h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093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55880">
                        <a:lnSpc>
                          <a:spcPts val="17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8419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j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01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k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6614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445251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056053" y="1855288"/>
          <a:ext cx="6657975" cy="403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1090930">
                        <a:lnSpc>
                          <a:spcPts val="17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b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80744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220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302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588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f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185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8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g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058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h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093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55880">
                        <a:lnSpc>
                          <a:spcPts val="17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8419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j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01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k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6614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54</a:t>
            </a:fld>
            <a:endParaRPr spc="-25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445251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056053" y="1855288"/>
          <a:ext cx="6657975" cy="403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1090930">
                        <a:lnSpc>
                          <a:spcPts val="17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b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80744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220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302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588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f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185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8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g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058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h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093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55880">
                        <a:lnSpc>
                          <a:spcPts val="17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8419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j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01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k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6614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55</a:t>
            </a:fld>
            <a:endParaRPr spc="-25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445251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056053" y="1855288"/>
          <a:ext cx="6657975" cy="403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1090930">
                        <a:lnSpc>
                          <a:spcPts val="17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b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80744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220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302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588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f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185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8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g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058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h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093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55880">
                        <a:lnSpc>
                          <a:spcPts val="17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8419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j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01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k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6614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445251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056053" y="1855288"/>
          <a:ext cx="6657975" cy="403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1090930">
                        <a:lnSpc>
                          <a:spcPts val="17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b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80744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220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302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588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f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185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8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g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058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h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093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55880">
                        <a:lnSpc>
                          <a:spcPts val="17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8419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j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01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k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6614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57</a:t>
            </a:fld>
            <a:endParaRPr spc="-25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445251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056053" y="1855288"/>
          <a:ext cx="6657975" cy="403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1090930">
                        <a:lnSpc>
                          <a:spcPts val="17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b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80744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220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302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588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f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185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8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g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058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h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093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55880">
                        <a:lnSpc>
                          <a:spcPts val="17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8419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j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01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k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6614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58</a:t>
            </a:fld>
            <a:endParaRPr spc="-25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445251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076188" y="1944618"/>
            <a:ext cx="469900" cy="471170"/>
            <a:chOff x="6076188" y="1944618"/>
            <a:chExt cx="469900" cy="471170"/>
          </a:xfrm>
        </p:grpSpPr>
        <p:sp>
          <p:nvSpPr>
            <p:cNvPr id="16" name="object 16"/>
            <p:cNvSpPr/>
            <p:nvPr/>
          </p:nvSpPr>
          <p:spPr>
            <a:xfrm>
              <a:off x="6082284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76188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46367" y="2021809"/>
            <a:ext cx="129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92879" y="1944618"/>
            <a:ext cx="469900" cy="471170"/>
            <a:chOff x="3992879" y="1944618"/>
            <a:chExt cx="469900" cy="471170"/>
          </a:xfrm>
        </p:grpSpPr>
        <p:sp>
          <p:nvSpPr>
            <p:cNvPr id="20" name="object 20"/>
            <p:cNvSpPr/>
            <p:nvPr/>
          </p:nvSpPr>
          <p:spPr>
            <a:xfrm>
              <a:off x="3998975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92879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52391" y="20218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157971" y="1944618"/>
            <a:ext cx="471170" cy="471170"/>
            <a:chOff x="8157971" y="1944618"/>
            <a:chExt cx="471170" cy="471170"/>
          </a:xfrm>
        </p:grpSpPr>
        <p:sp>
          <p:nvSpPr>
            <p:cNvPr id="24" name="object 24"/>
            <p:cNvSpPr/>
            <p:nvPr/>
          </p:nvSpPr>
          <p:spPr>
            <a:xfrm>
              <a:off x="8164067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57971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315883" y="202180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09572" y="1944618"/>
            <a:ext cx="471170" cy="471170"/>
            <a:chOff x="1909572" y="1944618"/>
            <a:chExt cx="471170" cy="471170"/>
          </a:xfrm>
        </p:grpSpPr>
        <p:sp>
          <p:nvSpPr>
            <p:cNvPr id="28" name="object 28"/>
            <p:cNvSpPr/>
            <p:nvPr/>
          </p:nvSpPr>
          <p:spPr>
            <a:xfrm>
              <a:off x="1915668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09572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69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075103" y="2021809"/>
            <a:ext cx="14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372867" y="2161026"/>
            <a:ext cx="5791200" cy="2007235"/>
            <a:chOff x="2372867" y="2161026"/>
            <a:chExt cx="5791200" cy="2007235"/>
          </a:xfrm>
        </p:grpSpPr>
        <p:sp>
          <p:nvSpPr>
            <p:cNvPr id="32" name="object 32"/>
            <p:cNvSpPr/>
            <p:nvPr/>
          </p:nvSpPr>
          <p:spPr>
            <a:xfrm>
              <a:off x="2372868" y="2161026"/>
              <a:ext cx="5791200" cy="40005"/>
            </a:xfrm>
            <a:custGeom>
              <a:avLst/>
              <a:gdLst/>
              <a:ahLst/>
              <a:cxnLst/>
              <a:rect l="l" t="t" r="r" b="b"/>
              <a:pathLst>
                <a:path w="5791200" h="40005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  <a:path w="5791200" h="40005">
                  <a:moveTo>
                    <a:pt x="3709416" y="1524"/>
                  </a:moveTo>
                  <a:lnTo>
                    <a:pt x="2083308" y="0"/>
                  </a:lnTo>
                  <a:lnTo>
                    <a:pt x="2083308" y="38100"/>
                  </a:lnTo>
                  <a:lnTo>
                    <a:pt x="3709416" y="39624"/>
                  </a:lnTo>
                  <a:lnTo>
                    <a:pt x="3709416" y="1524"/>
                  </a:lnTo>
                  <a:close/>
                </a:path>
                <a:path w="5791200" h="40005">
                  <a:moveTo>
                    <a:pt x="5791200" y="1524"/>
                  </a:moveTo>
                  <a:lnTo>
                    <a:pt x="4166603" y="0"/>
                  </a:lnTo>
                  <a:lnTo>
                    <a:pt x="4166603" y="38100"/>
                  </a:lnTo>
                  <a:lnTo>
                    <a:pt x="5791200" y="39624"/>
                  </a:lnTo>
                  <a:lnTo>
                    <a:pt x="5791200" y="1524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82283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76188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240195" y="3774485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992879" y="3697218"/>
            <a:ext cx="469900" cy="471170"/>
            <a:chOff x="3992879" y="3697218"/>
            <a:chExt cx="469900" cy="471170"/>
          </a:xfrm>
        </p:grpSpPr>
        <p:sp>
          <p:nvSpPr>
            <p:cNvPr id="37" name="object 37"/>
            <p:cNvSpPr/>
            <p:nvPr/>
          </p:nvSpPr>
          <p:spPr>
            <a:xfrm>
              <a:off x="3998975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992879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178223" y="3774485"/>
            <a:ext cx="10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f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8157971" y="3697218"/>
            <a:ext cx="471170" cy="471170"/>
            <a:chOff x="8157971" y="3697218"/>
            <a:chExt cx="471170" cy="471170"/>
          </a:xfrm>
        </p:grpSpPr>
        <p:sp>
          <p:nvSpPr>
            <p:cNvPr id="41" name="object 41"/>
            <p:cNvSpPr/>
            <p:nvPr/>
          </p:nvSpPr>
          <p:spPr>
            <a:xfrm>
              <a:off x="8164067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157971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314511" y="3774485"/>
            <a:ext cx="158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h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909572" y="3697218"/>
            <a:ext cx="471170" cy="471170"/>
            <a:chOff x="1909572" y="3697218"/>
            <a:chExt cx="471170" cy="471170"/>
          </a:xfrm>
        </p:grpSpPr>
        <p:sp>
          <p:nvSpPr>
            <p:cNvPr id="45" name="object 45"/>
            <p:cNvSpPr/>
            <p:nvPr/>
          </p:nvSpPr>
          <p:spPr>
            <a:xfrm>
              <a:off x="1915668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909572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076704" y="3774485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372867" y="3913626"/>
            <a:ext cx="5791200" cy="2083435"/>
            <a:chOff x="2372867" y="3913626"/>
            <a:chExt cx="5791200" cy="2083435"/>
          </a:xfrm>
        </p:grpSpPr>
        <p:sp>
          <p:nvSpPr>
            <p:cNvPr id="49" name="object 49"/>
            <p:cNvSpPr/>
            <p:nvPr/>
          </p:nvSpPr>
          <p:spPr>
            <a:xfrm>
              <a:off x="2372868" y="3913626"/>
              <a:ext cx="1626235" cy="40005"/>
            </a:xfrm>
            <a:custGeom>
              <a:avLst/>
              <a:gdLst/>
              <a:ahLst/>
              <a:cxnLst/>
              <a:rect l="l" t="t" r="r" b="b"/>
              <a:pathLst>
                <a:path w="1626235" h="40004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456176" y="3927342"/>
              <a:ext cx="3708400" cy="12700"/>
            </a:xfrm>
            <a:custGeom>
              <a:avLst/>
              <a:gdLst/>
              <a:ahLst/>
              <a:cxnLst/>
              <a:rect l="l" t="t" r="r" b="b"/>
              <a:pathLst>
                <a:path w="3708400" h="12700">
                  <a:moveTo>
                    <a:pt x="1626108" y="1524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626108" y="12192"/>
                  </a:lnTo>
                  <a:lnTo>
                    <a:pt x="1626108" y="1524"/>
                  </a:lnTo>
                  <a:close/>
                </a:path>
                <a:path w="3708400" h="12700">
                  <a:moveTo>
                    <a:pt x="3707892" y="1524"/>
                  </a:moveTo>
                  <a:lnTo>
                    <a:pt x="2083295" y="0"/>
                  </a:lnTo>
                  <a:lnTo>
                    <a:pt x="2083295" y="10668"/>
                  </a:lnTo>
                  <a:lnTo>
                    <a:pt x="3707892" y="12192"/>
                  </a:lnTo>
                  <a:lnTo>
                    <a:pt x="3707892" y="1524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082283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076188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3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3"/>
                  </a:lnTo>
                  <a:lnTo>
                    <a:pt x="10667" y="166116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6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2"/>
                  </a:lnTo>
                  <a:lnTo>
                    <a:pt x="259079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8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8"/>
                  </a:lnTo>
                  <a:lnTo>
                    <a:pt x="38100" y="341375"/>
                  </a:lnTo>
                  <a:lnTo>
                    <a:pt x="21336" y="301752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8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62484" y="94487"/>
                  </a:lnTo>
                  <a:lnTo>
                    <a:pt x="92963" y="64007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6"/>
                  </a:lnTo>
                  <a:lnTo>
                    <a:pt x="312420" y="13716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20" y="13716"/>
                  </a:moveTo>
                  <a:lnTo>
                    <a:pt x="257556" y="13716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6"/>
                  </a:lnTo>
                  <a:lnTo>
                    <a:pt x="391667" y="77724"/>
                  </a:lnTo>
                  <a:lnTo>
                    <a:pt x="419100" y="111252"/>
                  </a:lnTo>
                  <a:lnTo>
                    <a:pt x="438912" y="149352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8"/>
                  </a:lnTo>
                  <a:lnTo>
                    <a:pt x="457200" y="236219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2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8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40"/>
                  </a:lnTo>
                  <a:lnTo>
                    <a:pt x="469391" y="246887"/>
                  </a:lnTo>
                  <a:lnTo>
                    <a:pt x="469391" y="222504"/>
                  </a:lnTo>
                  <a:lnTo>
                    <a:pt x="458723" y="164592"/>
                  </a:lnTo>
                  <a:lnTo>
                    <a:pt x="429767" y="103631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20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6237223" y="5603285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k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992879" y="5526018"/>
            <a:ext cx="469900" cy="471170"/>
            <a:chOff x="3992879" y="5526018"/>
            <a:chExt cx="469900" cy="471170"/>
          </a:xfrm>
        </p:grpSpPr>
        <p:sp>
          <p:nvSpPr>
            <p:cNvPr id="55" name="object 55"/>
            <p:cNvSpPr/>
            <p:nvPr/>
          </p:nvSpPr>
          <p:spPr>
            <a:xfrm>
              <a:off x="3998975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992879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4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8"/>
                  </a:lnTo>
                  <a:lnTo>
                    <a:pt x="187452" y="466344"/>
                  </a:lnTo>
                  <a:lnTo>
                    <a:pt x="211836" y="469392"/>
                  </a:lnTo>
                  <a:lnTo>
                    <a:pt x="259080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2"/>
                  </a:lnTo>
                  <a:lnTo>
                    <a:pt x="92964" y="406907"/>
                  </a:lnTo>
                  <a:lnTo>
                    <a:pt x="62484" y="376428"/>
                  </a:lnTo>
                  <a:lnTo>
                    <a:pt x="39624" y="341375"/>
                  </a:lnTo>
                  <a:lnTo>
                    <a:pt x="22860" y="301752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8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77724" y="77724"/>
                  </a:lnTo>
                  <a:lnTo>
                    <a:pt x="111252" y="50292"/>
                  </a:lnTo>
                  <a:lnTo>
                    <a:pt x="149352" y="30480"/>
                  </a:lnTo>
                  <a:lnTo>
                    <a:pt x="211836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6"/>
                  </a:moveTo>
                  <a:lnTo>
                    <a:pt x="257556" y="13716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7"/>
                  </a:lnTo>
                  <a:lnTo>
                    <a:pt x="406908" y="94487"/>
                  </a:lnTo>
                  <a:lnTo>
                    <a:pt x="429768" y="129540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8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2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2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2"/>
                  </a:lnTo>
                  <a:lnTo>
                    <a:pt x="441960" y="123443"/>
                  </a:lnTo>
                  <a:lnTo>
                    <a:pt x="416052" y="85343"/>
                  </a:lnTo>
                  <a:lnTo>
                    <a:pt x="384048" y="53340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4182795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j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8157971" y="5526018"/>
            <a:ext cx="471170" cy="471170"/>
            <a:chOff x="8157971" y="5526018"/>
            <a:chExt cx="471170" cy="471170"/>
          </a:xfrm>
        </p:grpSpPr>
        <p:sp>
          <p:nvSpPr>
            <p:cNvPr id="59" name="object 59"/>
            <p:cNvSpPr/>
            <p:nvPr/>
          </p:nvSpPr>
          <p:spPr>
            <a:xfrm>
              <a:off x="8164067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157971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20" y="470916"/>
                  </a:lnTo>
                  <a:lnTo>
                    <a:pt x="248411" y="469392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6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4" y="341375"/>
                  </a:lnTo>
                  <a:lnTo>
                    <a:pt x="22859" y="301752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4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2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4"/>
                  </a:lnTo>
                  <a:lnTo>
                    <a:pt x="469392" y="210312"/>
                  </a:lnTo>
                  <a:lnTo>
                    <a:pt x="460248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8" y="53340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8347888" y="5603285"/>
            <a:ext cx="90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l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1909572" y="5526018"/>
            <a:ext cx="471170" cy="471170"/>
            <a:chOff x="1909572" y="5526018"/>
            <a:chExt cx="471170" cy="471170"/>
          </a:xfrm>
        </p:grpSpPr>
        <p:sp>
          <p:nvSpPr>
            <p:cNvPr id="63" name="object 63"/>
            <p:cNvSpPr/>
            <p:nvPr/>
          </p:nvSpPr>
          <p:spPr>
            <a:xfrm>
              <a:off x="1915668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909572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19" y="470916"/>
                  </a:lnTo>
                  <a:lnTo>
                    <a:pt x="248411" y="469392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7" y="166116"/>
                  </a:lnTo>
                  <a:lnTo>
                    <a:pt x="1523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6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3" y="341375"/>
                  </a:lnTo>
                  <a:lnTo>
                    <a:pt x="22859" y="301752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3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1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4"/>
                  </a:lnTo>
                  <a:lnTo>
                    <a:pt x="469391" y="210312"/>
                  </a:lnTo>
                  <a:lnTo>
                    <a:pt x="460247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7" y="53340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2099564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2124455" y="2409438"/>
            <a:ext cx="6274435" cy="3373120"/>
            <a:chOff x="2124455" y="2409438"/>
            <a:chExt cx="6274435" cy="3373120"/>
          </a:xfrm>
        </p:grpSpPr>
        <p:sp>
          <p:nvSpPr>
            <p:cNvPr id="67" name="object 67"/>
            <p:cNvSpPr/>
            <p:nvPr/>
          </p:nvSpPr>
          <p:spPr>
            <a:xfrm>
              <a:off x="2372868" y="5742426"/>
              <a:ext cx="1626235" cy="40005"/>
            </a:xfrm>
            <a:custGeom>
              <a:avLst/>
              <a:gdLst/>
              <a:ahLst/>
              <a:cxnLst/>
              <a:rect l="l" t="t" r="r" b="b"/>
              <a:pathLst>
                <a:path w="1626235" h="40004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456176" y="5756142"/>
              <a:ext cx="3708400" cy="12700"/>
            </a:xfrm>
            <a:custGeom>
              <a:avLst/>
              <a:gdLst/>
              <a:ahLst/>
              <a:cxnLst/>
              <a:rect l="l" t="t" r="r" b="b"/>
              <a:pathLst>
                <a:path w="3708400" h="12700">
                  <a:moveTo>
                    <a:pt x="1626108" y="1524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626108" y="12192"/>
                  </a:lnTo>
                  <a:lnTo>
                    <a:pt x="1626108" y="1524"/>
                  </a:lnTo>
                  <a:close/>
                </a:path>
                <a:path w="3708400" h="12700">
                  <a:moveTo>
                    <a:pt x="3707892" y="1524"/>
                  </a:moveTo>
                  <a:lnTo>
                    <a:pt x="2083295" y="0"/>
                  </a:lnTo>
                  <a:lnTo>
                    <a:pt x="2083295" y="10668"/>
                  </a:lnTo>
                  <a:lnTo>
                    <a:pt x="3707892" y="12192"/>
                  </a:lnTo>
                  <a:lnTo>
                    <a:pt x="3707892" y="1524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124456" y="2409438"/>
              <a:ext cx="40005" cy="1295400"/>
            </a:xfrm>
            <a:custGeom>
              <a:avLst/>
              <a:gdLst/>
              <a:ahLst/>
              <a:cxnLst/>
              <a:rect l="l" t="t" r="r" b="b"/>
              <a:pathLst>
                <a:path w="40005" h="1295400">
                  <a:moveTo>
                    <a:pt x="39624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38100" y="12954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221480" y="2409438"/>
              <a:ext cx="4177665" cy="1295400"/>
            </a:xfrm>
            <a:custGeom>
              <a:avLst/>
              <a:gdLst/>
              <a:ahLst/>
              <a:cxnLst/>
              <a:rect l="l" t="t" r="r" b="b"/>
              <a:pathLst>
                <a:path w="4177665" h="1295400">
                  <a:moveTo>
                    <a:pt x="12192" y="0"/>
                  </a:moveTo>
                  <a:lnTo>
                    <a:pt x="3048" y="0"/>
                  </a:lnTo>
                  <a:lnTo>
                    <a:pt x="0" y="1295400"/>
                  </a:lnTo>
                  <a:lnTo>
                    <a:pt x="10668" y="1295400"/>
                  </a:lnTo>
                  <a:lnTo>
                    <a:pt x="12192" y="0"/>
                  </a:lnTo>
                  <a:close/>
                </a:path>
                <a:path w="4177665" h="1295400">
                  <a:moveTo>
                    <a:pt x="2093976" y="0"/>
                  </a:moveTo>
                  <a:lnTo>
                    <a:pt x="2084832" y="0"/>
                  </a:lnTo>
                  <a:lnTo>
                    <a:pt x="2083308" y="1295400"/>
                  </a:lnTo>
                  <a:lnTo>
                    <a:pt x="2092452" y="1295400"/>
                  </a:lnTo>
                  <a:lnTo>
                    <a:pt x="2093976" y="0"/>
                  </a:lnTo>
                  <a:close/>
                </a:path>
                <a:path w="4177665" h="1295400">
                  <a:moveTo>
                    <a:pt x="4177284" y="0"/>
                  </a:moveTo>
                  <a:lnTo>
                    <a:pt x="4168140" y="0"/>
                  </a:lnTo>
                  <a:lnTo>
                    <a:pt x="4166616" y="1295400"/>
                  </a:lnTo>
                  <a:lnTo>
                    <a:pt x="4175760" y="1295400"/>
                  </a:lnTo>
                  <a:lnTo>
                    <a:pt x="4177284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124456" y="4162038"/>
              <a:ext cx="40005" cy="1371600"/>
            </a:xfrm>
            <a:custGeom>
              <a:avLst/>
              <a:gdLst/>
              <a:ahLst/>
              <a:cxnLst/>
              <a:rect l="l" t="t" r="r" b="b"/>
              <a:pathLst>
                <a:path w="40005" h="1371600">
                  <a:moveTo>
                    <a:pt x="39624" y="0"/>
                  </a:moveTo>
                  <a:lnTo>
                    <a:pt x="1524" y="0"/>
                  </a:lnTo>
                  <a:lnTo>
                    <a:pt x="0" y="1371600"/>
                  </a:lnTo>
                  <a:lnTo>
                    <a:pt x="38100" y="13716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221480" y="4162038"/>
              <a:ext cx="4177665" cy="1371600"/>
            </a:xfrm>
            <a:custGeom>
              <a:avLst/>
              <a:gdLst/>
              <a:ahLst/>
              <a:cxnLst/>
              <a:rect l="l" t="t" r="r" b="b"/>
              <a:pathLst>
                <a:path w="4177665" h="1371600">
                  <a:moveTo>
                    <a:pt x="12192" y="0"/>
                  </a:moveTo>
                  <a:lnTo>
                    <a:pt x="3048" y="0"/>
                  </a:lnTo>
                  <a:lnTo>
                    <a:pt x="0" y="1371600"/>
                  </a:lnTo>
                  <a:lnTo>
                    <a:pt x="10668" y="1371600"/>
                  </a:lnTo>
                  <a:lnTo>
                    <a:pt x="12192" y="0"/>
                  </a:lnTo>
                  <a:close/>
                </a:path>
                <a:path w="4177665" h="1371600">
                  <a:moveTo>
                    <a:pt x="2093976" y="0"/>
                  </a:moveTo>
                  <a:lnTo>
                    <a:pt x="2084832" y="0"/>
                  </a:lnTo>
                  <a:lnTo>
                    <a:pt x="2083308" y="1371600"/>
                  </a:lnTo>
                  <a:lnTo>
                    <a:pt x="2092452" y="1371600"/>
                  </a:lnTo>
                  <a:lnTo>
                    <a:pt x="2093976" y="0"/>
                  </a:lnTo>
                  <a:close/>
                </a:path>
                <a:path w="4177665" h="1371600">
                  <a:moveTo>
                    <a:pt x="4177284" y="0"/>
                  </a:moveTo>
                  <a:lnTo>
                    <a:pt x="4168140" y="0"/>
                  </a:lnTo>
                  <a:lnTo>
                    <a:pt x="4166616" y="1371600"/>
                  </a:lnTo>
                  <a:lnTo>
                    <a:pt x="4175760" y="1371600"/>
                  </a:lnTo>
                  <a:lnTo>
                    <a:pt x="4177284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3134436" y="1823613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0" name="object 9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91" name="object 9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92" name="object 9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59</a:t>
            </a:fld>
            <a:endParaRPr spc="-25" dirty="0"/>
          </a:p>
        </p:txBody>
      </p:sp>
      <p:sp>
        <p:nvSpPr>
          <p:cNvPr id="74" name="object 74"/>
          <p:cNvSpPr txBox="1"/>
          <p:nvPr/>
        </p:nvSpPr>
        <p:spPr>
          <a:xfrm>
            <a:off x="5193207" y="18236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264324" y="1823613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135807" y="3576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188635" y="3576289"/>
            <a:ext cx="16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253808" y="35762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134436" y="540508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196408" y="54050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249236" y="54050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218435" y="28904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247468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364304" y="28904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4063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84637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4351959" y="4719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6438391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8463788" y="47192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445251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076188" y="1944618"/>
            <a:ext cx="469900" cy="471170"/>
            <a:chOff x="6076188" y="1944618"/>
            <a:chExt cx="469900" cy="471170"/>
          </a:xfrm>
        </p:grpSpPr>
        <p:sp>
          <p:nvSpPr>
            <p:cNvPr id="16" name="object 16"/>
            <p:cNvSpPr/>
            <p:nvPr/>
          </p:nvSpPr>
          <p:spPr>
            <a:xfrm>
              <a:off x="6082284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76188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46367" y="2021809"/>
            <a:ext cx="129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92879" y="1944618"/>
            <a:ext cx="469900" cy="471170"/>
            <a:chOff x="3992879" y="1944618"/>
            <a:chExt cx="469900" cy="471170"/>
          </a:xfrm>
        </p:grpSpPr>
        <p:sp>
          <p:nvSpPr>
            <p:cNvPr id="20" name="object 20"/>
            <p:cNvSpPr/>
            <p:nvPr/>
          </p:nvSpPr>
          <p:spPr>
            <a:xfrm>
              <a:off x="3998975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92879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52391" y="20218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157971" y="1944618"/>
            <a:ext cx="471170" cy="471170"/>
            <a:chOff x="8157971" y="1944618"/>
            <a:chExt cx="471170" cy="471170"/>
          </a:xfrm>
        </p:grpSpPr>
        <p:sp>
          <p:nvSpPr>
            <p:cNvPr id="24" name="object 24"/>
            <p:cNvSpPr/>
            <p:nvPr/>
          </p:nvSpPr>
          <p:spPr>
            <a:xfrm>
              <a:off x="8164067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57971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315883" y="202180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09572" y="1944618"/>
            <a:ext cx="471170" cy="471170"/>
            <a:chOff x="1909572" y="1944618"/>
            <a:chExt cx="471170" cy="471170"/>
          </a:xfrm>
        </p:grpSpPr>
        <p:sp>
          <p:nvSpPr>
            <p:cNvPr id="28" name="object 28"/>
            <p:cNvSpPr/>
            <p:nvPr/>
          </p:nvSpPr>
          <p:spPr>
            <a:xfrm>
              <a:off x="1915668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09572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69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075103" y="2021809"/>
            <a:ext cx="14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372867" y="2161026"/>
            <a:ext cx="5791200" cy="2007235"/>
            <a:chOff x="2372867" y="2161026"/>
            <a:chExt cx="5791200" cy="2007235"/>
          </a:xfrm>
        </p:grpSpPr>
        <p:sp>
          <p:nvSpPr>
            <p:cNvPr id="32" name="object 32"/>
            <p:cNvSpPr/>
            <p:nvPr/>
          </p:nvSpPr>
          <p:spPr>
            <a:xfrm>
              <a:off x="2372868" y="2161026"/>
              <a:ext cx="5791200" cy="1999614"/>
            </a:xfrm>
            <a:custGeom>
              <a:avLst/>
              <a:gdLst/>
              <a:ahLst/>
              <a:cxnLst/>
              <a:rect l="l" t="t" r="r" b="b"/>
              <a:pathLst>
                <a:path w="5791200" h="1999614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  <a:path w="5791200" h="1999614">
                  <a:moveTo>
                    <a:pt x="3709416" y="1524"/>
                  </a:moveTo>
                  <a:lnTo>
                    <a:pt x="2083308" y="0"/>
                  </a:lnTo>
                  <a:lnTo>
                    <a:pt x="2083308" y="38100"/>
                  </a:lnTo>
                  <a:lnTo>
                    <a:pt x="3709416" y="39624"/>
                  </a:lnTo>
                  <a:lnTo>
                    <a:pt x="3709416" y="1524"/>
                  </a:lnTo>
                  <a:close/>
                </a:path>
                <a:path w="5791200" h="1999614">
                  <a:moveTo>
                    <a:pt x="4166603" y="1770888"/>
                  </a:moveTo>
                  <a:lnTo>
                    <a:pt x="4161980" y="1725193"/>
                  </a:lnTo>
                  <a:lnTo>
                    <a:pt x="4148683" y="1682457"/>
                  </a:lnTo>
                  <a:lnTo>
                    <a:pt x="4127627" y="1643646"/>
                  </a:lnTo>
                  <a:lnTo>
                    <a:pt x="4099750" y="1609725"/>
                  </a:lnTo>
                  <a:lnTo>
                    <a:pt x="4065930" y="1581670"/>
                  </a:lnTo>
                  <a:lnTo>
                    <a:pt x="4027093" y="1560436"/>
                  </a:lnTo>
                  <a:lnTo>
                    <a:pt x="3984155" y="1546987"/>
                  </a:lnTo>
                  <a:lnTo>
                    <a:pt x="3938016" y="1542288"/>
                  </a:lnTo>
                  <a:lnTo>
                    <a:pt x="3891864" y="1546987"/>
                  </a:lnTo>
                  <a:lnTo>
                    <a:pt x="3848925" y="1560436"/>
                  </a:lnTo>
                  <a:lnTo>
                    <a:pt x="3810089" y="1581670"/>
                  </a:lnTo>
                  <a:lnTo>
                    <a:pt x="3776281" y="1609725"/>
                  </a:lnTo>
                  <a:lnTo>
                    <a:pt x="3748392" y="1643646"/>
                  </a:lnTo>
                  <a:lnTo>
                    <a:pt x="3727335" y="1682457"/>
                  </a:lnTo>
                  <a:lnTo>
                    <a:pt x="3714038" y="1725193"/>
                  </a:lnTo>
                  <a:lnTo>
                    <a:pt x="3709416" y="1770888"/>
                  </a:lnTo>
                  <a:lnTo>
                    <a:pt x="3714038" y="1817039"/>
                  </a:lnTo>
                  <a:lnTo>
                    <a:pt x="3727335" y="1859978"/>
                  </a:lnTo>
                  <a:lnTo>
                    <a:pt x="3748392" y="1898815"/>
                  </a:lnTo>
                  <a:lnTo>
                    <a:pt x="3776281" y="1932622"/>
                  </a:lnTo>
                  <a:lnTo>
                    <a:pt x="3810089" y="1960511"/>
                  </a:lnTo>
                  <a:lnTo>
                    <a:pt x="3848925" y="1981568"/>
                  </a:lnTo>
                  <a:lnTo>
                    <a:pt x="3891864" y="1994865"/>
                  </a:lnTo>
                  <a:lnTo>
                    <a:pt x="3938016" y="1999488"/>
                  </a:lnTo>
                  <a:lnTo>
                    <a:pt x="3984155" y="1994865"/>
                  </a:lnTo>
                  <a:lnTo>
                    <a:pt x="4027093" y="1981568"/>
                  </a:lnTo>
                  <a:lnTo>
                    <a:pt x="4065930" y="1960511"/>
                  </a:lnTo>
                  <a:lnTo>
                    <a:pt x="4099750" y="1932622"/>
                  </a:lnTo>
                  <a:lnTo>
                    <a:pt x="4127627" y="1898815"/>
                  </a:lnTo>
                  <a:lnTo>
                    <a:pt x="4148683" y="1859978"/>
                  </a:lnTo>
                  <a:lnTo>
                    <a:pt x="4161980" y="1817039"/>
                  </a:lnTo>
                  <a:lnTo>
                    <a:pt x="4166603" y="1770888"/>
                  </a:lnTo>
                  <a:close/>
                </a:path>
                <a:path w="5791200" h="1999614">
                  <a:moveTo>
                    <a:pt x="5791200" y="1524"/>
                  </a:moveTo>
                  <a:lnTo>
                    <a:pt x="4166603" y="0"/>
                  </a:lnTo>
                  <a:lnTo>
                    <a:pt x="4166603" y="38100"/>
                  </a:lnTo>
                  <a:lnTo>
                    <a:pt x="5791200" y="39624"/>
                  </a:lnTo>
                  <a:lnTo>
                    <a:pt x="5791200" y="1524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76188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240195" y="3774485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992879" y="3697218"/>
            <a:ext cx="469900" cy="471170"/>
            <a:chOff x="3992879" y="3697218"/>
            <a:chExt cx="469900" cy="471170"/>
          </a:xfrm>
        </p:grpSpPr>
        <p:sp>
          <p:nvSpPr>
            <p:cNvPr id="36" name="object 36"/>
            <p:cNvSpPr/>
            <p:nvPr/>
          </p:nvSpPr>
          <p:spPr>
            <a:xfrm>
              <a:off x="3998975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992879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178223" y="3774485"/>
            <a:ext cx="10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f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157971" y="3697218"/>
            <a:ext cx="471170" cy="471170"/>
            <a:chOff x="8157971" y="3697218"/>
            <a:chExt cx="471170" cy="471170"/>
          </a:xfrm>
        </p:grpSpPr>
        <p:sp>
          <p:nvSpPr>
            <p:cNvPr id="40" name="object 40"/>
            <p:cNvSpPr/>
            <p:nvPr/>
          </p:nvSpPr>
          <p:spPr>
            <a:xfrm>
              <a:off x="8164067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157971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314511" y="3774485"/>
            <a:ext cx="158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h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909572" y="3697218"/>
            <a:ext cx="471170" cy="471170"/>
            <a:chOff x="1909572" y="3697218"/>
            <a:chExt cx="471170" cy="471170"/>
          </a:xfrm>
        </p:grpSpPr>
        <p:sp>
          <p:nvSpPr>
            <p:cNvPr id="44" name="object 44"/>
            <p:cNvSpPr/>
            <p:nvPr/>
          </p:nvSpPr>
          <p:spPr>
            <a:xfrm>
              <a:off x="1915668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909572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076704" y="3774485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2372867" y="3913626"/>
            <a:ext cx="5791200" cy="2083435"/>
            <a:chOff x="2372867" y="3913626"/>
            <a:chExt cx="5791200" cy="2083435"/>
          </a:xfrm>
        </p:grpSpPr>
        <p:sp>
          <p:nvSpPr>
            <p:cNvPr id="48" name="object 48"/>
            <p:cNvSpPr/>
            <p:nvPr/>
          </p:nvSpPr>
          <p:spPr>
            <a:xfrm>
              <a:off x="2372868" y="3913626"/>
              <a:ext cx="1626235" cy="40005"/>
            </a:xfrm>
            <a:custGeom>
              <a:avLst/>
              <a:gdLst/>
              <a:ahLst/>
              <a:cxnLst/>
              <a:rect l="l" t="t" r="r" b="b"/>
              <a:pathLst>
                <a:path w="1626235" h="40004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456176" y="3927342"/>
              <a:ext cx="3708400" cy="12700"/>
            </a:xfrm>
            <a:custGeom>
              <a:avLst/>
              <a:gdLst/>
              <a:ahLst/>
              <a:cxnLst/>
              <a:rect l="l" t="t" r="r" b="b"/>
              <a:pathLst>
                <a:path w="3708400" h="12700">
                  <a:moveTo>
                    <a:pt x="1626108" y="1524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626108" y="12192"/>
                  </a:lnTo>
                  <a:lnTo>
                    <a:pt x="1626108" y="1524"/>
                  </a:lnTo>
                  <a:close/>
                </a:path>
                <a:path w="3708400" h="12700">
                  <a:moveTo>
                    <a:pt x="3707892" y="1524"/>
                  </a:moveTo>
                  <a:lnTo>
                    <a:pt x="2083295" y="0"/>
                  </a:lnTo>
                  <a:lnTo>
                    <a:pt x="2083295" y="10668"/>
                  </a:lnTo>
                  <a:lnTo>
                    <a:pt x="3707892" y="12192"/>
                  </a:lnTo>
                  <a:lnTo>
                    <a:pt x="3707892" y="1524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082283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076188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3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3"/>
                  </a:lnTo>
                  <a:lnTo>
                    <a:pt x="10667" y="166116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6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2"/>
                  </a:lnTo>
                  <a:lnTo>
                    <a:pt x="259079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8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8"/>
                  </a:lnTo>
                  <a:lnTo>
                    <a:pt x="38100" y="341375"/>
                  </a:lnTo>
                  <a:lnTo>
                    <a:pt x="21336" y="301752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8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62484" y="94487"/>
                  </a:lnTo>
                  <a:lnTo>
                    <a:pt x="92963" y="64007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6"/>
                  </a:lnTo>
                  <a:lnTo>
                    <a:pt x="312420" y="13716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20" y="13716"/>
                  </a:moveTo>
                  <a:lnTo>
                    <a:pt x="257556" y="13716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6"/>
                  </a:lnTo>
                  <a:lnTo>
                    <a:pt x="391667" y="77724"/>
                  </a:lnTo>
                  <a:lnTo>
                    <a:pt x="419100" y="111252"/>
                  </a:lnTo>
                  <a:lnTo>
                    <a:pt x="438912" y="149352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8"/>
                  </a:lnTo>
                  <a:lnTo>
                    <a:pt x="457200" y="236219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2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8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40"/>
                  </a:lnTo>
                  <a:lnTo>
                    <a:pt x="469391" y="246887"/>
                  </a:lnTo>
                  <a:lnTo>
                    <a:pt x="469391" y="222504"/>
                  </a:lnTo>
                  <a:lnTo>
                    <a:pt x="458723" y="164592"/>
                  </a:lnTo>
                  <a:lnTo>
                    <a:pt x="429767" y="103631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20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237223" y="5603285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k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992879" y="5526018"/>
            <a:ext cx="469900" cy="471170"/>
            <a:chOff x="3992879" y="5526018"/>
            <a:chExt cx="469900" cy="471170"/>
          </a:xfrm>
        </p:grpSpPr>
        <p:sp>
          <p:nvSpPr>
            <p:cNvPr id="54" name="object 54"/>
            <p:cNvSpPr/>
            <p:nvPr/>
          </p:nvSpPr>
          <p:spPr>
            <a:xfrm>
              <a:off x="3998975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992879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4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8"/>
                  </a:lnTo>
                  <a:lnTo>
                    <a:pt x="187452" y="466344"/>
                  </a:lnTo>
                  <a:lnTo>
                    <a:pt x="211836" y="469392"/>
                  </a:lnTo>
                  <a:lnTo>
                    <a:pt x="259080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2"/>
                  </a:lnTo>
                  <a:lnTo>
                    <a:pt x="92964" y="406907"/>
                  </a:lnTo>
                  <a:lnTo>
                    <a:pt x="62484" y="376428"/>
                  </a:lnTo>
                  <a:lnTo>
                    <a:pt x="39624" y="341375"/>
                  </a:lnTo>
                  <a:lnTo>
                    <a:pt x="22860" y="301752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8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77724" y="77724"/>
                  </a:lnTo>
                  <a:lnTo>
                    <a:pt x="111252" y="50292"/>
                  </a:lnTo>
                  <a:lnTo>
                    <a:pt x="149352" y="30480"/>
                  </a:lnTo>
                  <a:lnTo>
                    <a:pt x="211836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6"/>
                  </a:moveTo>
                  <a:lnTo>
                    <a:pt x="257556" y="13716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7"/>
                  </a:lnTo>
                  <a:lnTo>
                    <a:pt x="406908" y="94487"/>
                  </a:lnTo>
                  <a:lnTo>
                    <a:pt x="429768" y="129540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8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2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2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2"/>
                  </a:lnTo>
                  <a:lnTo>
                    <a:pt x="441960" y="123443"/>
                  </a:lnTo>
                  <a:lnTo>
                    <a:pt x="416052" y="85343"/>
                  </a:lnTo>
                  <a:lnTo>
                    <a:pt x="384048" y="53340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4182795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j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8157971" y="5526018"/>
            <a:ext cx="471170" cy="471170"/>
            <a:chOff x="8157971" y="5526018"/>
            <a:chExt cx="471170" cy="471170"/>
          </a:xfrm>
        </p:grpSpPr>
        <p:sp>
          <p:nvSpPr>
            <p:cNvPr id="58" name="object 58"/>
            <p:cNvSpPr/>
            <p:nvPr/>
          </p:nvSpPr>
          <p:spPr>
            <a:xfrm>
              <a:off x="8164067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157971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20" y="470916"/>
                  </a:lnTo>
                  <a:lnTo>
                    <a:pt x="248411" y="469392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6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4" y="341375"/>
                  </a:lnTo>
                  <a:lnTo>
                    <a:pt x="22859" y="301752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4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2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4"/>
                  </a:lnTo>
                  <a:lnTo>
                    <a:pt x="469392" y="210312"/>
                  </a:lnTo>
                  <a:lnTo>
                    <a:pt x="460248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8" y="53340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8347888" y="5603285"/>
            <a:ext cx="90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l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909572" y="5526018"/>
            <a:ext cx="471170" cy="471170"/>
            <a:chOff x="1909572" y="5526018"/>
            <a:chExt cx="471170" cy="471170"/>
          </a:xfrm>
        </p:grpSpPr>
        <p:sp>
          <p:nvSpPr>
            <p:cNvPr id="62" name="object 62"/>
            <p:cNvSpPr/>
            <p:nvPr/>
          </p:nvSpPr>
          <p:spPr>
            <a:xfrm>
              <a:off x="1915668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909572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19" y="470916"/>
                  </a:lnTo>
                  <a:lnTo>
                    <a:pt x="248411" y="469392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7" y="166116"/>
                  </a:lnTo>
                  <a:lnTo>
                    <a:pt x="1523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6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3" y="341375"/>
                  </a:lnTo>
                  <a:lnTo>
                    <a:pt x="22859" y="301752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3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1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4"/>
                  </a:lnTo>
                  <a:lnTo>
                    <a:pt x="469391" y="210312"/>
                  </a:lnTo>
                  <a:lnTo>
                    <a:pt x="460247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7" y="53340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2099564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2124455" y="2409438"/>
            <a:ext cx="6274435" cy="3373120"/>
            <a:chOff x="2124455" y="2409438"/>
            <a:chExt cx="6274435" cy="3373120"/>
          </a:xfrm>
        </p:grpSpPr>
        <p:sp>
          <p:nvSpPr>
            <p:cNvPr id="66" name="object 66"/>
            <p:cNvSpPr/>
            <p:nvPr/>
          </p:nvSpPr>
          <p:spPr>
            <a:xfrm>
              <a:off x="2372868" y="5742426"/>
              <a:ext cx="1626235" cy="40005"/>
            </a:xfrm>
            <a:custGeom>
              <a:avLst/>
              <a:gdLst/>
              <a:ahLst/>
              <a:cxnLst/>
              <a:rect l="l" t="t" r="r" b="b"/>
              <a:pathLst>
                <a:path w="1626235" h="40004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456176" y="5756142"/>
              <a:ext cx="3708400" cy="12700"/>
            </a:xfrm>
            <a:custGeom>
              <a:avLst/>
              <a:gdLst/>
              <a:ahLst/>
              <a:cxnLst/>
              <a:rect l="l" t="t" r="r" b="b"/>
              <a:pathLst>
                <a:path w="3708400" h="12700">
                  <a:moveTo>
                    <a:pt x="1626108" y="1524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626108" y="12192"/>
                  </a:lnTo>
                  <a:lnTo>
                    <a:pt x="1626108" y="1524"/>
                  </a:lnTo>
                  <a:close/>
                </a:path>
                <a:path w="3708400" h="12700">
                  <a:moveTo>
                    <a:pt x="3707892" y="1524"/>
                  </a:moveTo>
                  <a:lnTo>
                    <a:pt x="2083295" y="0"/>
                  </a:lnTo>
                  <a:lnTo>
                    <a:pt x="2083295" y="10668"/>
                  </a:lnTo>
                  <a:lnTo>
                    <a:pt x="3707892" y="12192"/>
                  </a:lnTo>
                  <a:lnTo>
                    <a:pt x="3707892" y="1524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124456" y="2409438"/>
              <a:ext cx="40005" cy="1295400"/>
            </a:xfrm>
            <a:custGeom>
              <a:avLst/>
              <a:gdLst/>
              <a:ahLst/>
              <a:cxnLst/>
              <a:rect l="l" t="t" r="r" b="b"/>
              <a:pathLst>
                <a:path w="40005" h="1295400">
                  <a:moveTo>
                    <a:pt x="39624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38100" y="12954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221479" y="2409438"/>
              <a:ext cx="12700" cy="1295400"/>
            </a:xfrm>
            <a:custGeom>
              <a:avLst/>
              <a:gdLst/>
              <a:ahLst/>
              <a:cxnLst/>
              <a:rect l="l" t="t" r="r" b="b"/>
              <a:pathLst>
                <a:path w="12700" h="1295400">
                  <a:moveTo>
                    <a:pt x="12192" y="0"/>
                  </a:moveTo>
                  <a:lnTo>
                    <a:pt x="3048" y="0"/>
                  </a:lnTo>
                  <a:lnTo>
                    <a:pt x="0" y="1295400"/>
                  </a:lnTo>
                  <a:lnTo>
                    <a:pt x="10668" y="1295400"/>
                  </a:lnTo>
                  <a:lnTo>
                    <a:pt x="12192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291072" y="2409438"/>
              <a:ext cx="40005" cy="1295400"/>
            </a:xfrm>
            <a:custGeom>
              <a:avLst/>
              <a:gdLst/>
              <a:ahLst/>
              <a:cxnLst/>
              <a:rect l="l" t="t" r="r" b="b"/>
              <a:pathLst>
                <a:path w="40004" h="1295400">
                  <a:moveTo>
                    <a:pt x="39624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38100" y="12954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388096" y="2409438"/>
              <a:ext cx="10795" cy="1295400"/>
            </a:xfrm>
            <a:custGeom>
              <a:avLst/>
              <a:gdLst/>
              <a:ahLst/>
              <a:cxnLst/>
              <a:rect l="l" t="t" r="r" b="b"/>
              <a:pathLst>
                <a:path w="10795" h="1295400">
                  <a:moveTo>
                    <a:pt x="10668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9144" y="1295400"/>
                  </a:lnTo>
                  <a:lnTo>
                    <a:pt x="10668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124456" y="4162038"/>
              <a:ext cx="40005" cy="1371600"/>
            </a:xfrm>
            <a:custGeom>
              <a:avLst/>
              <a:gdLst/>
              <a:ahLst/>
              <a:cxnLst/>
              <a:rect l="l" t="t" r="r" b="b"/>
              <a:pathLst>
                <a:path w="40005" h="1371600">
                  <a:moveTo>
                    <a:pt x="39624" y="0"/>
                  </a:moveTo>
                  <a:lnTo>
                    <a:pt x="1524" y="0"/>
                  </a:lnTo>
                  <a:lnTo>
                    <a:pt x="0" y="1371600"/>
                  </a:lnTo>
                  <a:lnTo>
                    <a:pt x="38100" y="13716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221480" y="4162038"/>
              <a:ext cx="4177665" cy="1371600"/>
            </a:xfrm>
            <a:custGeom>
              <a:avLst/>
              <a:gdLst/>
              <a:ahLst/>
              <a:cxnLst/>
              <a:rect l="l" t="t" r="r" b="b"/>
              <a:pathLst>
                <a:path w="4177665" h="1371600">
                  <a:moveTo>
                    <a:pt x="12192" y="0"/>
                  </a:moveTo>
                  <a:lnTo>
                    <a:pt x="3048" y="0"/>
                  </a:lnTo>
                  <a:lnTo>
                    <a:pt x="0" y="1371600"/>
                  </a:lnTo>
                  <a:lnTo>
                    <a:pt x="10668" y="1371600"/>
                  </a:lnTo>
                  <a:lnTo>
                    <a:pt x="12192" y="0"/>
                  </a:lnTo>
                  <a:close/>
                </a:path>
                <a:path w="4177665" h="1371600">
                  <a:moveTo>
                    <a:pt x="2093976" y="0"/>
                  </a:moveTo>
                  <a:lnTo>
                    <a:pt x="2084832" y="0"/>
                  </a:lnTo>
                  <a:lnTo>
                    <a:pt x="2083308" y="1371600"/>
                  </a:lnTo>
                  <a:lnTo>
                    <a:pt x="2092452" y="1371600"/>
                  </a:lnTo>
                  <a:lnTo>
                    <a:pt x="2093976" y="0"/>
                  </a:lnTo>
                  <a:close/>
                </a:path>
                <a:path w="4177665" h="1371600">
                  <a:moveTo>
                    <a:pt x="4177284" y="0"/>
                  </a:moveTo>
                  <a:lnTo>
                    <a:pt x="4168140" y="0"/>
                  </a:lnTo>
                  <a:lnTo>
                    <a:pt x="4166616" y="1371600"/>
                  </a:lnTo>
                  <a:lnTo>
                    <a:pt x="4175760" y="1371600"/>
                  </a:lnTo>
                  <a:lnTo>
                    <a:pt x="4177284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3134436" y="1823613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1" name="object 9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92" name="object 9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93" name="object 9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60</a:t>
            </a:fld>
            <a:endParaRPr spc="-25" dirty="0"/>
          </a:p>
        </p:txBody>
      </p:sp>
      <p:sp>
        <p:nvSpPr>
          <p:cNvPr id="75" name="object 75"/>
          <p:cNvSpPr txBox="1"/>
          <p:nvPr/>
        </p:nvSpPr>
        <p:spPr>
          <a:xfrm>
            <a:off x="5193207" y="18236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264324" y="1823613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135807" y="3576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188635" y="3576289"/>
            <a:ext cx="16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253808" y="35762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134436" y="540508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196408" y="54050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249236" y="54050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218435" y="28904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247468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4364304" y="28904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4063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84637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351959" y="4719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6438391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8463788" y="47192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445251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076188" y="1944618"/>
            <a:ext cx="469900" cy="471170"/>
            <a:chOff x="6076188" y="1944618"/>
            <a:chExt cx="469900" cy="471170"/>
          </a:xfrm>
        </p:grpSpPr>
        <p:sp>
          <p:nvSpPr>
            <p:cNvPr id="16" name="object 16"/>
            <p:cNvSpPr/>
            <p:nvPr/>
          </p:nvSpPr>
          <p:spPr>
            <a:xfrm>
              <a:off x="6082284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76188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46367" y="2021809"/>
            <a:ext cx="129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92879" y="1944618"/>
            <a:ext cx="469900" cy="471170"/>
            <a:chOff x="3992879" y="1944618"/>
            <a:chExt cx="469900" cy="471170"/>
          </a:xfrm>
        </p:grpSpPr>
        <p:sp>
          <p:nvSpPr>
            <p:cNvPr id="20" name="object 20"/>
            <p:cNvSpPr/>
            <p:nvPr/>
          </p:nvSpPr>
          <p:spPr>
            <a:xfrm>
              <a:off x="3998975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92879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52391" y="20218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157971" y="1944618"/>
            <a:ext cx="471170" cy="471170"/>
            <a:chOff x="8157971" y="1944618"/>
            <a:chExt cx="471170" cy="471170"/>
          </a:xfrm>
        </p:grpSpPr>
        <p:sp>
          <p:nvSpPr>
            <p:cNvPr id="24" name="object 24"/>
            <p:cNvSpPr/>
            <p:nvPr/>
          </p:nvSpPr>
          <p:spPr>
            <a:xfrm>
              <a:off x="8164067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57971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315883" y="202180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09572" y="1944618"/>
            <a:ext cx="471170" cy="471170"/>
            <a:chOff x="1909572" y="1944618"/>
            <a:chExt cx="471170" cy="471170"/>
          </a:xfrm>
        </p:grpSpPr>
        <p:sp>
          <p:nvSpPr>
            <p:cNvPr id="28" name="object 28"/>
            <p:cNvSpPr/>
            <p:nvPr/>
          </p:nvSpPr>
          <p:spPr>
            <a:xfrm>
              <a:off x="1915668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09572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69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075103" y="2021809"/>
            <a:ext cx="14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372867" y="2161026"/>
            <a:ext cx="5791200" cy="2007235"/>
            <a:chOff x="2372867" y="2161026"/>
            <a:chExt cx="5791200" cy="2007235"/>
          </a:xfrm>
        </p:grpSpPr>
        <p:sp>
          <p:nvSpPr>
            <p:cNvPr id="32" name="object 32"/>
            <p:cNvSpPr/>
            <p:nvPr/>
          </p:nvSpPr>
          <p:spPr>
            <a:xfrm>
              <a:off x="2372868" y="2161026"/>
              <a:ext cx="5791200" cy="1999614"/>
            </a:xfrm>
            <a:custGeom>
              <a:avLst/>
              <a:gdLst/>
              <a:ahLst/>
              <a:cxnLst/>
              <a:rect l="l" t="t" r="r" b="b"/>
              <a:pathLst>
                <a:path w="5791200" h="1999614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  <a:path w="5791200" h="1999614">
                  <a:moveTo>
                    <a:pt x="3709416" y="1524"/>
                  </a:moveTo>
                  <a:lnTo>
                    <a:pt x="2083308" y="0"/>
                  </a:lnTo>
                  <a:lnTo>
                    <a:pt x="2083308" y="38100"/>
                  </a:lnTo>
                  <a:lnTo>
                    <a:pt x="3709416" y="39624"/>
                  </a:lnTo>
                  <a:lnTo>
                    <a:pt x="3709416" y="1524"/>
                  </a:lnTo>
                  <a:close/>
                </a:path>
                <a:path w="5791200" h="1999614">
                  <a:moveTo>
                    <a:pt x="4166603" y="1770888"/>
                  </a:moveTo>
                  <a:lnTo>
                    <a:pt x="4161980" y="1725193"/>
                  </a:lnTo>
                  <a:lnTo>
                    <a:pt x="4148683" y="1682457"/>
                  </a:lnTo>
                  <a:lnTo>
                    <a:pt x="4127627" y="1643646"/>
                  </a:lnTo>
                  <a:lnTo>
                    <a:pt x="4099750" y="1609725"/>
                  </a:lnTo>
                  <a:lnTo>
                    <a:pt x="4065930" y="1581670"/>
                  </a:lnTo>
                  <a:lnTo>
                    <a:pt x="4027093" y="1560436"/>
                  </a:lnTo>
                  <a:lnTo>
                    <a:pt x="3984155" y="1546987"/>
                  </a:lnTo>
                  <a:lnTo>
                    <a:pt x="3938016" y="1542288"/>
                  </a:lnTo>
                  <a:lnTo>
                    <a:pt x="3891864" y="1546987"/>
                  </a:lnTo>
                  <a:lnTo>
                    <a:pt x="3848925" y="1560436"/>
                  </a:lnTo>
                  <a:lnTo>
                    <a:pt x="3810089" y="1581670"/>
                  </a:lnTo>
                  <a:lnTo>
                    <a:pt x="3776281" y="1609725"/>
                  </a:lnTo>
                  <a:lnTo>
                    <a:pt x="3748392" y="1643646"/>
                  </a:lnTo>
                  <a:lnTo>
                    <a:pt x="3727335" y="1682457"/>
                  </a:lnTo>
                  <a:lnTo>
                    <a:pt x="3714038" y="1725193"/>
                  </a:lnTo>
                  <a:lnTo>
                    <a:pt x="3709416" y="1770888"/>
                  </a:lnTo>
                  <a:lnTo>
                    <a:pt x="3714038" y="1817039"/>
                  </a:lnTo>
                  <a:lnTo>
                    <a:pt x="3727335" y="1859978"/>
                  </a:lnTo>
                  <a:lnTo>
                    <a:pt x="3748392" y="1898815"/>
                  </a:lnTo>
                  <a:lnTo>
                    <a:pt x="3776281" y="1932622"/>
                  </a:lnTo>
                  <a:lnTo>
                    <a:pt x="3810089" y="1960511"/>
                  </a:lnTo>
                  <a:lnTo>
                    <a:pt x="3848925" y="1981568"/>
                  </a:lnTo>
                  <a:lnTo>
                    <a:pt x="3891864" y="1994865"/>
                  </a:lnTo>
                  <a:lnTo>
                    <a:pt x="3938016" y="1999488"/>
                  </a:lnTo>
                  <a:lnTo>
                    <a:pt x="3984155" y="1994865"/>
                  </a:lnTo>
                  <a:lnTo>
                    <a:pt x="4027093" y="1981568"/>
                  </a:lnTo>
                  <a:lnTo>
                    <a:pt x="4065930" y="1960511"/>
                  </a:lnTo>
                  <a:lnTo>
                    <a:pt x="4099750" y="1932622"/>
                  </a:lnTo>
                  <a:lnTo>
                    <a:pt x="4127627" y="1898815"/>
                  </a:lnTo>
                  <a:lnTo>
                    <a:pt x="4148683" y="1859978"/>
                  </a:lnTo>
                  <a:lnTo>
                    <a:pt x="4161980" y="1817039"/>
                  </a:lnTo>
                  <a:lnTo>
                    <a:pt x="4166603" y="1770888"/>
                  </a:lnTo>
                  <a:close/>
                </a:path>
                <a:path w="5791200" h="1999614">
                  <a:moveTo>
                    <a:pt x="5791200" y="1524"/>
                  </a:moveTo>
                  <a:lnTo>
                    <a:pt x="4166603" y="0"/>
                  </a:lnTo>
                  <a:lnTo>
                    <a:pt x="4166603" y="38100"/>
                  </a:lnTo>
                  <a:lnTo>
                    <a:pt x="5791200" y="39624"/>
                  </a:lnTo>
                  <a:lnTo>
                    <a:pt x="5791200" y="1524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76188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240195" y="3774485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992879" y="3697218"/>
            <a:ext cx="469900" cy="471170"/>
            <a:chOff x="3992879" y="3697218"/>
            <a:chExt cx="469900" cy="471170"/>
          </a:xfrm>
        </p:grpSpPr>
        <p:sp>
          <p:nvSpPr>
            <p:cNvPr id="36" name="object 36"/>
            <p:cNvSpPr/>
            <p:nvPr/>
          </p:nvSpPr>
          <p:spPr>
            <a:xfrm>
              <a:off x="3998975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992879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178223" y="3774485"/>
            <a:ext cx="10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f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157971" y="3697218"/>
            <a:ext cx="471170" cy="471170"/>
            <a:chOff x="8157971" y="3697218"/>
            <a:chExt cx="471170" cy="471170"/>
          </a:xfrm>
        </p:grpSpPr>
        <p:sp>
          <p:nvSpPr>
            <p:cNvPr id="40" name="object 40"/>
            <p:cNvSpPr/>
            <p:nvPr/>
          </p:nvSpPr>
          <p:spPr>
            <a:xfrm>
              <a:off x="8164067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157971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314511" y="3774485"/>
            <a:ext cx="158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h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909572" y="3697218"/>
            <a:ext cx="471170" cy="471170"/>
            <a:chOff x="1909572" y="3697218"/>
            <a:chExt cx="471170" cy="471170"/>
          </a:xfrm>
        </p:grpSpPr>
        <p:sp>
          <p:nvSpPr>
            <p:cNvPr id="44" name="object 44"/>
            <p:cNvSpPr/>
            <p:nvPr/>
          </p:nvSpPr>
          <p:spPr>
            <a:xfrm>
              <a:off x="1915668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909572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076704" y="3774485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2372867" y="3913626"/>
            <a:ext cx="5791200" cy="2083435"/>
            <a:chOff x="2372867" y="3913626"/>
            <a:chExt cx="5791200" cy="2083435"/>
          </a:xfrm>
        </p:grpSpPr>
        <p:sp>
          <p:nvSpPr>
            <p:cNvPr id="48" name="object 48"/>
            <p:cNvSpPr/>
            <p:nvPr/>
          </p:nvSpPr>
          <p:spPr>
            <a:xfrm>
              <a:off x="2372868" y="3913626"/>
              <a:ext cx="1626235" cy="40005"/>
            </a:xfrm>
            <a:custGeom>
              <a:avLst/>
              <a:gdLst/>
              <a:ahLst/>
              <a:cxnLst/>
              <a:rect l="l" t="t" r="r" b="b"/>
              <a:pathLst>
                <a:path w="1626235" h="40004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539483" y="3927342"/>
              <a:ext cx="1624965" cy="12700"/>
            </a:xfrm>
            <a:custGeom>
              <a:avLst/>
              <a:gdLst/>
              <a:ahLst/>
              <a:cxnLst/>
              <a:rect l="l" t="t" r="r" b="b"/>
              <a:pathLst>
                <a:path w="1624965" h="12700">
                  <a:moveTo>
                    <a:pt x="0" y="0"/>
                  </a:moveTo>
                  <a:lnTo>
                    <a:pt x="0" y="10667"/>
                  </a:lnTo>
                  <a:lnTo>
                    <a:pt x="1624584" y="12191"/>
                  </a:lnTo>
                  <a:lnTo>
                    <a:pt x="1624584" y="1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456175" y="3927342"/>
              <a:ext cx="1626235" cy="12700"/>
            </a:xfrm>
            <a:custGeom>
              <a:avLst/>
              <a:gdLst/>
              <a:ahLst/>
              <a:cxnLst/>
              <a:rect l="l" t="t" r="r" b="b"/>
              <a:pathLst>
                <a:path w="1626235" h="12700">
                  <a:moveTo>
                    <a:pt x="0" y="0"/>
                  </a:moveTo>
                  <a:lnTo>
                    <a:pt x="0" y="10667"/>
                  </a:lnTo>
                  <a:lnTo>
                    <a:pt x="1626108" y="12191"/>
                  </a:lnTo>
                  <a:lnTo>
                    <a:pt x="1626108" y="1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8D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082283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076188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3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3"/>
                  </a:lnTo>
                  <a:lnTo>
                    <a:pt x="10667" y="166116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6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2"/>
                  </a:lnTo>
                  <a:lnTo>
                    <a:pt x="259079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8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8"/>
                  </a:lnTo>
                  <a:lnTo>
                    <a:pt x="38100" y="341375"/>
                  </a:lnTo>
                  <a:lnTo>
                    <a:pt x="21336" y="301752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8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62484" y="94487"/>
                  </a:lnTo>
                  <a:lnTo>
                    <a:pt x="92963" y="64007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6"/>
                  </a:lnTo>
                  <a:lnTo>
                    <a:pt x="312420" y="13716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20" y="13716"/>
                  </a:moveTo>
                  <a:lnTo>
                    <a:pt x="257556" y="13716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6"/>
                  </a:lnTo>
                  <a:lnTo>
                    <a:pt x="391667" y="77724"/>
                  </a:lnTo>
                  <a:lnTo>
                    <a:pt x="419100" y="111252"/>
                  </a:lnTo>
                  <a:lnTo>
                    <a:pt x="438912" y="149352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8"/>
                  </a:lnTo>
                  <a:lnTo>
                    <a:pt x="457200" y="236219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2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8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40"/>
                  </a:lnTo>
                  <a:lnTo>
                    <a:pt x="469391" y="246887"/>
                  </a:lnTo>
                  <a:lnTo>
                    <a:pt x="469391" y="222504"/>
                  </a:lnTo>
                  <a:lnTo>
                    <a:pt x="458723" y="164592"/>
                  </a:lnTo>
                  <a:lnTo>
                    <a:pt x="429767" y="103631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20" y="13716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6237223" y="5603285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k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992879" y="5526018"/>
            <a:ext cx="469900" cy="471170"/>
            <a:chOff x="3992879" y="5526018"/>
            <a:chExt cx="469900" cy="471170"/>
          </a:xfrm>
        </p:grpSpPr>
        <p:sp>
          <p:nvSpPr>
            <p:cNvPr id="55" name="object 55"/>
            <p:cNvSpPr/>
            <p:nvPr/>
          </p:nvSpPr>
          <p:spPr>
            <a:xfrm>
              <a:off x="3998975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992879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4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8"/>
                  </a:lnTo>
                  <a:lnTo>
                    <a:pt x="187452" y="466344"/>
                  </a:lnTo>
                  <a:lnTo>
                    <a:pt x="211836" y="469392"/>
                  </a:lnTo>
                  <a:lnTo>
                    <a:pt x="259080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2"/>
                  </a:lnTo>
                  <a:lnTo>
                    <a:pt x="92964" y="406907"/>
                  </a:lnTo>
                  <a:lnTo>
                    <a:pt x="62484" y="376428"/>
                  </a:lnTo>
                  <a:lnTo>
                    <a:pt x="39624" y="341375"/>
                  </a:lnTo>
                  <a:lnTo>
                    <a:pt x="22860" y="301752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8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77724" y="77724"/>
                  </a:lnTo>
                  <a:lnTo>
                    <a:pt x="111252" y="50292"/>
                  </a:lnTo>
                  <a:lnTo>
                    <a:pt x="149352" y="30480"/>
                  </a:lnTo>
                  <a:lnTo>
                    <a:pt x="211836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6"/>
                  </a:moveTo>
                  <a:lnTo>
                    <a:pt x="257556" y="13716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7"/>
                  </a:lnTo>
                  <a:lnTo>
                    <a:pt x="406908" y="94487"/>
                  </a:lnTo>
                  <a:lnTo>
                    <a:pt x="429768" y="129540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8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2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2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2"/>
                  </a:lnTo>
                  <a:lnTo>
                    <a:pt x="441960" y="123443"/>
                  </a:lnTo>
                  <a:lnTo>
                    <a:pt x="416052" y="85343"/>
                  </a:lnTo>
                  <a:lnTo>
                    <a:pt x="384048" y="53340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4182795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j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8157971" y="5526018"/>
            <a:ext cx="471170" cy="471170"/>
            <a:chOff x="8157971" y="5526018"/>
            <a:chExt cx="471170" cy="471170"/>
          </a:xfrm>
        </p:grpSpPr>
        <p:sp>
          <p:nvSpPr>
            <p:cNvPr id="59" name="object 59"/>
            <p:cNvSpPr/>
            <p:nvPr/>
          </p:nvSpPr>
          <p:spPr>
            <a:xfrm>
              <a:off x="8164067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157971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20" y="470916"/>
                  </a:lnTo>
                  <a:lnTo>
                    <a:pt x="248411" y="469392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6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4" y="341375"/>
                  </a:lnTo>
                  <a:lnTo>
                    <a:pt x="22859" y="301752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4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2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4"/>
                  </a:lnTo>
                  <a:lnTo>
                    <a:pt x="469392" y="210312"/>
                  </a:lnTo>
                  <a:lnTo>
                    <a:pt x="460248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8" y="53340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8347888" y="5603285"/>
            <a:ext cx="90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l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1909572" y="5526018"/>
            <a:ext cx="471170" cy="471170"/>
            <a:chOff x="1909572" y="5526018"/>
            <a:chExt cx="471170" cy="471170"/>
          </a:xfrm>
        </p:grpSpPr>
        <p:sp>
          <p:nvSpPr>
            <p:cNvPr id="63" name="object 63"/>
            <p:cNvSpPr/>
            <p:nvPr/>
          </p:nvSpPr>
          <p:spPr>
            <a:xfrm>
              <a:off x="1915668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909572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19" y="470916"/>
                  </a:lnTo>
                  <a:lnTo>
                    <a:pt x="248411" y="469392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7" y="166116"/>
                  </a:lnTo>
                  <a:lnTo>
                    <a:pt x="1523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6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3" y="341375"/>
                  </a:lnTo>
                  <a:lnTo>
                    <a:pt x="22859" y="301752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3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1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4"/>
                  </a:lnTo>
                  <a:lnTo>
                    <a:pt x="469391" y="210312"/>
                  </a:lnTo>
                  <a:lnTo>
                    <a:pt x="460247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7" y="53340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2099564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2124455" y="2409438"/>
            <a:ext cx="6274435" cy="3373120"/>
            <a:chOff x="2124455" y="2409438"/>
            <a:chExt cx="6274435" cy="3373120"/>
          </a:xfrm>
        </p:grpSpPr>
        <p:sp>
          <p:nvSpPr>
            <p:cNvPr id="67" name="object 67"/>
            <p:cNvSpPr/>
            <p:nvPr/>
          </p:nvSpPr>
          <p:spPr>
            <a:xfrm>
              <a:off x="2372868" y="5742426"/>
              <a:ext cx="1626235" cy="40005"/>
            </a:xfrm>
            <a:custGeom>
              <a:avLst/>
              <a:gdLst/>
              <a:ahLst/>
              <a:cxnLst/>
              <a:rect l="l" t="t" r="r" b="b"/>
              <a:pathLst>
                <a:path w="1626235" h="40004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456176" y="5756142"/>
              <a:ext cx="3708400" cy="12700"/>
            </a:xfrm>
            <a:custGeom>
              <a:avLst/>
              <a:gdLst/>
              <a:ahLst/>
              <a:cxnLst/>
              <a:rect l="l" t="t" r="r" b="b"/>
              <a:pathLst>
                <a:path w="3708400" h="12700">
                  <a:moveTo>
                    <a:pt x="1626108" y="1524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626108" y="12192"/>
                  </a:lnTo>
                  <a:lnTo>
                    <a:pt x="1626108" y="1524"/>
                  </a:lnTo>
                  <a:close/>
                </a:path>
                <a:path w="3708400" h="12700">
                  <a:moveTo>
                    <a:pt x="3707892" y="1524"/>
                  </a:moveTo>
                  <a:lnTo>
                    <a:pt x="2083295" y="0"/>
                  </a:lnTo>
                  <a:lnTo>
                    <a:pt x="2083295" y="10668"/>
                  </a:lnTo>
                  <a:lnTo>
                    <a:pt x="3707892" y="12192"/>
                  </a:lnTo>
                  <a:lnTo>
                    <a:pt x="3707892" y="1524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124456" y="2409438"/>
              <a:ext cx="40005" cy="1295400"/>
            </a:xfrm>
            <a:custGeom>
              <a:avLst/>
              <a:gdLst/>
              <a:ahLst/>
              <a:cxnLst/>
              <a:rect l="l" t="t" r="r" b="b"/>
              <a:pathLst>
                <a:path w="40005" h="1295400">
                  <a:moveTo>
                    <a:pt x="39624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38100" y="12954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221479" y="2409438"/>
              <a:ext cx="12700" cy="1295400"/>
            </a:xfrm>
            <a:custGeom>
              <a:avLst/>
              <a:gdLst/>
              <a:ahLst/>
              <a:cxnLst/>
              <a:rect l="l" t="t" r="r" b="b"/>
              <a:pathLst>
                <a:path w="12700" h="1295400">
                  <a:moveTo>
                    <a:pt x="12192" y="0"/>
                  </a:moveTo>
                  <a:lnTo>
                    <a:pt x="3048" y="0"/>
                  </a:lnTo>
                  <a:lnTo>
                    <a:pt x="0" y="1295400"/>
                  </a:lnTo>
                  <a:lnTo>
                    <a:pt x="10668" y="1295400"/>
                  </a:lnTo>
                  <a:lnTo>
                    <a:pt x="12192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291072" y="2409438"/>
              <a:ext cx="40005" cy="1295400"/>
            </a:xfrm>
            <a:custGeom>
              <a:avLst/>
              <a:gdLst/>
              <a:ahLst/>
              <a:cxnLst/>
              <a:rect l="l" t="t" r="r" b="b"/>
              <a:pathLst>
                <a:path w="40004" h="1295400">
                  <a:moveTo>
                    <a:pt x="39624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38100" y="12954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388096" y="2409438"/>
              <a:ext cx="10795" cy="1295400"/>
            </a:xfrm>
            <a:custGeom>
              <a:avLst/>
              <a:gdLst/>
              <a:ahLst/>
              <a:cxnLst/>
              <a:rect l="l" t="t" r="r" b="b"/>
              <a:pathLst>
                <a:path w="10795" h="1295400">
                  <a:moveTo>
                    <a:pt x="10668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9144" y="1295400"/>
                  </a:lnTo>
                  <a:lnTo>
                    <a:pt x="10668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124456" y="4162038"/>
              <a:ext cx="40005" cy="1371600"/>
            </a:xfrm>
            <a:custGeom>
              <a:avLst/>
              <a:gdLst/>
              <a:ahLst/>
              <a:cxnLst/>
              <a:rect l="l" t="t" r="r" b="b"/>
              <a:pathLst>
                <a:path w="40005" h="1371600">
                  <a:moveTo>
                    <a:pt x="39624" y="0"/>
                  </a:moveTo>
                  <a:lnTo>
                    <a:pt x="1524" y="0"/>
                  </a:lnTo>
                  <a:lnTo>
                    <a:pt x="0" y="1371600"/>
                  </a:lnTo>
                  <a:lnTo>
                    <a:pt x="38100" y="13716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221479" y="4162038"/>
              <a:ext cx="12700" cy="1371600"/>
            </a:xfrm>
            <a:custGeom>
              <a:avLst/>
              <a:gdLst/>
              <a:ahLst/>
              <a:cxnLst/>
              <a:rect l="l" t="t" r="r" b="b"/>
              <a:pathLst>
                <a:path w="12700" h="1371600">
                  <a:moveTo>
                    <a:pt x="12192" y="0"/>
                  </a:moveTo>
                  <a:lnTo>
                    <a:pt x="3048" y="0"/>
                  </a:lnTo>
                  <a:lnTo>
                    <a:pt x="0" y="1371599"/>
                  </a:lnTo>
                  <a:lnTo>
                    <a:pt x="10668" y="1371599"/>
                  </a:lnTo>
                  <a:lnTo>
                    <a:pt x="12192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291072" y="4162038"/>
              <a:ext cx="40005" cy="1371600"/>
            </a:xfrm>
            <a:custGeom>
              <a:avLst/>
              <a:gdLst/>
              <a:ahLst/>
              <a:cxnLst/>
              <a:rect l="l" t="t" r="r" b="b"/>
              <a:pathLst>
                <a:path w="40004" h="1371600">
                  <a:moveTo>
                    <a:pt x="39624" y="0"/>
                  </a:moveTo>
                  <a:lnTo>
                    <a:pt x="1524" y="0"/>
                  </a:lnTo>
                  <a:lnTo>
                    <a:pt x="0" y="1371600"/>
                  </a:lnTo>
                  <a:lnTo>
                    <a:pt x="38100" y="13716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8388096" y="4162038"/>
              <a:ext cx="10795" cy="1371600"/>
            </a:xfrm>
            <a:custGeom>
              <a:avLst/>
              <a:gdLst/>
              <a:ahLst/>
              <a:cxnLst/>
              <a:rect l="l" t="t" r="r" b="b"/>
              <a:pathLst>
                <a:path w="10795" h="1371600">
                  <a:moveTo>
                    <a:pt x="10668" y="0"/>
                  </a:moveTo>
                  <a:lnTo>
                    <a:pt x="1524" y="0"/>
                  </a:lnTo>
                  <a:lnTo>
                    <a:pt x="0" y="1371599"/>
                  </a:lnTo>
                  <a:lnTo>
                    <a:pt x="9144" y="1371599"/>
                  </a:lnTo>
                  <a:lnTo>
                    <a:pt x="10668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3134436" y="1823613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4" name="object 9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95" name="object 9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96" name="object 9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61</a:t>
            </a:fld>
            <a:endParaRPr spc="-25" dirty="0"/>
          </a:p>
        </p:txBody>
      </p:sp>
      <p:sp>
        <p:nvSpPr>
          <p:cNvPr id="78" name="object 78"/>
          <p:cNvSpPr txBox="1"/>
          <p:nvPr/>
        </p:nvSpPr>
        <p:spPr>
          <a:xfrm>
            <a:off x="5193207" y="18236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264324" y="1823613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135807" y="3576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188635" y="3576289"/>
            <a:ext cx="16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253808" y="35762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134436" y="540508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5196408" y="54050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249236" y="54050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218435" y="28904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2247468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364304" y="28904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64063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84637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4351959" y="4719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6438391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8463788" y="47192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445251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076188" y="1944618"/>
            <a:ext cx="469900" cy="471170"/>
            <a:chOff x="6076188" y="1944618"/>
            <a:chExt cx="469900" cy="471170"/>
          </a:xfrm>
        </p:grpSpPr>
        <p:sp>
          <p:nvSpPr>
            <p:cNvPr id="16" name="object 16"/>
            <p:cNvSpPr/>
            <p:nvPr/>
          </p:nvSpPr>
          <p:spPr>
            <a:xfrm>
              <a:off x="6082284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76188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46367" y="2021809"/>
            <a:ext cx="129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92879" y="1944618"/>
            <a:ext cx="469900" cy="471170"/>
            <a:chOff x="3992879" y="1944618"/>
            <a:chExt cx="469900" cy="471170"/>
          </a:xfrm>
        </p:grpSpPr>
        <p:sp>
          <p:nvSpPr>
            <p:cNvPr id="20" name="object 20"/>
            <p:cNvSpPr/>
            <p:nvPr/>
          </p:nvSpPr>
          <p:spPr>
            <a:xfrm>
              <a:off x="3998975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92879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52391" y="20218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157971" y="1944618"/>
            <a:ext cx="471170" cy="471170"/>
            <a:chOff x="8157971" y="1944618"/>
            <a:chExt cx="471170" cy="471170"/>
          </a:xfrm>
        </p:grpSpPr>
        <p:sp>
          <p:nvSpPr>
            <p:cNvPr id="24" name="object 24"/>
            <p:cNvSpPr/>
            <p:nvPr/>
          </p:nvSpPr>
          <p:spPr>
            <a:xfrm>
              <a:off x="8164067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57971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315883" y="202180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09572" y="1944618"/>
            <a:ext cx="471170" cy="471170"/>
            <a:chOff x="1909572" y="1944618"/>
            <a:chExt cx="471170" cy="471170"/>
          </a:xfrm>
        </p:grpSpPr>
        <p:sp>
          <p:nvSpPr>
            <p:cNvPr id="28" name="object 28"/>
            <p:cNvSpPr/>
            <p:nvPr/>
          </p:nvSpPr>
          <p:spPr>
            <a:xfrm>
              <a:off x="1915668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09572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69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075103" y="2021809"/>
            <a:ext cx="14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372867" y="2161026"/>
            <a:ext cx="5791200" cy="2007235"/>
            <a:chOff x="2372867" y="2161026"/>
            <a:chExt cx="5791200" cy="2007235"/>
          </a:xfrm>
        </p:grpSpPr>
        <p:sp>
          <p:nvSpPr>
            <p:cNvPr id="32" name="object 32"/>
            <p:cNvSpPr/>
            <p:nvPr/>
          </p:nvSpPr>
          <p:spPr>
            <a:xfrm>
              <a:off x="2372868" y="2161026"/>
              <a:ext cx="5791200" cy="1999614"/>
            </a:xfrm>
            <a:custGeom>
              <a:avLst/>
              <a:gdLst/>
              <a:ahLst/>
              <a:cxnLst/>
              <a:rect l="l" t="t" r="r" b="b"/>
              <a:pathLst>
                <a:path w="5791200" h="1999614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  <a:path w="5791200" h="1999614">
                  <a:moveTo>
                    <a:pt x="3709416" y="1524"/>
                  </a:moveTo>
                  <a:lnTo>
                    <a:pt x="2083308" y="0"/>
                  </a:lnTo>
                  <a:lnTo>
                    <a:pt x="2083308" y="38100"/>
                  </a:lnTo>
                  <a:lnTo>
                    <a:pt x="3709416" y="39624"/>
                  </a:lnTo>
                  <a:lnTo>
                    <a:pt x="3709416" y="1524"/>
                  </a:lnTo>
                  <a:close/>
                </a:path>
                <a:path w="5791200" h="1999614">
                  <a:moveTo>
                    <a:pt x="4166603" y="1770888"/>
                  </a:moveTo>
                  <a:lnTo>
                    <a:pt x="4161980" y="1725193"/>
                  </a:lnTo>
                  <a:lnTo>
                    <a:pt x="4148683" y="1682457"/>
                  </a:lnTo>
                  <a:lnTo>
                    <a:pt x="4127627" y="1643646"/>
                  </a:lnTo>
                  <a:lnTo>
                    <a:pt x="4099750" y="1609725"/>
                  </a:lnTo>
                  <a:lnTo>
                    <a:pt x="4065930" y="1581670"/>
                  </a:lnTo>
                  <a:lnTo>
                    <a:pt x="4027093" y="1560436"/>
                  </a:lnTo>
                  <a:lnTo>
                    <a:pt x="3984155" y="1546987"/>
                  </a:lnTo>
                  <a:lnTo>
                    <a:pt x="3938016" y="1542288"/>
                  </a:lnTo>
                  <a:lnTo>
                    <a:pt x="3891864" y="1546987"/>
                  </a:lnTo>
                  <a:lnTo>
                    <a:pt x="3848925" y="1560436"/>
                  </a:lnTo>
                  <a:lnTo>
                    <a:pt x="3810089" y="1581670"/>
                  </a:lnTo>
                  <a:lnTo>
                    <a:pt x="3776281" y="1609725"/>
                  </a:lnTo>
                  <a:lnTo>
                    <a:pt x="3748392" y="1643646"/>
                  </a:lnTo>
                  <a:lnTo>
                    <a:pt x="3727335" y="1682457"/>
                  </a:lnTo>
                  <a:lnTo>
                    <a:pt x="3714038" y="1725193"/>
                  </a:lnTo>
                  <a:lnTo>
                    <a:pt x="3709416" y="1770888"/>
                  </a:lnTo>
                  <a:lnTo>
                    <a:pt x="3714038" y="1817039"/>
                  </a:lnTo>
                  <a:lnTo>
                    <a:pt x="3727335" y="1859978"/>
                  </a:lnTo>
                  <a:lnTo>
                    <a:pt x="3748392" y="1898815"/>
                  </a:lnTo>
                  <a:lnTo>
                    <a:pt x="3776281" y="1932622"/>
                  </a:lnTo>
                  <a:lnTo>
                    <a:pt x="3810089" y="1960511"/>
                  </a:lnTo>
                  <a:lnTo>
                    <a:pt x="3848925" y="1981568"/>
                  </a:lnTo>
                  <a:lnTo>
                    <a:pt x="3891864" y="1994865"/>
                  </a:lnTo>
                  <a:lnTo>
                    <a:pt x="3938016" y="1999488"/>
                  </a:lnTo>
                  <a:lnTo>
                    <a:pt x="3984155" y="1994865"/>
                  </a:lnTo>
                  <a:lnTo>
                    <a:pt x="4027093" y="1981568"/>
                  </a:lnTo>
                  <a:lnTo>
                    <a:pt x="4065930" y="1960511"/>
                  </a:lnTo>
                  <a:lnTo>
                    <a:pt x="4099750" y="1932622"/>
                  </a:lnTo>
                  <a:lnTo>
                    <a:pt x="4127627" y="1898815"/>
                  </a:lnTo>
                  <a:lnTo>
                    <a:pt x="4148683" y="1859978"/>
                  </a:lnTo>
                  <a:lnTo>
                    <a:pt x="4161980" y="1817039"/>
                  </a:lnTo>
                  <a:lnTo>
                    <a:pt x="4166603" y="1770888"/>
                  </a:lnTo>
                  <a:close/>
                </a:path>
                <a:path w="5791200" h="1999614">
                  <a:moveTo>
                    <a:pt x="5791200" y="1524"/>
                  </a:moveTo>
                  <a:lnTo>
                    <a:pt x="4166603" y="0"/>
                  </a:lnTo>
                  <a:lnTo>
                    <a:pt x="4166603" y="38100"/>
                  </a:lnTo>
                  <a:lnTo>
                    <a:pt x="5791200" y="39624"/>
                  </a:lnTo>
                  <a:lnTo>
                    <a:pt x="5791200" y="1524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76188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240195" y="3774485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992879" y="3697218"/>
            <a:ext cx="469900" cy="471170"/>
            <a:chOff x="3992879" y="3697218"/>
            <a:chExt cx="469900" cy="471170"/>
          </a:xfrm>
        </p:grpSpPr>
        <p:sp>
          <p:nvSpPr>
            <p:cNvPr id="36" name="object 36"/>
            <p:cNvSpPr/>
            <p:nvPr/>
          </p:nvSpPr>
          <p:spPr>
            <a:xfrm>
              <a:off x="3998975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992879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178223" y="3774485"/>
            <a:ext cx="10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f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157971" y="3697218"/>
            <a:ext cx="471170" cy="471170"/>
            <a:chOff x="8157971" y="3697218"/>
            <a:chExt cx="471170" cy="471170"/>
          </a:xfrm>
        </p:grpSpPr>
        <p:sp>
          <p:nvSpPr>
            <p:cNvPr id="40" name="object 40"/>
            <p:cNvSpPr/>
            <p:nvPr/>
          </p:nvSpPr>
          <p:spPr>
            <a:xfrm>
              <a:off x="8164067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157971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314511" y="3774485"/>
            <a:ext cx="158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h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909572" y="3697218"/>
            <a:ext cx="471170" cy="471170"/>
            <a:chOff x="1909572" y="3697218"/>
            <a:chExt cx="471170" cy="471170"/>
          </a:xfrm>
        </p:grpSpPr>
        <p:sp>
          <p:nvSpPr>
            <p:cNvPr id="44" name="object 44"/>
            <p:cNvSpPr/>
            <p:nvPr/>
          </p:nvSpPr>
          <p:spPr>
            <a:xfrm>
              <a:off x="1915668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909572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076704" y="3774485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2372867" y="3913626"/>
            <a:ext cx="5791200" cy="2083435"/>
            <a:chOff x="2372867" y="3913626"/>
            <a:chExt cx="5791200" cy="2083435"/>
          </a:xfrm>
        </p:grpSpPr>
        <p:sp>
          <p:nvSpPr>
            <p:cNvPr id="48" name="object 48"/>
            <p:cNvSpPr/>
            <p:nvPr/>
          </p:nvSpPr>
          <p:spPr>
            <a:xfrm>
              <a:off x="2372868" y="3913626"/>
              <a:ext cx="5791200" cy="40005"/>
            </a:xfrm>
            <a:custGeom>
              <a:avLst/>
              <a:gdLst/>
              <a:ahLst/>
              <a:cxnLst/>
              <a:rect l="l" t="t" r="r" b="b"/>
              <a:pathLst>
                <a:path w="5791200" h="40004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  <a:path w="5791200" h="40004">
                  <a:moveTo>
                    <a:pt x="5791200" y="1524"/>
                  </a:moveTo>
                  <a:lnTo>
                    <a:pt x="4166603" y="0"/>
                  </a:lnTo>
                  <a:lnTo>
                    <a:pt x="4166603" y="38100"/>
                  </a:lnTo>
                  <a:lnTo>
                    <a:pt x="5791200" y="39624"/>
                  </a:lnTo>
                  <a:lnTo>
                    <a:pt x="5791200" y="1524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456175" y="3927342"/>
              <a:ext cx="1626235" cy="12700"/>
            </a:xfrm>
            <a:custGeom>
              <a:avLst/>
              <a:gdLst/>
              <a:ahLst/>
              <a:cxnLst/>
              <a:rect l="l" t="t" r="r" b="b"/>
              <a:pathLst>
                <a:path w="1626235" h="12700">
                  <a:moveTo>
                    <a:pt x="0" y="0"/>
                  </a:moveTo>
                  <a:lnTo>
                    <a:pt x="0" y="10667"/>
                  </a:lnTo>
                  <a:lnTo>
                    <a:pt x="1626108" y="12191"/>
                  </a:lnTo>
                  <a:lnTo>
                    <a:pt x="1626108" y="1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082283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076188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3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3"/>
                  </a:lnTo>
                  <a:lnTo>
                    <a:pt x="10667" y="166116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6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2"/>
                  </a:lnTo>
                  <a:lnTo>
                    <a:pt x="259079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8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8"/>
                  </a:lnTo>
                  <a:lnTo>
                    <a:pt x="38100" y="341375"/>
                  </a:lnTo>
                  <a:lnTo>
                    <a:pt x="21336" y="301752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8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62484" y="94487"/>
                  </a:lnTo>
                  <a:lnTo>
                    <a:pt x="92963" y="64007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6"/>
                  </a:lnTo>
                  <a:lnTo>
                    <a:pt x="312420" y="13716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20" y="13716"/>
                  </a:moveTo>
                  <a:lnTo>
                    <a:pt x="257556" y="13716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6"/>
                  </a:lnTo>
                  <a:lnTo>
                    <a:pt x="391667" y="77724"/>
                  </a:lnTo>
                  <a:lnTo>
                    <a:pt x="419100" y="111252"/>
                  </a:lnTo>
                  <a:lnTo>
                    <a:pt x="438912" y="149352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8"/>
                  </a:lnTo>
                  <a:lnTo>
                    <a:pt x="457200" y="236219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2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8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40"/>
                  </a:lnTo>
                  <a:lnTo>
                    <a:pt x="469391" y="246887"/>
                  </a:lnTo>
                  <a:lnTo>
                    <a:pt x="469391" y="222504"/>
                  </a:lnTo>
                  <a:lnTo>
                    <a:pt x="458723" y="164592"/>
                  </a:lnTo>
                  <a:lnTo>
                    <a:pt x="429767" y="103631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20" y="13716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237223" y="5603285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k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992879" y="5526018"/>
            <a:ext cx="469900" cy="471170"/>
            <a:chOff x="3992879" y="5526018"/>
            <a:chExt cx="469900" cy="471170"/>
          </a:xfrm>
        </p:grpSpPr>
        <p:sp>
          <p:nvSpPr>
            <p:cNvPr id="54" name="object 54"/>
            <p:cNvSpPr/>
            <p:nvPr/>
          </p:nvSpPr>
          <p:spPr>
            <a:xfrm>
              <a:off x="3998975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992879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4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8"/>
                  </a:lnTo>
                  <a:lnTo>
                    <a:pt x="187452" y="466344"/>
                  </a:lnTo>
                  <a:lnTo>
                    <a:pt x="211836" y="469392"/>
                  </a:lnTo>
                  <a:lnTo>
                    <a:pt x="259080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2"/>
                  </a:lnTo>
                  <a:lnTo>
                    <a:pt x="92964" y="406907"/>
                  </a:lnTo>
                  <a:lnTo>
                    <a:pt x="62484" y="376428"/>
                  </a:lnTo>
                  <a:lnTo>
                    <a:pt x="39624" y="341375"/>
                  </a:lnTo>
                  <a:lnTo>
                    <a:pt x="22860" y="301752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8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77724" y="77724"/>
                  </a:lnTo>
                  <a:lnTo>
                    <a:pt x="111252" y="50292"/>
                  </a:lnTo>
                  <a:lnTo>
                    <a:pt x="149352" y="30480"/>
                  </a:lnTo>
                  <a:lnTo>
                    <a:pt x="211836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6"/>
                  </a:moveTo>
                  <a:lnTo>
                    <a:pt x="257556" y="13716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7"/>
                  </a:lnTo>
                  <a:lnTo>
                    <a:pt x="406908" y="94487"/>
                  </a:lnTo>
                  <a:lnTo>
                    <a:pt x="429768" y="129540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8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2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2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2"/>
                  </a:lnTo>
                  <a:lnTo>
                    <a:pt x="441960" y="123443"/>
                  </a:lnTo>
                  <a:lnTo>
                    <a:pt x="416052" y="85343"/>
                  </a:lnTo>
                  <a:lnTo>
                    <a:pt x="384048" y="53340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4182795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j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8157971" y="5526018"/>
            <a:ext cx="471170" cy="471170"/>
            <a:chOff x="8157971" y="5526018"/>
            <a:chExt cx="471170" cy="471170"/>
          </a:xfrm>
        </p:grpSpPr>
        <p:sp>
          <p:nvSpPr>
            <p:cNvPr id="58" name="object 58"/>
            <p:cNvSpPr/>
            <p:nvPr/>
          </p:nvSpPr>
          <p:spPr>
            <a:xfrm>
              <a:off x="8164067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157971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20" y="470916"/>
                  </a:lnTo>
                  <a:lnTo>
                    <a:pt x="248411" y="469392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6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4" y="341375"/>
                  </a:lnTo>
                  <a:lnTo>
                    <a:pt x="22859" y="301752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4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2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4"/>
                  </a:lnTo>
                  <a:lnTo>
                    <a:pt x="469392" y="210312"/>
                  </a:lnTo>
                  <a:lnTo>
                    <a:pt x="460248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8" y="53340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8347888" y="5603285"/>
            <a:ext cx="90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l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909572" y="5526018"/>
            <a:ext cx="471170" cy="471170"/>
            <a:chOff x="1909572" y="5526018"/>
            <a:chExt cx="471170" cy="471170"/>
          </a:xfrm>
        </p:grpSpPr>
        <p:sp>
          <p:nvSpPr>
            <p:cNvPr id="62" name="object 62"/>
            <p:cNvSpPr/>
            <p:nvPr/>
          </p:nvSpPr>
          <p:spPr>
            <a:xfrm>
              <a:off x="1915668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909572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19" y="470916"/>
                  </a:lnTo>
                  <a:lnTo>
                    <a:pt x="248411" y="469392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7" y="166116"/>
                  </a:lnTo>
                  <a:lnTo>
                    <a:pt x="1523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6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3" y="341375"/>
                  </a:lnTo>
                  <a:lnTo>
                    <a:pt x="22859" y="301752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3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1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4"/>
                  </a:lnTo>
                  <a:lnTo>
                    <a:pt x="469391" y="210312"/>
                  </a:lnTo>
                  <a:lnTo>
                    <a:pt x="460247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7" y="53340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567D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2099564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2124455" y="2409438"/>
            <a:ext cx="6274435" cy="3373120"/>
            <a:chOff x="2124455" y="2409438"/>
            <a:chExt cx="6274435" cy="3373120"/>
          </a:xfrm>
        </p:grpSpPr>
        <p:sp>
          <p:nvSpPr>
            <p:cNvPr id="66" name="object 66"/>
            <p:cNvSpPr/>
            <p:nvPr/>
          </p:nvSpPr>
          <p:spPr>
            <a:xfrm>
              <a:off x="2372868" y="5742426"/>
              <a:ext cx="1626235" cy="40005"/>
            </a:xfrm>
            <a:custGeom>
              <a:avLst/>
              <a:gdLst/>
              <a:ahLst/>
              <a:cxnLst/>
              <a:rect l="l" t="t" r="r" b="b"/>
              <a:pathLst>
                <a:path w="1626235" h="40004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456176" y="5756142"/>
              <a:ext cx="3708400" cy="12700"/>
            </a:xfrm>
            <a:custGeom>
              <a:avLst/>
              <a:gdLst/>
              <a:ahLst/>
              <a:cxnLst/>
              <a:rect l="l" t="t" r="r" b="b"/>
              <a:pathLst>
                <a:path w="3708400" h="12700">
                  <a:moveTo>
                    <a:pt x="1626108" y="1524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626108" y="12192"/>
                  </a:lnTo>
                  <a:lnTo>
                    <a:pt x="1626108" y="1524"/>
                  </a:lnTo>
                  <a:close/>
                </a:path>
                <a:path w="3708400" h="12700">
                  <a:moveTo>
                    <a:pt x="3707892" y="1524"/>
                  </a:moveTo>
                  <a:lnTo>
                    <a:pt x="2083295" y="0"/>
                  </a:lnTo>
                  <a:lnTo>
                    <a:pt x="2083295" y="10668"/>
                  </a:lnTo>
                  <a:lnTo>
                    <a:pt x="3707892" y="12192"/>
                  </a:lnTo>
                  <a:lnTo>
                    <a:pt x="3707892" y="1524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124456" y="2409438"/>
              <a:ext cx="40005" cy="1295400"/>
            </a:xfrm>
            <a:custGeom>
              <a:avLst/>
              <a:gdLst/>
              <a:ahLst/>
              <a:cxnLst/>
              <a:rect l="l" t="t" r="r" b="b"/>
              <a:pathLst>
                <a:path w="40005" h="1295400">
                  <a:moveTo>
                    <a:pt x="39624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38100" y="12954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221479" y="2409438"/>
              <a:ext cx="12700" cy="1295400"/>
            </a:xfrm>
            <a:custGeom>
              <a:avLst/>
              <a:gdLst/>
              <a:ahLst/>
              <a:cxnLst/>
              <a:rect l="l" t="t" r="r" b="b"/>
              <a:pathLst>
                <a:path w="12700" h="1295400">
                  <a:moveTo>
                    <a:pt x="12192" y="0"/>
                  </a:moveTo>
                  <a:lnTo>
                    <a:pt x="3048" y="0"/>
                  </a:lnTo>
                  <a:lnTo>
                    <a:pt x="0" y="1295400"/>
                  </a:lnTo>
                  <a:lnTo>
                    <a:pt x="10668" y="1295400"/>
                  </a:lnTo>
                  <a:lnTo>
                    <a:pt x="12192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291072" y="2409438"/>
              <a:ext cx="40005" cy="1295400"/>
            </a:xfrm>
            <a:custGeom>
              <a:avLst/>
              <a:gdLst/>
              <a:ahLst/>
              <a:cxnLst/>
              <a:rect l="l" t="t" r="r" b="b"/>
              <a:pathLst>
                <a:path w="40004" h="1295400">
                  <a:moveTo>
                    <a:pt x="39624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38100" y="12954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388096" y="2409438"/>
              <a:ext cx="10795" cy="1295400"/>
            </a:xfrm>
            <a:custGeom>
              <a:avLst/>
              <a:gdLst/>
              <a:ahLst/>
              <a:cxnLst/>
              <a:rect l="l" t="t" r="r" b="b"/>
              <a:pathLst>
                <a:path w="10795" h="1295400">
                  <a:moveTo>
                    <a:pt x="10668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9144" y="1295400"/>
                  </a:lnTo>
                  <a:lnTo>
                    <a:pt x="10668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124456" y="4162038"/>
              <a:ext cx="40005" cy="1371600"/>
            </a:xfrm>
            <a:custGeom>
              <a:avLst/>
              <a:gdLst/>
              <a:ahLst/>
              <a:cxnLst/>
              <a:rect l="l" t="t" r="r" b="b"/>
              <a:pathLst>
                <a:path w="40005" h="1371600">
                  <a:moveTo>
                    <a:pt x="39624" y="0"/>
                  </a:moveTo>
                  <a:lnTo>
                    <a:pt x="1524" y="0"/>
                  </a:lnTo>
                  <a:lnTo>
                    <a:pt x="0" y="1371600"/>
                  </a:lnTo>
                  <a:lnTo>
                    <a:pt x="38100" y="13716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221479" y="4162038"/>
              <a:ext cx="12700" cy="1371600"/>
            </a:xfrm>
            <a:custGeom>
              <a:avLst/>
              <a:gdLst/>
              <a:ahLst/>
              <a:cxnLst/>
              <a:rect l="l" t="t" r="r" b="b"/>
              <a:pathLst>
                <a:path w="12700" h="1371600">
                  <a:moveTo>
                    <a:pt x="12192" y="0"/>
                  </a:moveTo>
                  <a:lnTo>
                    <a:pt x="3048" y="0"/>
                  </a:lnTo>
                  <a:lnTo>
                    <a:pt x="0" y="1371599"/>
                  </a:lnTo>
                  <a:lnTo>
                    <a:pt x="10668" y="1371599"/>
                  </a:lnTo>
                  <a:lnTo>
                    <a:pt x="12192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291072" y="4162038"/>
              <a:ext cx="40005" cy="1371600"/>
            </a:xfrm>
            <a:custGeom>
              <a:avLst/>
              <a:gdLst/>
              <a:ahLst/>
              <a:cxnLst/>
              <a:rect l="l" t="t" r="r" b="b"/>
              <a:pathLst>
                <a:path w="40004" h="1371600">
                  <a:moveTo>
                    <a:pt x="39624" y="0"/>
                  </a:moveTo>
                  <a:lnTo>
                    <a:pt x="1524" y="0"/>
                  </a:lnTo>
                  <a:lnTo>
                    <a:pt x="0" y="1371600"/>
                  </a:lnTo>
                  <a:lnTo>
                    <a:pt x="38100" y="13716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388096" y="4162038"/>
              <a:ext cx="10795" cy="1371600"/>
            </a:xfrm>
            <a:custGeom>
              <a:avLst/>
              <a:gdLst/>
              <a:ahLst/>
              <a:cxnLst/>
              <a:rect l="l" t="t" r="r" b="b"/>
              <a:pathLst>
                <a:path w="10795" h="1371600">
                  <a:moveTo>
                    <a:pt x="10668" y="0"/>
                  </a:moveTo>
                  <a:lnTo>
                    <a:pt x="1524" y="0"/>
                  </a:lnTo>
                  <a:lnTo>
                    <a:pt x="0" y="1371599"/>
                  </a:lnTo>
                  <a:lnTo>
                    <a:pt x="9144" y="1371599"/>
                  </a:lnTo>
                  <a:lnTo>
                    <a:pt x="10668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3134436" y="1823613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3" name="object 9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94" name="object 9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95" name="object 9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62</a:t>
            </a:fld>
            <a:endParaRPr spc="-25" dirty="0"/>
          </a:p>
        </p:txBody>
      </p:sp>
      <p:sp>
        <p:nvSpPr>
          <p:cNvPr id="77" name="object 77"/>
          <p:cNvSpPr txBox="1"/>
          <p:nvPr/>
        </p:nvSpPr>
        <p:spPr>
          <a:xfrm>
            <a:off x="5193207" y="18236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264324" y="1823613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135807" y="3576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188635" y="3576289"/>
            <a:ext cx="16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253808" y="35762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134436" y="540508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196408" y="54050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249236" y="54050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218435" y="28904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247468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4364304" y="28904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64063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84637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4351959" y="4719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6438391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8463788" y="47192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445251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246367" y="2021809"/>
            <a:ext cx="129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63</a:t>
            </a:fld>
            <a:endParaRPr spc="-25" dirty="0"/>
          </a:p>
        </p:txBody>
      </p:sp>
      <p:sp>
        <p:nvSpPr>
          <p:cNvPr id="17" name="object 17"/>
          <p:cNvSpPr txBox="1"/>
          <p:nvPr/>
        </p:nvSpPr>
        <p:spPr>
          <a:xfrm>
            <a:off x="4152391" y="20218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15883" y="202180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75103" y="2021809"/>
            <a:ext cx="14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40195" y="3774485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78223" y="3774485"/>
            <a:ext cx="10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f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314511" y="3774485"/>
            <a:ext cx="158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h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76704" y="3774485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37223" y="5603285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k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82795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j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47888" y="5603285"/>
            <a:ext cx="90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l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99564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34436" y="1823613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193207" y="18236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64324" y="1823613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135807" y="3576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188635" y="3576289"/>
            <a:ext cx="16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253808" y="35762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134436" y="540508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196408" y="54050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249236" y="54050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218435" y="28904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247468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364304" y="28904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4063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4637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351959" y="4719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438391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463788" y="47192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285062" y="6084872"/>
            <a:ext cx="189166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0000"/>
                </a:solidFill>
                <a:latin typeface="Georgia"/>
                <a:cs typeface="Georgia"/>
              </a:rPr>
              <a:t>c(T)</a:t>
            </a:r>
            <a:r>
              <a:rPr sz="3200" b="1" spc="-2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3200" b="1" dirty="0">
                <a:solidFill>
                  <a:srgbClr val="FF0000"/>
                </a:solidFill>
                <a:latin typeface="Georgia"/>
                <a:cs typeface="Georgia"/>
              </a:rPr>
              <a:t>=</a:t>
            </a:r>
            <a:r>
              <a:rPr sz="3200" b="1" spc="-1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3200" b="1" spc="-25" dirty="0">
                <a:solidFill>
                  <a:srgbClr val="FF0000"/>
                </a:solidFill>
                <a:latin typeface="Georgia"/>
                <a:cs typeface="Georgia"/>
              </a:rPr>
              <a:t>29</a:t>
            </a:r>
            <a:endParaRPr sz="32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878067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056053" y="1855288"/>
          <a:ext cx="6657975" cy="403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1090930">
                        <a:lnSpc>
                          <a:spcPts val="17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b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80744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220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302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588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f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185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8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g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058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h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093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55880">
                        <a:lnSpc>
                          <a:spcPts val="17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8419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j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01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k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6614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64</a:t>
            </a:fld>
            <a:endParaRPr spc="-25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878067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056053" y="1855288"/>
          <a:ext cx="6657975" cy="403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1090930">
                        <a:lnSpc>
                          <a:spcPts val="17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b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80744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220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302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588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f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185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8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g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058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h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093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55880">
                        <a:lnSpc>
                          <a:spcPts val="17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8419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j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01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k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6614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65</a:t>
            </a:fld>
            <a:endParaRPr spc="-25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878067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056053" y="1855288"/>
          <a:ext cx="6657975" cy="403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1090930">
                        <a:lnSpc>
                          <a:spcPts val="17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b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80744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220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302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588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f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185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8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g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058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h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093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55880">
                        <a:lnSpc>
                          <a:spcPts val="17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8419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j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01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k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6614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66</a:t>
            </a:fld>
            <a:endParaRPr spc="-25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878067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056053" y="1855288"/>
          <a:ext cx="6657975" cy="403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1090930">
                        <a:lnSpc>
                          <a:spcPts val="17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b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80744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220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302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588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f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185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8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g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058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h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093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55880">
                        <a:lnSpc>
                          <a:spcPts val="17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8419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j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01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k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6614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67</a:t>
            </a:fld>
            <a:endParaRPr spc="-25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878067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056053" y="1855288"/>
          <a:ext cx="6657975" cy="403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1090930">
                        <a:lnSpc>
                          <a:spcPts val="17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b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80744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220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302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588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f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185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8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g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058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h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093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55880">
                        <a:lnSpc>
                          <a:spcPts val="17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8419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j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01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k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6614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68</a:t>
            </a:fld>
            <a:endParaRPr spc="-25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878067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056053" y="1855288"/>
          <a:ext cx="6657975" cy="403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1090930">
                        <a:lnSpc>
                          <a:spcPts val="17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b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80744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220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302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588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f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185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8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g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058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h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093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55880">
                        <a:lnSpc>
                          <a:spcPts val="17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8419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j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01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k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6614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69</a:t>
            </a:fld>
            <a:endParaRPr spc="-25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878067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056053" y="1855288"/>
          <a:ext cx="6657975" cy="403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78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1090930">
                        <a:lnSpc>
                          <a:spcPts val="17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a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b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c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880744">
                        <a:lnSpc>
                          <a:spcPts val="201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220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3302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e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588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f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7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185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8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84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g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058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h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9093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 marL="55880">
                        <a:lnSpc>
                          <a:spcPts val="17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58419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j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011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k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6614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6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2095"/>
                        </a:lnSpc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Georgia"/>
                          <a:cs typeface="Georgia"/>
                        </a:rPr>
                        <a:t>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875" algn="ct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Georgia"/>
                          <a:cs typeface="Georgia"/>
                        </a:rPr>
                        <a:t>4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70</a:t>
            </a:fld>
            <a:endParaRPr spc="-25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878067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076188" y="1944618"/>
            <a:ext cx="469900" cy="471170"/>
            <a:chOff x="6076188" y="1944618"/>
            <a:chExt cx="469900" cy="471170"/>
          </a:xfrm>
        </p:grpSpPr>
        <p:sp>
          <p:nvSpPr>
            <p:cNvPr id="16" name="object 16"/>
            <p:cNvSpPr/>
            <p:nvPr/>
          </p:nvSpPr>
          <p:spPr>
            <a:xfrm>
              <a:off x="6082284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76188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46367" y="2021809"/>
            <a:ext cx="129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92879" y="1944618"/>
            <a:ext cx="469900" cy="471170"/>
            <a:chOff x="3992879" y="1944618"/>
            <a:chExt cx="469900" cy="471170"/>
          </a:xfrm>
        </p:grpSpPr>
        <p:sp>
          <p:nvSpPr>
            <p:cNvPr id="20" name="object 20"/>
            <p:cNvSpPr/>
            <p:nvPr/>
          </p:nvSpPr>
          <p:spPr>
            <a:xfrm>
              <a:off x="3998975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92879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52391" y="20218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157971" y="1944618"/>
            <a:ext cx="471170" cy="471170"/>
            <a:chOff x="8157971" y="1944618"/>
            <a:chExt cx="471170" cy="471170"/>
          </a:xfrm>
        </p:grpSpPr>
        <p:sp>
          <p:nvSpPr>
            <p:cNvPr id="24" name="object 24"/>
            <p:cNvSpPr/>
            <p:nvPr/>
          </p:nvSpPr>
          <p:spPr>
            <a:xfrm>
              <a:off x="8164067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57971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315883" y="202180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09572" y="1944618"/>
            <a:ext cx="471170" cy="471170"/>
            <a:chOff x="1909572" y="1944618"/>
            <a:chExt cx="471170" cy="471170"/>
          </a:xfrm>
        </p:grpSpPr>
        <p:sp>
          <p:nvSpPr>
            <p:cNvPr id="28" name="object 28"/>
            <p:cNvSpPr/>
            <p:nvPr/>
          </p:nvSpPr>
          <p:spPr>
            <a:xfrm>
              <a:off x="1915668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09572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69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075103" y="2021809"/>
            <a:ext cx="14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372867" y="2161026"/>
            <a:ext cx="5791200" cy="2007235"/>
            <a:chOff x="2372867" y="2161026"/>
            <a:chExt cx="5791200" cy="2007235"/>
          </a:xfrm>
        </p:grpSpPr>
        <p:sp>
          <p:nvSpPr>
            <p:cNvPr id="32" name="object 32"/>
            <p:cNvSpPr/>
            <p:nvPr/>
          </p:nvSpPr>
          <p:spPr>
            <a:xfrm>
              <a:off x="2372868" y="2161026"/>
              <a:ext cx="5791200" cy="40005"/>
            </a:xfrm>
            <a:custGeom>
              <a:avLst/>
              <a:gdLst/>
              <a:ahLst/>
              <a:cxnLst/>
              <a:rect l="l" t="t" r="r" b="b"/>
              <a:pathLst>
                <a:path w="5791200" h="40005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  <a:path w="5791200" h="40005">
                  <a:moveTo>
                    <a:pt x="5791200" y="1524"/>
                  </a:moveTo>
                  <a:lnTo>
                    <a:pt x="4166603" y="0"/>
                  </a:lnTo>
                  <a:lnTo>
                    <a:pt x="4166603" y="38100"/>
                  </a:lnTo>
                  <a:lnTo>
                    <a:pt x="5791200" y="39624"/>
                  </a:lnTo>
                  <a:lnTo>
                    <a:pt x="5791200" y="1524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456175" y="2174742"/>
              <a:ext cx="1626235" cy="12700"/>
            </a:xfrm>
            <a:custGeom>
              <a:avLst/>
              <a:gdLst/>
              <a:ahLst/>
              <a:cxnLst/>
              <a:rect l="l" t="t" r="r" b="b"/>
              <a:pathLst>
                <a:path w="1626235" h="12700">
                  <a:moveTo>
                    <a:pt x="0" y="0"/>
                  </a:moveTo>
                  <a:lnTo>
                    <a:pt x="0" y="10667"/>
                  </a:lnTo>
                  <a:lnTo>
                    <a:pt x="1626108" y="12191"/>
                  </a:lnTo>
                  <a:lnTo>
                    <a:pt x="1626108" y="1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82283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76188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240195" y="3774485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3992879" y="3697218"/>
            <a:ext cx="469900" cy="471170"/>
            <a:chOff x="3992879" y="3697218"/>
            <a:chExt cx="469900" cy="471170"/>
          </a:xfrm>
        </p:grpSpPr>
        <p:sp>
          <p:nvSpPr>
            <p:cNvPr id="38" name="object 38"/>
            <p:cNvSpPr/>
            <p:nvPr/>
          </p:nvSpPr>
          <p:spPr>
            <a:xfrm>
              <a:off x="3998975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992879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178223" y="3774485"/>
            <a:ext cx="10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f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157971" y="3697218"/>
            <a:ext cx="471170" cy="471170"/>
            <a:chOff x="8157971" y="3697218"/>
            <a:chExt cx="471170" cy="471170"/>
          </a:xfrm>
        </p:grpSpPr>
        <p:sp>
          <p:nvSpPr>
            <p:cNvPr id="42" name="object 42"/>
            <p:cNvSpPr/>
            <p:nvPr/>
          </p:nvSpPr>
          <p:spPr>
            <a:xfrm>
              <a:off x="8164067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157971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8314511" y="3774485"/>
            <a:ext cx="158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h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909572" y="3697218"/>
            <a:ext cx="471170" cy="471170"/>
            <a:chOff x="1909572" y="3697218"/>
            <a:chExt cx="471170" cy="471170"/>
          </a:xfrm>
        </p:grpSpPr>
        <p:sp>
          <p:nvSpPr>
            <p:cNvPr id="46" name="object 46"/>
            <p:cNvSpPr/>
            <p:nvPr/>
          </p:nvSpPr>
          <p:spPr>
            <a:xfrm>
              <a:off x="1915668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909572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2076704" y="3774485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2372867" y="3927342"/>
            <a:ext cx="5791200" cy="2070100"/>
            <a:chOff x="2372867" y="3927342"/>
            <a:chExt cx="5791200" cy="2070100"/>
          </a:xfrm>
        </p:grpSpPr>
        <p:sp>
          <p:nvSpPr>
            <p:cNvPr id="50" name="object 50"/>
            <p:cNvSpPr/>
            <p:nvPr/>
          </p:nvSpPr>
          <p:spPr>
            <a:xfrm>
              <a:off x="2372868" y="3927342"/>
              <a:ext cx="5791200" cy="12700"/>
            </a:xfrm>
            <a:custGeom>
              <a:avLst/>
              <a:gdLst/>
              <a:ahLst/>
              <a:cxnLst/>
              <a:rect l="l" t="t" r="r" b="b"/>
              <a:pathLst>
                <a:path w="5791200" h="12700">
                  <a:moveTo>
                    <a:pt x="1626108" y="1524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626108" y="12192"/>
                  </a:lnTo>
                  <a:lnTo>
                    <a:pt x="1626108" y="1524"/>
                  </a:lnTo>
                  <a:close/>
                </a:path>
                <a:path w="5791200" h="12700">
                  <a:moveTo>
                    <a:pt x="3709416" y="1524"/>
                  </a:moveTo>
                  <a:lnTo>
                    <a:pt x="2083308" y="0"/>
                  </a:lnTo>
                  <a:lnTo>
                    <a:pt x="2083308" y="10668"/>
                  </a:lnTo>
                  <a:lnTo>
                    <a:pt x="3709416" y="12192"/>
                  </a:lnTo>
                  <a:lnTo>
                    <a:pt x="3709416" y="1524"/>
                  </a:lnTo>
                  <a:close/>
                </a:path>
                <a:path w="5791200" h="12700">
                  <a:moveTo>
                    <a:pt x="5791200" y="1524"/>
                  </a:moveTo>
                  <a:lnTo>
                    <a:pt x="4166603" y="0"/>
                  </a:lnTo>
                  <a:lnTo>
                    <a:pt x="4166603" y="10668"/>
                  </a:lnTo>
                  <a:lnTo>
                    <a:pt x="5791200" y="12192"/>
                  </a:lnTo>
                  <a:lnTo>
                    <a:pt x="5791200" y="1524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082283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076188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3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3"/>
                  </a:lnTo>
                  <a:lnTo>
                    <a:pt x="10667" y="166116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6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2"/>
                  </a:lnTo>
                  <a:lnTo>
                    <a:pt x="259079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8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8"/>
                  </a:lnTo>
                  <a:lnTo>
                    <a:pt x="38100" y="341375"/>
                  </a:lnTo>
                  <a:lnTo>
                    <a:pt x="21336" y="301752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8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62484" y="94487"/>
                  </a:lnTo>
                  <a:lnTo>
                    <a:pt x="92963" y="64007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6"/>
                  </a:lnTo>
                  <a:lnTo>
                    <a:pt x="312420" y="13716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20" y="13716"/>
                  </a:moveTo>
                  <a:lnTo>
                    <a:pt x="257556" y="13716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6"/>
                  </a:lnTo>
                  <a:lnTo>
                    <a:pt x="391667" y="77724"/>
                  </a:lnTo>
                  <a:lnTo>
                    <a:pt x="419100" y="111252"/>
                  </a:lnTo>
                  <a:lnTo>
                    <a:pt x="438912" y="149352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8"/>
                  </a:lnTo>
                  <a:lnTo>
                    <a:pt x="457200" y="236219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2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8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40"/>
                  </a:lnTo>
                  <a:lnTo>
                    <a:pt x="469391" y="246887"/>
                  </a:lnTo>
                  <a:lnTo>
                    <a:pt x="469391" y="222504"/>
                  </a:lnTo>
                  <a:lnTo>
                    <a:pt x="458723" y="164592"/>
                  </a:lnTo>
                  <a:lnTo>
                    <a:pt x="429767" y="103631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20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6237223" y="5603285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k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992879" y="5526018"/>
            <a:ext cx="469900" cy="471170"/>
            <a:chOff x="3992879" y="5526018"/>
            <a:chExt cx="469900" cy="471170"/>
          </a:xfrm>
        </p:grpSpPr>
        <p:sp>
          <p:nvSpPr>
            <p:cNvPr id="55" name="object 55"/>
            <p:cNvSpPr/>
            <p:nvPr/>
          </p:nvSpPr>
          <p:spPr>
            <a:xfrm>
              <a:off x="3998975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992879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4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8"/>
                  </a:lnTo>
                  <a:lnTo>
                    <a:pt x="187452" y="466344"/>
                  </a:lnTo>
                  <a:lnTo>
                    <a:pt x="211836" y="469392"/>
                  </a:lnTo>
                  <a:lnTo>
                    <a:pt x="259080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2"/>
                  </a:lnTo>
                  <a:lnTo>
                    <a:pt x="92964" y="406907"/>
                  </a:lnTo>
                  <a:lnTo>
                    <a:pt x="62484" y="376428"/>
                  </a:lnTo>
                  <a:lnTo>
                    <a:pt x="39624" y="341375"/>
                  </a:lnTo>
                  <a:lnTo>
                    <a:pt x="22860" y="301752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8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77724" y="77724"/>
                  </a:lnTo>
                  <a:lnTo>
                    <a:pt x="111252" y="50292"/>
                  </a:lnTo>
                  <a:lnTo>
                    <a:pt x="149352" y="30480"/>
                  </a:lnTo>
                  <a:lnTo>
                    <a:pt x="211836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6"/>
                  </a:moveTo>
                  <a:lnTo>
                    <a:pt x="257556" y="13716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7"/>
                  </a:lnTo>
                  <a:lnTo>
                    <a:pt x="406908" y="94487"/>
                  </a:lnTo>
                  <a:lnTo>
                    <a:pt x="429768" y="129540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8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2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2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2"/>
                  </a:lnTo>
                  <a:lnTo>
                    <a:pt x="441960" y="123443"/>
                  </a:lnTo>
                  <a:lnTo>
                    <a:pt x="416052" y="85343"/>
                  </a:lnTo>
                  <a:lnTo>
                    <a:pt x="384048" y="53340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4182795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j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8157971" y="5526018"/>
            <a:ext cx="471170" cy="471170"/>
            <a:chOff x="8157971" y="5526018"/>
            <a:chExt cx="471170" cy="471170"/>
          </a:xfrm>
        </p:grpSpPr>
        <p:sp>
          <p:nvSpPr>
            <p:cNvPr id="59" name="object 59"/>
            <p:cNvSpPr/>
            <p:nvPr/>
          </p:nvSpPr>
          <p:spPr>
            <a:xfrm>
              <a:off x="8164067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157971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20" y="470916"/>
                  </a:lnTo>
                  <a:lnTo>
                    <a:pt x="248411" y="469392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6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4" y="341375"/>
                  </a:lnTo>
                  <a:lnTo>
                    <a:pt x="22859" y="301752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4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2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4"/>
                  </a:lnTo>
                  <a:lnTo>
                    <a:pt x="469392" y="210312"/>
                  </a:lnTo>
                  <a:lnTo>
                    <a:pt x="460248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8" y="53340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8347888" y="5603285"/>
            <a:ext cx="90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l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1909572" y="5526018"/>
            <a:ext cx="471170" cy="471170"/>
            <a:chOff x="1909572" y="5526018"/>
            <a:chExt cx="471170" cy="471170"/>
          </a:xfrm>
        </p:grpSpPr>
        <p:sp>
          <p:nvSpPr>
            <p:cNvPr id="63" name="object 63"/>
            <p:cNvSpPr/>
            <p:nvPr/>
          </p:nvSpPr>
          <p:spPr>
            <a:xfrm>
              <a:off x="1915668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909572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19" y="470916"/>
                  </a:lnTo>
                  <a:lnTo>
                    <a:pt x="248411" y="469392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7" y="166116"/>
                  </a:lnTo>
                  <a:lnTo>
                    <a:pt x="1523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6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3" y="341375"/>
                  </a:lnTo>
                  <a:lnTo>
                    <a:pt x="22859" y="301752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3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1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4"/>
                  </a:lnTo>
                  <a:lnTo>
                    <a:pt x="469391" y="210312"/>
                  </a:lnTo>
                  <a:lnTo>
                    <a:pt x="460247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7" y="53340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2099564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2124455" y="2409438"/>
            <a:ext cx="6274435" cy="3373120"/>
            <a:chOff x="2124455" y="2409438"/>
            <a:chExt cx="6274435" cy="3373120"/>
          </a:xfrm>
        </p:grpSpPr>
        <p:sp>
          <p:nvSpPr>
            <p:cNvPr id="67" name="object 67"/>
            <p:cNvSpPr/>
            <p:nvPr/>
          </p:nvSpPr>
          <p:spPr>
            <a:xfrm>
              <a:off x="2372868" y="5742426"/>
              <a:ext cx="1626235" cy="40005"/>
            </a:xfrm>
            <a:custGeom>
              <a:avLst/>
              <a:gdLst/>
              <a:ahLst/>
              <a:cxnLst/>
              <a:rect l="l" t="t" r="r" b="b"/>
              <a:pathLst>
                <a:path w="1626235" h="40004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456176" y="5756142"/>
              <a:ext cx="3708400" cy="12700"/>
            </a:xfrm>
            <a:custGeom>
              <a:avLst/>
              <a:gdLst/>
              <a:ahLst/>
              <a:cxnLst/>
              <a:rect l="l" t="t" r="r" b="b"/>
              <a:pathLst>
                <a:path w="3708400" h="12700">
                  <a:moveTo>
                    <a:pt x="1626108" y="1524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626108" y="12192"/>
                  </a:lnTo>
                  <a:lnTo>
                    <a:pt x="1626108" y="1524"/>
                  </a:lnTo>
                  <a:close/>
                </a:path>
                <a:path w="3708400" h="12700">
                  <a:moveTo>
                    <a:pt x="3707892" y="1524"/>
                  </a:moveTo>
                  <a:lnTo>
                    <a:pt x="2083295" y="0"/>
                  </a:lnTo>
                  <a:lnTo>
                    <a:pt x="2083295" y="10668"/>
                  </a:lnTo>
                  <a:lnTo>
                    <a:pt x="3707892" y="12192"/>
                  </a:lnTo>
                  <a:lnTo>
                    <a:pt x="3707892" y="1524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124456" y="2409438"/>
              <a:ext cx="40005" cy="1295400"/>
            </a:xfrm>
            <a:custGeom>
              <a:avLst/>
              <a:gdLst/>
              <a:ahLst/>
              <a:cxnLst/>
              <a:rect l="l" t="t" r="r" b="b"/>
              <a:pathLst>
                <a:path w="40005" h="1295400">
                  <a:moveTo>
                    <a:pt x="39624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38100" y="12954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221480" y="2409438"/>
              <a:ext cx="4177665" cy="1295400"/>
            </a:xfrm>
            <a:custGeom>
              <a:avLst/>
              <a:gdLst/>
              <a:ahLst/>
              <a:cxnLst/>
              <a:rect l="l" t="t" r="r" b="b"/>
              <a:pathLst>
                <a:path w="4177665" h="1295400">
                  <a:moveTo>
                    <a:pt x="12192" y="0"/>
                  </a:moveTo>
                  <a:lnTo>
                    <a:pt x="3048" y="0"/>
                  </a:lnTo>
                  <a:lnTo>
                    <a:pt x="0" y="1295400"/>
                  </a:lnTo>
                  <a:lnTo>
                    <a:pt x="10668" y="1295400"/>
                  </a:lnTo>
                  <a:lnTo>
                    <a:pt x="12192" y="0"/>
                  </a:lnTo>
                  <a:close/>
                </a:path>
                <a:path w="4177665" h="1295400">
                  <a:moveTo>
                    <a:pt x="2093976" y="0"/>
                  </a:moveTo>
                  <a:lnTo>
                    <a:pt x="2084832" y="0"/>
                  </a:lnTo>
                  <a:lnTo>
                    <a:pt x="2083308" y="1295400"/>
                  </a:lnTo>
                  <a:lnTo>
                    <a:pt x="2092452" y="1295400"/>
                  </a:lnTo>
                  <a:lnTo>
                    <a:pt x="2093976" y="0"/>
                  </a:lnTo>
                  <a:close/>
                </a:path>
                <a:path w="4177665" h="1295400">
                  <a:moveTo>
                    <a:pt x="4177284" y="0"/>
                  </a:moveTo>
                  <a:lnTo>
                    <a:pt x="4168140" y="0"/>
                  </a:lnTo>
                  <a:lnTo>
                    <a:pt x="4166616" y="1295400"/>
                  </a:lnTo>
                  <a:lnTo>
                    <a:pt x="4175760" y="1295400"/>
                  </a:lnTo>
                  <a:lnTo>
                    <a:pt x="4177284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124456" y="4162038"/>
              <a:ext cx="4206240" cy="1371600"/>
            </a:xfrm>
            <a:custGeom>
              <a:avLst/>
              <a:gdLst/>
              <a:ahLst/>
              <a:cxnLst/>
              <a:rect l="l" t="t" r="r" b="b"/>
              <a:pathLst>
                <a:path w="4206240" h="1371600">
                  <a:moveTo>
                    <a:pt x="39624" y="0"/>
                  </a:moveTo>
                  <a:lnTo>
                    <a:pt x="1524" y="0"/>
                  </a:lnTo>
                  <a:lnTo>
                    <a:pt x="0" y="1371600"/>
                  </a:lnTo>
                  <a:lnTo>
                    <a:pt x="38100" y="1371600"/>
                  </a:lnTo>
                  <a:lnTo>
                    <a:pt x="39624" y="0"/>
                  </a:lnTo>
                  <a:close/>
                </a:path>
                <a:path w="4206240" h="1371600">
                  <a:moveTo>
                    <a:pt x="2122932" y="0"/>
                  </a:moveTo>
                  <a:lnTo>
                    <a:pt x="2084832" y="0"/>
                  </a:lnTo>
                  <a:lnTo>
                    <a:pt x="2083308" y="1371600"/>
                  </a:lnTo>
                  <a:lnTo>
                    <a:pt x="2121408" y="1371600"/>
                  </a:lnTo>
                  <a:lnTo>
                    <a:pt x="2122932" y="0"/>
                  </a:lnTo>
                  <a:close/>
                </a:path>
                <a:path w="4206240" h="1371600">
                  <a:moveTo>
                    <a:pt x="4206240" y="0"/>
                  </a:moveTo>
                  <a:lnTo>
                    <a:pt x="4168140" y="0"/>
                  </a:lnTo>
                  <a:lnTo>
                    <a:pt x="4166616" y="1371600"/>
                  </a:lnTo>
                  <a:lnTo>
                    <a:pt x="4204716" y="1371600"/>
                  </a:lnTo>
                  <a:lnTo>
                    <a:pt x="4206240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388096" y="4162038"/>
              <a:ext cx="10795" cy="1371600"/>
            </a:xfrm>
            <a:custGeom>
              <a:avLst/>
              <a:gdLst/>
              <a:ahLst/>
              <a:cxnLst/>
              <a:rect l="l" t="t" r="r" b="b"/>
              <a:pathLst>
                <a:path w="10795" h="1371600">
                  <a:moveTo>
                    <a:pt x="10668" y="0"/>
                  </a:moveTo>
                  <a:lnTo>
                    <a:pt x="1524" y="0"/>
                  </a:lnTo>
                  <a:lnTo>
                    <a:pt x="0" y="1371599"/>
                  </a:lnTo>
                  <a:lnTo>
                    <a:pt x="9144" y="1371599"/>
                  </a:lnTo>
                  <a:lnTo>
                    <a:pt x="10668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3134436" y="1823613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0" name="object 9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91" name="object 9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92" name="object 9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71</a:t>
            </a:fld>
            <a:endParaRPr spc="-25" dirty="0"/>
          </a:p>
        </p:txBody>
      </p:sp>
      <p:sp>
        <p:nvSpPr>
          <p:cNvPr id="74" name="object 74"/>
          <p:cNvSpPr txBox="1"/>
          <p:nvPr/>
        </p:nvSpPr>
        <p:spPr>
          <a:xfrm>
            <a:off x="5193207" y="18236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264324" y="1823613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135807" y="3576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188635" y="3576289"/>
            <a:ext cx="16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253808" y="35762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134436" y="540508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196408" y="54050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249236" y="54050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218435" y="28904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247468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364304" y="28904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4063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84637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4351959" y="4719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6438391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8463788" y="47192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878067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076188" y="1944618"/>
            <a:ext cx="469900" cy="471170"/>
            <a:chOff x="6076188" y="1944618"/>
            <a:chExt cx="469900" cy="471170"/>
          </a:xfrm>
        </p:grpSpPr>
        <p:sp>
          <p:nvSpPr>
            <p:cNvPr id="16" name="object 16"/>
            <p:cNvSpPr/>
            <p:nvPr/>
          </p:nvSpPr>
          <p:spPr>
            <a:xfrm>
              <a:off x="6082284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76188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46367" y="2021809"/>
            <a:ext cx="129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92879" y="1944618"/>
            <a:ext cx="469900" cy="471170"/>
            <a:chOff x="3992879" y="1944618"/>
            <a:chExt cx="469900" cy="471170"/>
          </a:xfrm>
        </p:grpSpPr>
        <p:sp>
          <p:nvSpPr>
            <p:cNvPr id="20" name="object 20"/>
            <p:cNvSpPr/>
            <p:nvPr/>
          </p:nvSpPr>
          <p:spPr>
            <a:xfrm>
              <a:off x="3998975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92879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52391" y="20218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157971" y="1944618"/>
            <a:ext cx="471170" cy="471170"/>
            <a:chOff x="8157971" y="1944618"/>
            <a:chExt cx="471170" cy="471170"/>
          </a:xfrm>
        </p:grpSpPr>
        <p:sp>
          <p:nvSpPr>
            <p:cNvPr id="24" name="object 24"/>
            <p:cNvSpPr/>
            <p:nvPr/>
          </p:nvSpPr>
          <p:spPr>
            <a:xfrm>
              <a:off x="8164067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57971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315883" y="202180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09572" y="1944618"/>
            <a:ext cx="471170" cy="471170"/>
            <a:chOff x="1909572" y="1944618"/>
            <a:chExt cx="471170" cy="471170"/>
          </a:xfrm>
        </p:grpSpPr>
        <p:sp>
          <p:nvSpPr>
            <p:cNvPr id="28" name="object 28"/>
            <p:cNvSpPr/>
            <p:nvPr/>
          </p:nvSpPr>
          <p:spPr>
            <a:xfrm>
              <a:off x="1915668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09572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69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075103" y="2021809"/>
            <a:ext cx="14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372867" y="2161026"/>
            <a:ext cx="5791200" cy="2007235"/>
            <a:chOff x="2372867" y="2161026"/>
            <a:chExt cx="5791200" cy="2007235"/>
          </a:xfrm>
        </p:grpSpPr>
        <p:sp>
          <p:nvSpPr>
            <p:cNvPr id="32" name="object 32"/>
            <p:cNvSpPr/>
            <p:nvPr/>
          </p:nvSpPr>
          <p:spPr>
            <a:xfrm>
              <a:off x="2372868" y="2161026"/>
              <a:ext cx="5791200" cy="40005"/>
            </a:xfrm>
            <a:custGeom>
              <a:avLst/>
              <a:gdLst/>
              <a:ahLst/>
              <a:cxnLst/>
              <a:rect l="l" t="t" r="r" b="b"/>
              <a:pathLst>
                <a:path w="5791200" h="40005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  <a:path w="5791200" h="40005">
                  <a:moveTo>
                    <a:pt x="3709416" y="1524"/>
                  </a:moveTo>
                  <a:lnTo>
                    <a:pt x="2083308" y="0"/>
                  </a:lnTo>
                  <a:lnTo>
                    <a:pt x="2083308" y="38100"/>
                  </a:lnTo>
                  <a:lnTo>
                    <a:pt x="3709416" y="39624"/>
                  </a:lnTo>
                  <a:lnTo>
                    <a:pt x="3709416" y="1524"/>
                  </a:lnTo>
                  <a:close/>
                </a:path>
                <a:path w="5791200" h="40005">
                  <a:moveTo>
                    <a:pt x="5791200" y="1524"/>
                  </a:moveTo>
                  <a:lnTo>
                    <a:pt x="4166603" y="0"/>
                  </a:lnTo>
                  <a:lnTo>
                    <a:pt x="4166603" y="38100"/>
                  </a:lnTo>
                  <a:lnTo>
                    <a:pt x="5791200" y="39624"/>
                  </a:lnTo>
                  <a:lnTo>
                    <a:pt x="5791200" y="1524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82283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76188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240195" y="3774485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992879" y="3697218"/>
            <a:ext cx="469900" cy="471170"/>
            <a:chOff x="3992879" y="3697218"/>
            <a:chExt cx="469900" cy="471170"/>
          </a:xfrm>
        </p:grpSpPr>
        <p:sp>
          <p:nvSpPr>
            <p:cNvPr id="37" name="object 37"/>
            <p:cNvSpPr/>
            <p:nvPr/>
          </p:nvSpPr>
          <p:spPr>
            <a:xfrm>
              <a:off x="3998975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992879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178223" y="3774485"/>
            <a:ext cx="10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f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8157971" y="3697218"/>
            <a:ext cx="471170" cy="471170"/>
            <a:chOff x="8157971" y="3697218"/>
            <a:chExt cx="471170" cy="471170"/>
          </a:xfrm>
        </p:grpSpPr>
        <p:sp>
          <p:nvSpPr>
            <p:cNvPr id="41" name="object 41"/>
            <p:cNvSpPr/>
            <p:nvPr/>
          </p:nvSpPr>
          <p:spPr>
            <a:xfrm>
              <a:off x="8164067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157971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314511" y="3774485"/>
            <a:ext cx="158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h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909572" y="3697218"/>
            <a:ext cx="471170" cy="471170"/>
            <a:chOff x="1909572" y="3697218"/>
            <a:chExt cx="471170" cy="471170"/>
          </a:xfrm>
        </p:grpSpPr>
        <p:sp>
          <p:nvSpPr>
            <p:cNvPr id="45" name="object 45"/>
            <p:cNvSpPr/>
            <p:nvPr/>
          </p:nvSpPr>
          <p:spPr>
            <a:xfrm>
              <a:off x="1915668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909572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076704" y="3774485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372867" y="3927342"/>
            <a:ext cx="5791200" cy="2070100"/>
            <a:chOff x="2372867" y="3927342"/>
            <a:chExt cx="5791200" cy="2070100"/>
          </a:xfrm>
        </p:grpSpPr>
        <p:sp>
          <p:nvSpPr>
            <p:cNvPr id="49" name="object 49"/>
            <p:cNvSpPr/>
            <p:nvPr/>
          </p:nvSpPr>
          <p:spPr>
            <a:xfrm>
              <a:off x="2372868" y="3927342"/>
              <a:ext cx="5791200" cy="12700"/>
            </a:xfrm>
            <a:custGeom>
              <a:avLst/>
              <a:gdLst/>
              <a:ahLst/>
              <a:cxnLst/>
              <a:rect l="l" t="t" r="r" b="b"/>
              <a:pathLst>
                <a:path w="5791200" h="12700">
                  <a:moveTo>
                    <a:pt x="1626108" y="1524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626108" y="12192"/>
                  </a:lnTo>
                  <a:lnTo>
                    <a:pt x="1626108" y="1524"/>
                  </a:lnTo>
                  <a:close/>
                </a:path>
                <a:path w="5791200" h="12700">
                  <a:moveTo>
                    <a:pt x="3709416" y="1524"/>
                  </a:moveTo>
                  <a:lnTo>
                    <a:pt x="2083308" y="0"/>
                  </a:lnTo>
                  <a:lnTo>
                    <a:pt x="2083308" y="10668"/>
                  </a:lnTo>
                  <a:lnTo>
                    <a:pt x="3709416" y="12192"/>
                  </a:lnTo>
                  <a:lnTo>
                    <a:pt x="3709416" y="1524"/>
                  </a:lnTo>
                  <a:close/>
                </a:path>
                <a:path w="5791200" h="12700">
                  <a:moveTo>
                    <a:pt x="5791200" y="1524"/>
                  </a:moveTo>
                  <a:lnTo>
                    <a:pt x="4166603" y="0"/>
                  </a:lnTo>
                  <a:lnTo>
                    <a:pt x="4166603" y="10668"/>
                  </a:lnTo>
                  <a:lnTo>
                    <a:pt x="5791200" y="12192"/>
                  </a:lnTo>
                  <a:lnTo>
                    <a:pt x="5791200" y="1524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082283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076188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3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3"/>
                  </a:lnTo>
                  <a:lnTo>
                    <a:pt x="10667" y="166116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6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2"/>
                  </a:lnTo>
                  <a:lnTo>
                    <a:pt x="259079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8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8"/>
                  </a:lnTo>
                  <a:lnTo>
                    <a:pt x="38100" y="341375"/>
                  </a:lnTo>
                  <a:lnTo>
                    <a:pt x="21336" y="301752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8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62484" y="94487"/>
                  </a:lnTo>
                  <a:lnTo>
                    <a:pt x="92963" y="64007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6"/>
                  </a:lnTo>
                  <a:lnTo>
                    <a:pt x="312420" y="13716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20" y="13716"/>
                  </a:moveTo>
                  <a:lnTo>
                    <a:pt x="257556" y="13716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6"/>
                  </a:lnTo>
                  <a:lnTo>
                    <a:pt x="391667" y="77724"/>
                  </a:lnTo>
                  <a:lnTo>
                    <a:pt x="419100" y="111252"/>
                  </a:lnTo>
                  <a:lnTo>
                    <a:pt x="438912" y="149352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8"/>
                  </a:lnTo>
                  <a:lnTo>
                    <a:pt x="457200" y="236219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2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8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40"/>
                  </a:lnTo>
                  <a:lnTo>
                    <a:pt x="469391" y="246887"/>
                  </a:lnTo>
                  <a:lnTo>
                    <a:pt x="469391" y="222504"/>
                  </a:lnTo>
                  <a:lnTo>
                    <a:pt x="458723" y="164592"/>
                  </a:lnTo>
                  <a:lnTo>
                    <a:pt x="429767" y="103631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20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237223" y="5603285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k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992879" y="5526018"/>
            <a:ext cx="469900" cy="471170"/>
            <a:chOff x="3992879" y="5526018"/>
            <a:chExt cx="469900" cy="471170"/>
          </a:xfrm>
        </p:grpSpPr>
        <p:sp>
          <p:nvSpPr>
            <p:cNvPr id="54" name="object 54"/>
            <p:cNvSpPr/>
            <p:nvPr/>
          </p:nvSpPr>
          <p:spPr>
            <a:xfrm>
              <a:off x="3998975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992879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4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8"/>
                  </a:lnTo>
                  <a:lnTo>
                    <a:pt x="187452" y="466344"/>
                  </a:lnTo>
                  <a:lnTo>
                    <a:pt x="211836" y="469392"/>
                  </a:lnTo>
                  <a:lnTo>
                    <a:pt x="259080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2"/>
                  </a:lnTo>
                  <a:lnTo>
                    <a:pt x="92964" y="406907"/>
                  </a:lnTo>
                  <a:lnTo>
                    <a:pt x="62484" y="376428"/>
                  </a:lnTo>
                  <a:lnTo>
                    <a:pt x="39624" y="341375"/>
                  </a:lnTo>
                  <a:lnTo>
                    <a:pt x="22860" y="301752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8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77724" y="77724"/>
                  </a:lnTo>
                  <a:lnTo>
                    <a:pt x="111252" y="50292"/>
                  </a:lnTo>
                  <a:lnTo>
                    <a:pt x="149352" y="30480"/>
                  </a:lnTo>
                  <a:lnTo>
                    <a:pt x="211836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6"/>
                  </a:moveTo>
                  <a:lnTo>
                    <a:pt x="257556" y="13716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7"/>
                  </a:lnTo>
                  <a:lnTo>
                    <a:pt x="406908" y="94487"/>
                  </a:lnTo>
                  <a:lnTo>
                    <a:pt x="429768" y="129540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8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2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2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2"/>
                  </a:lnTo>
                  <a:lnTo>
                    <a:pt x="441960" y="123443"/>
                  </a:lnTo>
                  <a:lnTo>
                    <a:pt x="416052" y="85343"/>
                  </a:lnTo>
                  <a:lnTo>
                    <a:pt x="384048" y="53340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4182795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j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8157971" y="5526018"/>
            <a:ext cx="471170" cy="471170"/>
            <a:chOff x="8157971" y="5526018"/>
            <a:chExt cx="471170" cy="471170"/>
          </a:xfrm>
        </p:grpSpPr>
        <p:sp>
          <p:nvSpPr>
            <p:cNvPr id="58" name="object 58"/>
            <p:cNvSpPr/>
            <p:nvPr/>
          </p:nvSpPr>
          <p:spPr>
            <a:xfrm>
              <a:off x="8164067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157971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20" y="470916"/>
                  </a:lnTo>
                  <a:lnTo>
                    <a:pt x="248411" y="469392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6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4" y="341375"/>
                  </a:lnTo>
                  <a:lnTo>
                    <a:pt x="22859" y="301752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4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2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4"/>
                  </a:lnTo>
                  <a:lnTo>
                    <a:pt x="469392" y="210312"/>
                  </a:lnTo>
                  <a:lnTo>
                    <a:pt x="460248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8" y="53340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8347888" y="5603285"/>
            <a:ext cx="90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l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909572" y="5526018"/>
            <a:ext cx="471170" cy="471170"/>
            <a:chOff x="1909572" y="5526018"/>
            <a:chExt cx="471170" cy="471170"/>
          </a:xfrm>
        </p:grpSpPr>
        <p:sp>
          <p:nvSpPr>
            <p:cNvPr id="62" name="object 62"/>
            <p:cNvSpPr/>
            <p:nvPr/>
          </p:nvSpPr>
          <p:spPr>
            <a:xfrm>
              <a:off x="1915668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909572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19" y="470916"/>
                  </a:lnTo>
                  <a:lnTo>
                    <a:pt x="248411" y="469392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7" y="166116"/>
                  </a:lnTo>
                  <a:lnTo>
                    <a:pt x="1523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6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3" y="341375"/>
                  </a:lnTo>
                  <a:lnTo>
                    <a:pt x="22859" y="301752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3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1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4"/>
                  </a:lnTo>
                  <a:lnTo>
                    <a:pt x="469391" y="210312"/>
                  </a:lnTo>
                  <a:lnTo>
                    <a:pt x="460247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7" y="53340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2099564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2124455" y="2409438"/>
            <a:ext cx="6274435" cy="3373120"/>
            <a:chOff x="2124455" y="2409438"/>
            <a:chExt cx="6274435" cy="3373120"/>
          </a:xfrm>
        </p:grpSpPr>
        <p:sp>
          <p:nvSpPr>
            <p:cNvPr id="66" name="object 66"/>
            <p:cNvSpPr/>
            <p:nvPr/>
          </p:nvSpPr>
          <p:spPr>
            <a:xfrm>
              <a:off x="2372868" y="5742426"/>
              <a:ext cx="1626235" cy="40005"/>
            </a:xfrm>
            <a:custGeom>
              <a:avLst/>
              <a:gdLst/>
              <a:ahLst/>
              <a:cxnLst/>
              <a:rect l="l" t="t" r="r" b="b"/>
              <a:pathLst>
                <a:path w="1626235" h="40004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456176" y="5756142"/>
              <a:ext cx="3708400" cy="12700"/>
            </a:xfrm>
            <a:custGeom>
              <a:avLst/>
              <a:gdLst/>
              <a:ahLst/>
              <a:cxnLst/>
              <a:rect l="l" t="t" r="r" b="b"/>
              <a:pathLst>
                <a:path w="3708400" h="12700">
                  <a:moveTo>
                    <a:pt x="1626108" y="1524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626108" y="12192"/>
                  </a:lnTo>
                  <a:lnTo>
                    <a:pt x="1626108" y="1524"/>
                  </a:lnTo>
                  <a:close/>
                </a:path>
                <a:path w="3708400" h="12700">
                  <a:moveTo>
                    <a:pt x="3707892" y="1524"/>
                  </a:moveTo>
                  <a:lnTo>
                    <a:pt x="2083295" y="0"/>
                  </a:lnTo>
                  <a:lnTo>
                    <a:pt x="2083295" y="10668"/>
                  </a:lnTo>
                  <a:lnTo>
                    <a:pt x="3707892" y="12192"/>
                  </a:lnTo>
                  <a:lnTo>
                    <a:pt x="3707892" y="1524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124456" y="2409438"/>
              <a:ext cx="40005" cy="1295400"/>
            </a:xfrm>
            <a:custGeom>
              <a:avLst/>
              <a:gdLst/>
              <a:ahLst/>
              <a:cxnLst/>
              <a:rect l="l" t="t" r="r" b="b"/>
              <a:pathLst>
                <a:path w="40005" h="1295400">
                  <a:moveTo>
                    <a:pt x="39624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38100" y="12954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221480" y="2409438"/>
              <a:ext cx="4177665" cy="1295400"/>
            </a:xfrm>
            <a:custGeom>
              <a:avLst/>
              <a:gdLst/>
              <a:ahLst/>
              <a:cxnLst/>
              <a:rect l="l" t="t" r="r" b="b"/>
              <a:pathLst>
                <a:path w="4177665" h="1295400">
                  <a:moveTo>
                    <a:pt x="12192" y="0"/>
                  </a:moveTo>
                  <a:lnTo>
                    <a:pt x="3048" y="0"/>
                  </a:lnTo>
                  <a:lnTo>
                    <a:pt x="0" y="1295400"/>
                  </a:lnTo>
                  <a:lnTo>
                    <a:pt x="10668" y="1295400"/>
                  </a:lnTo>
                  <a:lnTo>
                    <a:pt x="12192" y="0"/>
                  </a:lnTo>
                  <a:close/>
                </a:path>
                <a:path w="4177665" h="1295400">
                  <a:moveTo>
                    <a:pt x="2093976" y="0"/>
                  </a:moveTo>
                  <a:lnTo>
                    <a:pt x="2084832" y="0"/>
                  </a:lnTo>
                  <a:lnTo>
                    <a:pt x="2083308" y="1295400"/>
                  </a:lnTo>
                  <a:lnTo>
                    <a:pt x="2092452" y="1295400"/>
                  </a:lnTo>
                  <a:lnTo>
                    <a:pt x="2093976" y="0"/>
                  </a:lnTo>
                  <a:close/>
                </a:path>
                <a:path w="4177665" h="1295400">
                  <a:moveTo>
                    <a:pt x="4177284" y="0"/>
                  </a:moveTo>
                  <a:lnTo>
                    <a:pt x="4168140" y="0"/>
                  </a:lnTo>
                  <a:lnTo>
                    <a:pt x="4166616" y="1295400"/>
                  </a:lnTo>
                  <a:lnTo>
                    <a:pt x="4175760" y="1295400"/>
                  </a:lnTo>
                  <a:lnTo>
                    <a:pt x="4177284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124456" y="4162038"/>
              <a:ext cx="4206240" cy="1371600"/>
            </a:xfrm>
            <a:custGeom>
              <a:avLst/>
              <a:gdLst/>
              <a:ahLst/>
              <a:cxnLst/>
              <a:rect l="l" t="t" r="r" b="b"/>
              <a:pathLst>
                <a:path w="4206240" h="1371600">
                  <a:moveTo>
                    <a:pt x="39624" y="0"/>
                  </a:moveTo>
                  <a:lnTo>
                    <a:pt x="1524" y="0"/>
                  </a:lnTo>
                  <a:lnTo>
                    <a:pt x="0" y="1371600"/>
                  </a:lnTo>
                  <a:lnTo>
                    <a:pt x="38100" y="1371600"/>
                  </a:lnTo>
                  <a:lnTo>
                    <a:pt x="39624" y="0"/>
                  </a:lnTo>
                  <a:close/>
                </a:path>
                <a:path w="4206240" h="1371600">
                  <a:moveTo>
                    <a:pt x="2122932" y="0"/>
                  </a:moveTo>
                  <a:lnTo>
                    <a:pt x="2084832" y="0"/>
                  </a:lnTo>
                  <a:lnTo>
                    <a:pt x="2083308" y="1371600"/>
                  </a:lnTo>
                  <a:lnTo>
                    <a:pt x="2121408" y="1371600"/>
                  </a:lnTo>
                  <a:lnTo>
                    <a:pt x="2122932" y="0"/>
                  </a:lnTo>
                  <a:close/>
                </a:path>
                <a:path w="4206240" h="1371600">
                  <a:moveTo>
                    <a:pt x="4206240" y="0"/>
                  </a:moveTo>
                  <a:lnTo>
                    <a:pt x="4168140" y="0"/>
                  </a:lnTo>
                  <a:lnTo>
                    <a:pt x="4166616" y="1371600"/>
                  </a:lnTo>
                  <a:lnTo>
                    <a:pt x="4204716" y="1371600"/>
                  </a:lnTo>
                  <a:lnTo>
                    <a:pt x="4206240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388096" y="4162038"/>
              <a:ext cx="10795" cy="1371600"/>
            </a:xfrm>
            <a:custGeom>
              <a:avLst/>
              <a:gdLst/>
              <a:ahLst/>
              <a:cxnLst/>
              <a:rect l="l" t="t" r="r" b="b"/>
              <a:pathLst>
                <a:path w="10795" h="1371600">
                  <a:moveTo>
                    <a:pt x="10668" y="0"/>
                  </a:moveTo>
                  <a:lnTo>
                    <a:pt x="1524" y="0"/>
                  </a:lnTo>
                  <a:lnTo>
                    <a:pt x="0" y="1371599"/>
                  </a:lnTo>
                  <a:lnTo>
                    <a:pt x="9144" y="1371599"/>
                  </a:lnTo>
                  <a:lnTo>
                    <a:pt x="10668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3134436" y="1823613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9" name="object 8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90" name="object 9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91" name="object 9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72</a:t>
            </a:fld>
            <a:endParaRPr spc="-25" dirty="0"/>
          </a:p>
        </p:txBody>
      </p:sp>
      <p:sp>
        <p:nvSpPr>
          <p:cNvPr id="73" name="object 73"/>
          <p:cNvSpPr txBox="1"/>
          <p:nvPr/>
        </p:nvSpPr>
        <p:spPr>
          <a:xfrm>
            <a:off x="5193207" y="18236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264324" y="1823613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135807" y="3576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188635" y="3576289"/>
            <a:ext cx="16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7253808" y="35762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134436" y="540508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196408" y="54050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7249236" y="54050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218435" y="28904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247468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4364304" y="28904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64063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84637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4351959" y="4719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438391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8463788" y="47192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878067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076188" y="1944618"/>
            <a:ext cx="469900" cy="471170"/>
            <a:chOff x="6076188" y="1944618"/>
            <a:chExt cx="469900" cy="471170"/>
          </a:xfrm>
        </p:grpSpPr>
        <p:sp>
          <p:nvSpPr>
            <p:cNvPr id="16" name="object 16"/>
            <p:cNvSpPr/>
            <p:nvPr/>
          </p:nvSpPr>
          <p:spPr>
            <a:xfrm>
              <a:off x="6082284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76188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46367" y="2021809"/>
            <a:ext cx="129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92879" y="1944618"/>
            <a:ext cx="469900" cy="471170"/>
            <a:chOff x="3992879" y="1944618"/>
            <a:chExt cx="469900" cy="471170"/>
          </a:xfrm>
        </p:grpSpPr>
        <p:sp>
          <p:nvSpPr>
            <p:cNvPr id="20" name="object 20"/>
            <p:cNvSpPr/>
            <p:nvPr/>
          </p:nvSpPr>
          <p:spPr>
            <a:xfrm>
              <a:off x="3998975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92879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52391" y="20218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157971" y="1944618"/>
            <a:ext cx="471170" cy="471170"/>
            <a:chOff x="8157971" y="1944618"/>
            <a:chExt cx="471170" cy="471170"/>
          </a:xfrm>
        </p:grpSpPr>
        <p:sp>
          <p:nvSpPr>
            <p:cNvPr id="24" name="object 24"/>
            <p:cNvSpPr/>
            <p:nvPr/>
          </p:nvSpPr>
          <p:spPr>
            <a:xfrm>
              <a:off x="8164067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57971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315883" y="202180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09572" y="1944618"/>
            <a:ext cx="471170" cy="471170"/>
            <a:chOff x="1909572" y="1944618"/>
            <a:chExt cx="471170" cy="471170"/>
          </a:xfrm>
        </p:grpSpPr>
        <p:sp>
          <p:nvSpPr>
            <p:cNvPr id="28" name="object 28"/>
            <p:cNvSpPr/>
            <p:nvPr/>
          </p:nvSpPr>
          <p:spPr>
            <a:xfrm>
              <a:off x="1915668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09572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69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075103" y="2021809"/>
            <a:ext cx="14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372867" y="2161026"/>
            <a:ext cx="5791200" cy="2007235"/>
            <a:chOff x="2372867" y="2161026"/>
            <a:chExt cx="5791200" cy="2007235"/>
          </a:xfrm>
        </p:grpSpPr>
        <p:sp>
          <p:nvSpPr>
            <p:cNvPr id="32" name="object 32"/>
            <p:cNvSpPr/>
            <p:nvPr/>
          </p:nvSpPr>
          <p:spPr>
            <a:xfrm>
              <a:off x="2372868" y="2161026"/>
              <a:ext cx="5791200" cy="40005"/>
            </a:xfrm>
            <a:custGeom>
              <a:avLst/>
              <a:gdLst/>
              <a:ahLst/>
              <a:cxnLst/>
              <a:rect l="l" t="t" r="r" b="b"/>
              <a:pathLst>
                <a:path w="5791200" h="40005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  <a:path w="5791200" h="40005">
                  <a:moveTo>
                    <a:pt x="3709416" y="1524"/>
                  </a:moveTo>
                  <a:lnTo>
                    <a:pt x="2083308" y="0"/>
                  </a:lnTo>
                  <a:lnTo>
                    <a:pt x="2083308" y="38100"/>
                  </a:lnTo>
                  <a:lnTo>
                    <a:pt x="3709416" y="39624"/>
                  </a:lnTo>
                  <a:lnTo>
                    <a:pt x="3709416" y="1524"/>
                  </a:lnTo>
                  <a:close/>
                </a:path>
                <a:path w="5791200" h="40005">
                  <a:moveTo>
                    <a:pt x="5791200" y="1524"/>
                  </a:moveTo>
                  <a:lnTo>
                    <a:pt x="4166603" y="0"/>
                  </a:lnTo>
                  <a:lnTo>
                    <a:pt x="4166603" y="38100"/>
                  </a:lnTo>
                  <a:lnTo>
                    <a:pt x="5791200" y="39624"/>
                  </a:lnTo>
                  <a:lnTo>
                    <a:pt x="5791200" y="1524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82283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76188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240195" y="3774485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992879" y="3697218"/>
            <a:ext cx="469900" cy="471170"/>
            <a:chOff x="3992879" y="3697218"/>
            <a:chExt cx="469900" cy="471170"/>
          </a:xfrm>
        </p:grpSpPr>
        <p:sp>
          <p:nvSpPr>
            <p:cNvPr id="37" name="object 37"/>
            <p:cNvSpPr/>
            <p:nvPr/>
          </p:nvSpPr>
          <p:spPr>
            <a:xfrm>
              <a:off x="3998975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992879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178223" y="3774485"/>
            <a:ext cx="10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f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8157971" y="3697218"/>
            <a:ext cx="471170" cy="471170"/>
            <a:chOff x="8157971" y="3697218"/>
            <a:chExt cx="471170" cy="471170"/>
          </a:xfrm>
        </p:grpSpPr>
        <p:sp>
          <p:nvSpPr>
            <p:cNvPr id="41" name="object 41"/>
            <p:cNvSpPr/>
            <p:nvPr/>
          </p:nvSpPr>
          <p:spPr>
            <a:xfrm>
              <a:off x="8164067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157971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314511" y="3774485"/>
            <a:ext cx="158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h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909572" y="3697218"/>
            <a:ext cx="471170" cy="471170"/>
            <a:chOff x="1909572" y="3697218"/>
            <a:chExt cx="471170" cy="471170"/>
          </a:xfrm>
        </p:grpSpPr>
        <p:sp>
          <p:nvSpPr>
            <p:cNvPr id="45" name="object 45"/>
            <p:cNvSpPr/>
            <p:nvPr/>
          </p:nvSpPr>
          <p:spPr>
            <a:xfrm>
              <a:off x="1915668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909572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076704" y="3774485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372867" y="3927342"/>
            <a:ext cx="5791200" cy="2070100"/>
            <a:chOff x="2372867" y="3927342"/>
            <a:chExt cx="5791200" cy="2070100"/>
          </a:xfrm>
        </p:grpSpPr>
        <p:sp>
          <p:nvSpPr>
            <p:cNvPr id="49" name="object 49"/>
            <p:cNvSpPr/>
            <p:nvPr/>
          </p:nvSpPr>
          <p:spPr>
            <a:xfrm>
              <a:off x="2372868" y="3927342"/>
              <a:ext cx="5791200" cy="12700"/>
            </a:xfrm>
            <a:custGeom>
              <a:avLst/>
              <a:gdLst/>
              <a:ahLst/>
              <a:cxnLst/>
              <a:rect l="l" t="t" r="r" b="b"/>
              <a:pathLst>
                <a:path w="5791200" h="12700">
                  <a:moveTo>
                    <a:pt x="1626108" y="1524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626108" y="12192"/>
                  </a:lnTo>
                  <a:lnTo>
                    <a:pt x="1626108" y="1524"/>
                  </a:lnTo>
                  <a:close/>
                </a:path>
                <a:path w="5791200" h="12700">
                  <a:moveTo>
                    <a:pt x="3709416" y="1524"/>
                  </a:moveTo>
                  <a:lnTo>
                    <a:pt x="2083308" y="0"/>
                  </a:lnTo>
                  <a:lnTo>
                    <a:pt x="2083308" y="10668"/>
                  </a:lnTo>
                  <a:lnTo>
                    <a:pt x="3709416" y="12192"/>
                  </a:lnTo>
                  <a:lnTo>
                    <a:pt x="3709416" y="1524"/>
                  </a:lnTo>
                  <a:close/>
                </a:path>
                <a:path w="5791200" h="12700">
                  <a:moveTo>
                    <a:pt x="5791200" y="1524"/>
                  </a:moveTo>
                  <a:lnTo>
                    <a:pt x="4166603" y="0"/>
                  </a:lnTo>
                  <a:lnTo>
                    <a:pt x="4166603" y="10668"/>
                  </a:lnTo>
                  <a:lnTo>
                    <a:pt x="5791200" y="12192"/>
                  </a:lnTo>
                  <a:lnTo>
                    <a:pt x="5791200" y="1524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082283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076188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3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3"/>
                  </a:lnTo>
                  <a:lnTo>
                    <a:pt x="10667" y="166116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6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2"/>
                  </a:lnTo>
                  <a:lnTo>
                    <a:pt x="259079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8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8"/>
                  </a:lnTo>
                  <a:lnTo>
                    <a:pt x="38100" y="341375"/>
                  </a:lnTo>
                  <a:lnTo>
                    <a:pt x="21336" y="301752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8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62484" y="94487"/>
                  </a:lnTo>
                  <a:lnTo>
                    <a:pt x="92963" y="64007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6"/>
                  </a:lnTo>
                  <a:lnTo>
                    <a:pt x="312420" y="13716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20" y="13716"/>
                  </a:moveTo>
                  <a:lnTo>
                    <a:pt x="257556" y="13716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6"/>
                  </a:lnTo>
                  <a:lnTo>
                    <a:pt x="391667" y="77724"/>
                  </a:lnTo>
                  <a:lnTo>
                    <a:pt x="419100" y="111252"/>
                  </a:lnTo>
                  <a:lnTo>
                    <a:pt x="438912" y="149352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8"/>
                  </a:lnTo>
                  <a:lnTo>
                    <a:pt x="457200" y="236219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2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8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40"/>
                  </a:lnTo>
                  <a:lnTo>
                    <a:pt x="469391" y="246887"/>
                  </a:lnTo>
                  <a:lnTo>
                    <a:pt x="469391" y="222504"/>
                  </a:lnTo>
                  <a:lnTo>
                    <a:pt x="458723" y="164592"/>
                  </a:lnTo>
                  <a:lnTo>
                    <a:pt x="429767" y="103631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20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237223" y="5603285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k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992879" y="5526018"/>
            <a:ext cx="469900" cy="471170"/>
            <a:chOff x="3992879" y="5526018"/>
            <a:chExt cx="469900" cy="471170"/>
          </a:xfrm>
        </p:grpSpPr>
        <p:sp>
          <p:nvSpPr>
            <p:cNvPr id="54" name="object 54"/>
            <p:cNvSpPr/>
            <p:nvPr/>
          </p:nvSpPr>
          <p:spPr>
            <a:xfrm>
              <a:off x="3998975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992879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4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8"/>
                  </a:lnTo>
                  <a:lnTo>
                    <a:pt x="187452" y="466344"/>
                  </a:lnTo>
                  <a:lnTo>
                    <a:pt x="211836" y="469392"/>
                  </a:lnTo>
                  <a:lnTo>
                    <a:pt x="259080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2"/>
                  </a:lnTo>
                  <a:lnTo>
                    <a:pt x="92964" y="406907"/>
                  </a:lnTo>
                  <a:lnTo>
                    <a:pt x="62484" y="376428"/>
                  </a:lnTo>
                  <a:lnTo>
                    <a:pt x="39624" y="341375"/>
                  </a:lnTo>
                  <a:lnTo>
                    <a:pt x="22860" y="301752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8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77724" y="77724"/>
                  </a:lnTo>
                  <a:lnTo>
                    <a:pt x="111252" y="50292"/>
                  </a:lnTo>
                  <a:lnTo>
                    <a:pt x="149352" y="30480"/>
                  </a:lnTo>
                  <a:lnTo>
                    <a:pt x="211836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6"/>
                  </a:moveTo>
                  <a:lnTo>
                    <a:pt x="257556" y="13716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7"/>
                  </a:lnTo>
                  <a:lnTo>
                    <a:pt x="406908" y="94487"/>
                  </a:lnTo>
                  <a:lnTo>
                    <a:pt x="429768" y="129540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8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2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2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2"/>
                  </a:lnTo>
                  <a:lnTo>
                    <a:pt x="441960" y="123443"/>
                  </a:lnTo>
                  <a:lnTo>
                    <a:pt x="416052" y="85343"/>
                  </a:lnTo>
                  <a:lnTo>
                    <a:pt x="384048" y="53340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4182795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j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8157971" y="5526018"/>
            <a:ext cx="471170" cy="471170"/>
            <a:chOff x="8157971" y="5526018"/>
            <a:chExt cx="471170" cy="471170"/>
          </a:xfrm>
        </p:grpSpPr>
        <p:sp>
          <p:nvSpPr>
            <p:cNvPr id="58" name="object 58"/>
            <p:cNvSpPr/>
            <p:nvPr/>
          </p:nvSpPr>
          <p:spPr>
            <a:xfrm>
              <a:off x="8164067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157971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20" y="470916"/>
                  </a:lnTo>
                  <a:lnTo>
                    <a:pt x="248411" y="469392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6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4" y="341375"/>
                  </a:lnTo>
                  <a:lnTo>
                    <a:pt x="22859" y="301752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4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2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4"/>
                  </a:lnTo>
                  <a:lnTo>
                    <a:pt x="469392" y="210312"/>
                  </a:lnTo>
                  <a:lnTo>
                    <a:pt x="460248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8" y="53340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8347888" y="5603285"/>
            <a:ext cx="90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l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909572" y="5526018"/>
            <a:ext cx="471170" cy="471170"/>
            <a:chOff x="1909572" y="5526018"/>
            <a:chExt cx="471170" cy="471170"/>
          </a:xfrm>
        </p:grpSpPr>
        <p:sp>
          <p:nvSpPr>
            <p:cNvPr id="62" name="object 62"/>
            <p:cNvSpPr/>
            <p:nvPr/>
          </p:nvSpPr>
          <p:spPr>
            <a:xfrm>
              <a:off x="1915668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909572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19" y="470916"/>
                  </a:lnTo>
                  <a:lnTo>
                    <a:pt x="248411" y="469392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7" y="166116"/>
                  </a:lnTo>
                  <a:lnTo>
                    <a:pt x="1523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6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3" y="341375"/>
                  </a:lnTo>
                  <a:lnTo>
                    <a:pt x="22859" y="301752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3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1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4"/>
                  </a:lnTo>
                  <a:lnTo>
                    <a:pt x="469391" y="210312"/>
                  </a:lnTo>
                  <a:lnTo>
                    <a:pt x="460247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7" y="53340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2099564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2124455" y="2409438"/>
            <a:ext cx="6274435" cy="3373120"/>
            <a:chOff x="2124455" y="2409438"/>
            <a:chExt cx="6274435" cy="3373120"/>
          </a:xfrm>
        </p:grpSpPr>
        <p:sp>
          <p:nvSpPr>
            <p:cNvPr id="66" name="object 66"/>
            <p:cNvSpPr/>
            <p:nvPr/>
          </p:nvSpPr>
          <p:spPr>
            <a:xfrm>
              <a:off x="2372868" y="5742426"/>
              <a:ext cx="1626235" cy="40005"/>
            </a:xfrm>
            <a:custGeom>
              <a:avLst/>
              <a:gdLst/>
              <a:ahLst/>
              <a:cxnLst/>
              <a:rect l="l" t="t" r="r" b="b"/>
              <a:pathLst>
                <a:path w="1626235" h="40004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456176" y="5756142"/>
              <a:ext cx="3708400" cy="12700"/>
            </a:xfrm>
            <a:custGeom>
              <a:avLst/>
              <a:gdLst/>
              <a:ahLst/>
              <a:cxnLst/>
              <a:rect l="l" t="t" r="r" b="b"/>
              <a:pathLst>
                <a:path w="3708400" h="12700">
                  <a:moveTo>
                    <a:pt x="1626108" y="1524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626108" y="12192"/>
                  </a:lnTo>
                  <a:lnTo>
                    <a:pt x="1626108" y="1524"/>
                  </a:lnTo>
                  <a:close/>
                </a:path>
                <a:path w="3708400" h="12700">
                  <a:moveTo>
                    <a:pt x="3707892" y="1524"/>
                  </a:moveTo>
                  <a:lnTo>
                    <a:pt x="2083295" y="0"/>
                  </a:lnTo>
                  <a:lnTo>
                    <a:pt x="2083295" y="10668"/>
                  </a:lnTo>
                  <a:lnTo>
                    <a:pt x="3707892" y="12192"/>
                  </a:lnTo>
                  <a:lnTo>
                    <a:pt x="3707892" y="1524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124456" y="2409438"/>
              <a:ext cx="40005" cy="1295400"/>
            </a:xfrm>
            <a:custGeom>
              <a:avLst/>
              <a:gdLst/>
              <a:ahLst/>
              <a:cxnLst/>
              <a:rect l="l" t="t" r="r" b="b"/>
              <a:pathLst>
                <a:path w="40005" h="1295400">
                  <a:moveTo>
                    <a:pt x="39624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38100" y="12954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221479" y="2409438"/>
              <a:ext cx="12700" cy="1295400"/>
            </a:xfrm>
            <a:custGeom>
              <a:avLst/>
              <a:gdLst/>
              <a:ahLst/>
              <a:cxnLst/>
              <a:rect l="l" t="t" r="r" b="b"/>
              <a:pathLst>
                <a:path w="12700" h="1295400">
                  <a:moveTo>
                    <a:pt x="12192" y="0"/>
                  </a:moveTo>
                  <a:lnTo>
                    <a:pt x="3048" y="0"/>
                  </a:lnTo>
                  <a:lnTo>
                    <a:pt x="0" y="1295400"/>
                  </a:lnTo>
                  <a:lnTo>
                    <a:pt x="10668" y="1295400"/>
                  </a:lnTo>
                  <a:lnTo>
                    <a:pt x="12192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291072" y="2409438"/>
              <a:ext cx="40005" cy="1295400"/>
            </a:xfrm>
            <a:custGeom>
              <a:avLst/>
              <a:gdLst/>
              <a:ahLst/>
              <a:cxnLst/>
              <a:rect l="l" t="t" r="r" b="b"/>
              <a:pathLst>
                <a:path w="40004" h="1295400">
                  <a:moveTo>
                    <a:pt x="39624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38100" y="12954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388096" y="2409438"/>
              <a:ext cx="10795" cy="1295400"/>
            </a:xfrm>
            <a:custGeom>
              <a:avLst/>
              <a:gdLst/>
              <a:ahLst/>
              <a:cxnLst/>
              <a:rect l="l" t="t" r="r" b="b"/>
              <a:pathLst>
                <a:path w="10795" h="1295400">
                  <a:moveTo>
                    <a:pt x="10668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9144" y="1295400"/>
                  </a:lnTo>
                  <a:lnTo>
                    <a:pt x="10668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124456" y="4162038"/>
              <a:ext cx="4206240" cy="1371600"/>
            </a:xfrm>
            <a:custGeom>
              <a:avLst/>
              <a:gdLst/>
              <a:ahLst/>
              <a:cxnLst/>
              <a:rect l="l" t="t" r="r" b="b"/>
              <a:pathLst>
                <a:path w="4206240" h="1371600">
                  <a:moveTo>
                    <a:pt x="39624" y="0"/>
                  </a:moveTo>
                  <a:lnTo>
                    <a:pt x="1524" y="0"/>
                  </a:lnTo>
                  <a:lnTo>
                    <a:pt x="0" y="1371600"/>
                  </a:lnTo>
                  <a:lnTo>
                    <a:pt x="38100" y="1371600"/>
                  </a:lnTo>
                  <a:lnTo>
                    <a:pt x="39624" y="0"/>
                  </a:lnTo>
                  <a:close/>
                </a:path>
                <a:path w="4206240" h="1371600">
                  <a:moveTo>
                    <a:pt x="2122932" y="0"/>
                  </a:moveTo>
                  <a:lnTo>
                    <a:pt x="2084832" y="0"/>
                  </a:lnTo>
                  <a:lnTo>
                    <a:pt x="2083308" y="1371600"/>
                  </a:lnTo>
                  <a:lnTo>
                    <a:pt x="2121408" y="1371600"/>
                  </a:lnTo>
                  <a:lnTo>
                    <a:pt x="2122932" y="0"/>
                  </a:lnTo>
                  <a:close/>
                </a:path>
                <a:path w="4206240" h="1371600">
                  <a:moveTo>
                    <a:pt x="4206240" y="0"/>
                  </a:moveTo>
                  <a:lnTo>
                    <a:pt x="4168140" y="0"/>
                  </a:lnTo>
                  <a:lnTo>
                    <a:pt x="4166616" y="1371600"/>
                  </a:lnTo>
                  <a:lnTo>
                    <a:pt x="4204716" y="1371600"/>
                  </a:lnTo>
                  <a:lnTo>
                    <a:pt x="4206240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388096" y="4162038"/>
              <a:ext cx="10795" cy="1371600"/>
            </a:xfrm>
            <a:custGeom>
              <a:avLst/>
              <a:gdLst/>
              <a:ahLst/>
              <a:cxnLst/>
              <a:rect l="l" t="t" r="r" b="b"/>
              <a:pathLst>
                <a:path w="10795" h="1371600">
                  <a:moveTo>
                    <a:pt x="10668" y="0"/>
                  </a:moveTo>
                  <a:lnTo>
                    <a:pt x="1524" y="0"/>
                  </a:lnTo>
                  <a:lnTo>
                    <a:pt x="0" y="1371599"/>
                  </a:lnTo>
                  <a:lnTo>
                    <a:pt x="9144" y="1371599"/>
                  </a:lnTo>
                  <a:lnTo>
                    <a:pt x="10668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3134436" y="1823613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1" name="object 9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92" name="object 9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93" name="object 9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73</a:t>
            </a:fld>
            <a:endParaRPr spc="-25" dirty="0"/>
          </a:p>
        </p:txBody>
      </p:sp>
      <p:sp>
        <p:nvSpPr>
          <p:cNvPr id="75" name="object 75"/>
          <p:cNvSpPr txBox="1"/>
          <p:nvPr/>
        </p:nvSpPr>
        <p:spPr>
          <a:xfrm>
            <a:off x="5193207" y="18236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264324" y="1823613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135807" y="3576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188635" y="3576289"/>
            <a:ext cx="16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253808" y="35762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134436" y="540508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196408" y="54050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249236" y="54050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218435" y="28904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247468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4364304" y="28904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4063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84637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351959" y="4719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6438391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8463788" y="47192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878067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076188" y="1944618"/>
            <a:ext cx="469900" cy="471170"/>
            <a:chOff x="6076188" y="1944618"/>
            <a:chExt cx="469900" cy="471170"/>
          </a:xfrm>
        </p:grpSpPr>
        <p:sp>
          <p:nvSpPr>
            <p:cNvPr id="16" name="object 16"/>
            <p:cNvSpPr/>
            <p:nvPr/>
          </p:nvSpPr>
          <p:spPr>
            <a:xfrm>
              <a:off x="6082284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76188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46367" y="2021809"/>
            <a:ext cx="129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92879" y="1944618"/>
            <a:ext cx="469900" cy="471170"/>
            <a:chOff x="3992879" y="1944618"/>
            <a:chExt cx="469900" cy="471170"/>
          </a:xfrm>
        </p:grpSpPr>
        <p:sp>
          <p:nvSpPr>
            <p:cNvPr id="20" name="object 20"/>
            <p:cNvSpPr/>
            <p:nvPr/>
          </p:nvSpPr>
          <p:spPr>
            <a:xfrm>
              <a:off x="3998975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92879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52391" y="20218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157971" y="1944618"/>
            <a:ext cx="471170" cy="471170"/>
            <a:chOff x="8157971" y="1944618"/>
            <a:chExt cx="471170" cy="471170"/>
          </a:xfrm>
        </p:grpSpPr>
        <p:sp>
          <p:nvSpPr>
            <p:cNvPr id="24" name="object 24"/>
            <p:cNvSpPr/>
            <p:nvPr/>
          </p:nvSpPr>
          <p:spPr>
            <a:xfrm>
              <a:off x="8164067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57971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315883" y="202180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09572" y="1944618"/>
            <a:ext cx="471170" cy="471170"/>
            <a:chOff x="1909572" y="1944618"/>
            <a:chExt cx="471170" cy="471170"/>
          </a:xfrm>
        </p:grpSpPr>
        <p:sp>
          <p:nvSpPr>
            <p:cNvPr id="28" name="object 28"/>
            <p:cNvSpPr/>
            <p:nvPr/>
          </p:nvSpPr>
          <p:spPr>
            <a:xfrm>
              <a:off x="1915668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09572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69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075103" y="2021809"/>
            <a:ext cx="14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372867" y="2161026"/>
            <a:ext cx="5791200" cy="2007235"/>
            <a:chOff x="2372867" y="2161026"/>
            <a:chExt cx="5791200" cy="2007235"/>
          </a:xfrm>
        </p:grpSpPr>
        <p:sp>
          <p:nvSpPr>
            <p:cNvPr id="32" name="object 32"/>
            <p:cNvSpPr/>
            <p:nvPr/>
          </p:nvSpPr>
          <p:spPr>
            <a:xfrm>
              <a:off x="2372868" y="2161026"/>
              <a:ext cx="5791200" cy="40005"/>
            </a:xfrm>
            <a:custGeom>
              <a:avLst/>
              <a:gdLst/>
              <a:ahLst/>
              <a:cxnLst/>
              <a:rect l="l" t="t" r="r" b="b"/>
              <a:pathLst>
                <a:path w="5791200" h="40005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  <a:path w="5791200" h="40005">
                  <a:moveTo>
                    <a:pt x="3709416" y="1524"/>
                  </a:moveTo>
                  <a:lnTo>
                    <a:pt x="2083308" y="0"/>
                  </a:lnTo>
                  <a:lnTo>
                    <a:pt x="2083308" y="38100"/>
                  </a:lnTo>
                  <a:lnTo>
                    <a:pt x="3709416" y="39624"/>
                  </a:lnTo>
                  <a:lnTo>
                    <a:pt x="3709416" y="1524"/>
                  </a:lnTo>
                  <a:close/>
                </a:path>
                <a:path w="5791200" h="40005">
                  <a:moveTo>
                    <a:pt x="5791200" y="1524"/>
                  </a:moveTo>
                  <a:lnTo>
                    <a:pt x="4166603" y="0"/>
                  </a:lnTo>
                  <a:lnTo>
                    <a:pt x="4166603" y="38100"/>
                  </a:lnTo>
                  <a:lnTo>
                    <a:pt x="5791200" y="39624"/>
                  </a:lnTo>
                  <a:lnTo>
                    <a:pt x="5791200" y="1524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82283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76188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240195" y="3774485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992879" y="3697218"/>
            <a:ext cx="469900" cy="471170"/>
            <a:chOff x="3992879" y="3697218"/>
            <a:chExt cx="469900" cy="471170"/>
          </a:xfrm>
        </p:grpSpPr>
        <p:sp>
          <p:nvSpPr>
            <p:cNvPr id="37" name="object 37"/>
            <p:cNvSpPr/>
            <p:nvPr/>
          </p:nvSpPr>
          <p:spPr>
            <a:xfrm>
              <a:off x="3998975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992879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178223" y="3774485"/>
            <a:ext cx="10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f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8157971" y="3697218"/>
            <a:ext cx="471170" cy="471170"/>
            <a:chOff x="8157971" y="3697218"/>
            <a:chExt cx="471170" cy="471170"/>
          </a:xfrm>
        </p:grpSpPr>
        <p:sp>
          <p:nvSpPr>
            <p:cNvPr id="41" name="object 41"/>
            <p:cNvSpPr/>
            <p:nvPr/>
          </p:nvSpPr>
          <p:spPr>
            <a:xfrm>
              <a:off x="8164067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157971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314511" y="3774485"/>
            <a:ext cx="158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h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909572" y="3697218"/>
            <a:ext cx="471170" cy="471170"/>
            <a:chOff x="1909572" y="3697218"/>
            <a:chExt cx="471170" cy="471170"/>
          </a:xfrm>
        </p:grpSpPr>
        <p:sp>
          <p:nvSpPr>
            <p:cNvPr id="45" name="object 45"/>
            <p:cNvSpPr/>
            <p:nvPr/>
          </p:nvSpPr>
          <p:spPr>
            <a:xfrm>
              <a:off x="1915668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909572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076704" y="3774485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372867" y="3927342"/>
            <a:ext cx="5791200" cy="2070100"/>
            <a:chOff x="2372867" y="3927342"/>
            <a:chExt cx="5791200" cy="2070100"/>
          </a:xfrm>
        </p:grpSpPr>
        <p:sp>
          <p:nvSpPr>
            <p:cNvPr id="49" name="object 49"/>
            <p:cNvSpPr/>
            <p:nvPr/>
          </p:nvSpPr>
          <p:spPr>
            <a:xfrm>
              <a:off x="2372868" y="3927342"/>
              <a:ext cx="5791200" cy="12700"/>
            </a:xfrm>
            <a:custGeom>
              <a:avLst/>
              <a:gdLst/>
              <a:ahLst/>
              <a:cxnLst/>
              <a:rect l="l" t="t" r="r" b="b"/>
              <a:pathLst>
                <a:path w="5791200" h="12700">
                  <a:moveTo>
                    <a:pt x="1626108" y="1524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626108" y="12192"/>
                  </a:lnTo>
                  <a:lnTo>
                    <a:pt x="1626108" y="1524"/>
                  </a:lnTo>
                  <a:close/>
                </a:path>
                <a:path w="5791200" h="12700">
                  <a:moveTo>
                    <a:pt x="3709416" y="1524"/>
                  </a:moveTo>
                  <a:lnTo>
                    <a:pt x="2083308" y="0"/>
                  </a:lnTo>
                  <a:lnTo>
                    <a:pt x="2083308" y="10668"/>
                  </a:lnTo>
                  <a:lnTo>
                    <a:pt x="3709416" y="12192"/>
                  </a:lnTo>
                  <a:lnTo>
                    <a:pt x="3709416" y="1524"/>
                  </a:lnTo>
                  <a:close/>
                </a:path>
                <a:path w="5791200" h="12700">
                  <a:moveTo>
                    <a:pt x="5791200" y="1524"/>
                  </a:moveTo>
                  <a:lnTo>
                    <a:pt x="4166603" y="0"/>
                  </a:lnTo>
                  <a:lnTo>
                    <a:pt x="4166603" y="10668"/>
                  </a:lnTo>
                  <a:lnTo>
                    <a:pt x="5791200" y="12192"/>
                  </a:lnTo>
                  <a:lnTo>
                    <a:pt x="5791200" y="1524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082283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076188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3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3"/>
                  </a:lnTo>
                  <a:lnTo>
                    <a:pt x="10667" y="166116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6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2"/>
                  </a:lnTo>
                  <a:lnTo>
                    <a:pt x="259079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8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8"/>
                  </a:lnTo>
                  <a:lnTo>
                    <a:pt x="38100" y="341375"/>
                  </a:lnTo>
                  <a:lnTo>
                    <a:pt x="21336" y="301752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8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62484" y="94487"/>
                  </a:lnTo>
                  <a:lnTo>
                    <a:pt x="92963" y="64007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6"/>
                  </a:lnTo>
                  <a:lnTo>
                    <a:pt x="312420" y="13716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20" y="13716"/>
                  </a:moveTo>
                  <a:lnTo>
                    <a:pt x="257556" y="13716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6"/>
                  </a:lnTo>
                  <a:lnTo>
                    <a:pt x="391667" y="77724"/>
                  </a:lnTo>
                  <a:lnTo>
                    <a:pt x="419100" y="111252"/>
                  </a:lnTo>
                  <a:lnTo>
                    <a:pt x="438912" y="149352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8"/>
                  </a:lnTo>
                  <a:lnTo>
                    <a:pt x="457200" y="236219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2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8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40"/>
                  </a:lnTo>
                  <a:lnTo>
                    <a:pt x="469391" y="246887"/>
                  </a:lnTo>
                  <a:lnTo>
                    <a:pt x="469391" y="222504"/>
                  </a:lnTo>
                  <a:lnTo>
                    <a:pt x="458723" y="164592"/>
                  </a:lnTo>
                  <a:lnTo>
                    <a:pt x="429767" y="103631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20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237223" y="5603285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k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992879" y="5526018"/>
            <a:ext cx="469900" cy="471170"/>
            <a:chOff x="3992879" y="5526018"/>
            <a:chExt cx="469900" cy="471170"/>
          </a:xfrm>
        </p:grpSpPr>
        <p:sp>
          <p:nvSpPr>
            <p:cNvPr id="54" name="object 54"/>
            <p:cNvSpPr/>
            <p:nvPr/>
          </p:nvSpPr>
          <p:spPr>
            <a:xfrm>
              <a:off x="3998975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992879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4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8"/>
                  </a:lnTo>
                  <a:lnTo>
                    <a:pt x="187452" y="466344"/>
                  </a:lnTo>
                  <a:lnTo>
                    <a:pt x="211836" y="469392"/>
                  </a:lnTo>
                  <a:lnTo>
                    <a:pt x="259080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2"/>
                  </a:lnTo>
                  <a:lnTo>
                    <a:pt x="92964" y="406907"/>
                  </a:lnTo>
                  <a:lnTo>
                    <a:pt x="62484" y="376428"/>
                  </a:lnTo>
                  <a:lnTo>
                    <a:pt x="39624" y="341375"/>
                  </a:lnTo>
                  <a:lnTo>
                    <a:pt x="22860" y="301752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8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77724" y="77724"/>
                  </a:lnTo>
                  <a:lnTo>
                    <a:pt x="111252" y="50292"/>
                  </a:lnTo>
                  <a:lnTo>
                    <a:pt x="149352" y="30480"/>
                  </a:lnTo>
                  <a:lnTo>
                    <a:pt x="211836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6"/>
                  </a:moveTo>
                  <a:lnTo>
                    <a:pt x="257556" y="13716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7"/>
                  </a:lnTo>
                  <a:lnTo>
                    <a:pt x="406908" y="94487"/>
                  </a:lnTo>
                  <a:lnTo>
                    <a:pt x="429768" y="129540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8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2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2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2"/>
                  </a:lnTo>
                  <a:lnTo>
                    <a:pt x="441960" y="123443"/>
                  </a:lnTo>
                  <a:lnTo>
                    <a:pt x="416052" y="85343"/>
                  </a:lnTo>
                  <a:lnTo>
                    <a:pt x="384048" y="53340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4182795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j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8157971" y="5526018"/>
            <a:ext cx="471170" cy="471170"/>
            <a:chOff x="8157971" y="5526018"/>
            <a:chExt cx="471170" cy="471170"/>
          </a:xfrm>
        </p:grpSpPr>
        <p:sp>
          <p:nvSpPr>
            <p:cNvPr id="58" name="object 58"/>
            <p:cNvSpPr/>
            <p:nvPr/>
          </p:nvSpPr>
          <p:spPr>
            <a:xfrm>
              <a:off x="8164067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157971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20" y="470916"/>
                  </a:lnTo>
                  <a:lnTo>
                    <a:pt x="248411" y="469392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6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4" y="341375"/>
                  </a:lnTo>
                  <a:lnTo>
                    <a:pt x="22859" y="301752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4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2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4"/>
                  </a:lnTo>
                  <a:lnTo>
                    <a:pt x="469392" y="210312"/>
                  </a:lnTo>
                  <a:lnTo>
                    <a:pt x="460248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8" y="53340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8347888" y="5603285"/>
            <a:ext cx="90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l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909572" y="5526018"/>
            <a:ext cx="471170" cy="471170"/>
            <a:chOff x="1909572" y="5526018"/>
            <a:chExt cx="471170" cy="471170"/>
          </a:xfrm>
        </p:grpSpPr>
        <p:sp>
          <p:nvSpPr>
            <p:cNvPr id="62" name="object 62"/>
            <p:cNvSpPr/>
            <p:nvPr/>
          </p:nvSpPr>
          <p:spPr>
            <a:xfrm>
              <a:off x="1915668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909572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19" y="470916"/>
                  </a:lnTo>
                  <a:lnTo>
                    <a:pt x="248411" y="469392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7" y="166116"/>
                  </a:lnTo>
                  <a:lnTo>
                    <a:pt x="1523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6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3" y="341375"/>
                  </a:lnTo>
                  <a:lnTo>
                    <a:pt x="22859" y="301752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3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1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4"/>
                  </a:lnTo>
                  <a:lnTo>
                    <a:pt x="469391" y="210312"/>
                  </a:lnTo>
                  <a:lnTo>
                    <a:pt x="460247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7" y="53340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2099564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2124455" y="2409438"/>
            <a:ext cx="6288405" cy="3373120"/>
            <a:chOff x="2124455" y="2409438"/>
            <a:chExt cx="6288405" cy="3373120"/>
          </a:xfrm>
        </p:grpSpPr>
        <p:sp>
          <p:nvSpPr>
            <p:cNvPr id="66" name="object 66"/>
            <p:cNvSpPr/>
            <p:nvPr/>
          </p:nvSpPr>
          <p:spPr>
            <a:xfrm>
              <a:off x="2372868" y="5742426"/>
              <a:ext cx="1626235" cy="40005"/>
            </a:xfrm>
            <a:custGeom>
              <a:avLst/>
              <a:gdLst/>
              <a:ahLst/>
              <a:cxnLst/>
              <a:rect l="l" t="t" r="r" b="b"/>
              <a:pathLst>
                <a:path w="1626235" h="40004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456176" y="5756142"/>
              <a:ext cx="3708400" cy="12700"/>
            </a:xfrm>
            <a:custGeom>
              <a:avLst/>
              <a:gdLst/>
              <a:ahLst/>
              <a:cxnLst/>
              <a:rect l="l" t="t" r="r" b="b"/>
              <a:pathLst>
                <a:path w="3708400" h="12700">
                  <a:moveTo>
                    <a:pt x="1626108" y="1524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626108" y="12192"/>
                  </a:lnTo>
                  <a:lnTo>
                    <a:pt x="1626108" y="1524"/>
                  </a:lnTo>
                  <a:close/>
                </a:path>
                <a:path w="3708400" h="12700">
                  <a:moveTo>
                    <a:pt x="3707892" y="1524"/>
                  </a:moveTo>
                  <a:lnTo>
                    <a:pt x="2083295" y="0"/>
                  </a:lnTo>
                  <a:lnTo>
                    <a:pt x="2083295" y="10668"/>
                  </a:lnTo>
                  <a:lnTo>
                    <a:pt x="3707892" y="12192"/>
                  </a:lnTo>
                  <a:lnTo>
                    <a:pt x="3707892" y="1524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124456" y="2409438"/>
              <a:ext cx="40005" cy="1295400"/>
            </a:xfrm>
            <a:custGeom>
              <a:avLst/>
              <a:gdLst/>
              <a:ahLst/>
              <a:cxnLst/>
              <a:rect l="l" t="t" r="r" b="b"/>
              <a:pathLst>
                <a:path w="40005" h="1295400">
                  <a:moveTo>
                    <a:pt x="39624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38100" y="12954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221479" y="2409438"/>
              <a:ext cx="12700" cy="1295400"/>
            </a:xfrm>
            <a:custGeom>
              <a:avLst/>
              <a:gdLst/>
              <a:ahLst/>
              <a:cxnLst/>
              <a:rect l="l" t="t" r="r" b="b"/>
              <a:pathLst>
                <a:path w="12700" h="1295400">
                  <a:moveTo>
                    <a:pt x="12192" y="0"/>
                  </a:moveTo>
                  <a:lnTo>
                    <a:pt x="3048" y="0"/>
                  </a:lnTo>
                  <a:lnTo>
                    <a:pt x="0" y="1295400"/>
                  </a:lnTo>
                  <a:lnTo>
                    <a:pt x="10668" y="1295400"/>
                  </a:lnTo>
                  <a:lnTo>
                    <a:pt x="12192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291072" y="2409438"/>
              <a:ext cx="40005" cy="1295400"/>
            </a:xfrm>
            <a:custGeom>
              <a:avLst/>
              <a:gdLst/>
              <a:ahLst/>
              <a:cxnLst/>
              <a:rect l="l" t="t" r="r" b="b"/>
              <a:pathLst>
                <a:path w="40004" h="1295400">
                  <a:moveTo>
                    <a:pt x="39624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38100" y="12954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388096" y="2409438"/>
              <a:ext cx="10795" cy="1295400"/>
            </a:xfrm>
            <a:custGeom>
              <a:avLst/>
              <a:gdLst/>
              <a:ahLst/>
              <a:cxnLst/>
              <a:rect l="l" t="t" r="r" b="b"/>
              <a:pathLst>
                <a:path w="10795" h="1295400">
                  <a:moveTo>
                    <a:pt x="10668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9144" y="1295400"/>
                  </a:lnTo>
                  <a:lnTo>
                    <a:pt x="10668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124456" y="4162038"/>
              <a:ext cx="6288405" cy="1371600"/>
            </a:xfrm>
            <a:custGeom>
              <a:avLst/>
              <a:gdLst/>
              <a:ahLst/>
              <a:cxnLst/>
              <a:rect l="l" t="t" r="r" b="b"/>
              <a:pathLst>
                <a:path w="6288405" h="1371600">
                  <a:moveTo>
                    <a:pt x="39624" y="0"/>
                  </a:moveTo>
                  <a:lnTo>
                    <a:pt x="1524" y="0"/>
                  </a:lnTo>
                  <a:lnTo>
                    <a:pt x="0" y="1371600"/>
                  </a:lnTo>
                  <a:lnTo>
                    <a:pt x="38100" y="1371600"/>
                  </a:lnTo>
                  <a:lnTo>
                    <a:pt x="39624" y="0"/>
                  </a:lnTo>
                  <a:close/>
                </a:path>
                <a:path w="6288405" h="1371600">
                  <a:moveTo>
                    <a:pt x="2122932" y="0"/>
                  </a:moveTo>
                  <a:lnTo>
                    <a:pt x="2084832" y="0"/>
                  </a:lnTo>
                  <a:lnTo>
                    <a:pt x="2083308" y="1371600"/>
                  </a:lnTo>
                  <a:lnTo>
                    <a:pt x="2121408" y="1371600"/>
                  </a:lnTo>
                  <a:lnTo>
                    <a:pt x="2122932" y="0"/>
                  </a:lnTo>
                  <a:close/>
                </a:path>
                <a:path w="6288405" h="1371600">
                  <a:moveTo>
                    <a:pt x="4206240" y="0"/>
                  </a:moveTo>
                  <a:lnTo>
                    <a:pt x="4168140" y="0"/>
                  </a:lnTo>
                  <a:lnTo>
                    <a:pt x="4166616" y="1371600"/>
                  </a:lnTo>
                  <a:lnTo>
                    <a:pt x="4204716" y="1371600"/>
                  </a:lnTo>
                  <a:lnTo>
                    <a:pt x="4206240" y="0"/>
                  </a:lnTo>
                  <a:close/>
                </a:path>
                <a:path w="6288405" h="1371600">
                  <a:moveTo>
                    <a:pt x="6288024" y="0"/>
                  </a:moveTo>
                  <a:lnTo>
                    <a:pt x="6249924" y="0"/>
                  </a:lnTo>
                  <a:lnTo>
                    <a:pt x="6248400" y="1371600"/>
                  </a:lnTo>
                  <a:lnTo>
                    <a:pt x="6286500" y="1371600"/>
                  </a:lnTo>
                  <a:lnTo>
                    <a:pt x="6288024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3134436" y="1823613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0" name="object 9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91" name="object 9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92" name="object 9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74</a:t>
            </a:fld>
            <a:endParaRPr spc="-25" dirty="0"/>
          </a:p>
        </p:txBody>
      </p:sp>
      <p:sp>
        <p:nvSpPr>
          <p:cNvPr id="74" name="object 74"/>
          <p:cNvSpPr txBox="1"/>
          <p:nvPr/>
        </p:nvSpPr>
        <p:spPr>
          <a:xfrm>
            <a:off x="5193207" y="18236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264324" y="1823613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135807" y="3576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188635" y="3576289"/>
            <a:ext cx="16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253808" y="35762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134436" y="540508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196408" y="54050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249236" y="54050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218435" y="28904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247468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364304" y="28904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4063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84637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4351959" y="4719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6438391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8463788" y="47192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878067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076188" y="1944618"/>
            <a:ext cx="469900" cy="471170"/>
            <a:chOff x="6076188" y="1944618"/>
            <a:chExt cx="469900" cy="471170"/>
          </a:xfrm>
        </p:grpSpPr>
        <p:sp>
          <p:nvSpPr>
            <p:cNvPr id="16" name="object 16"/>
            <p:cNvSpPr/>
            <p:nvPr/>
          </p:nvSpPr>
          <p:spPr>
            <a:xfrm>
              <a:off x="6082284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76188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46367" y="2021809"/>
            <a:ext cx="129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92879" y="1944618"/>
            <a:ext cx="469900" cy="471170"/>
            <a:chOff x="3992879" y="1944618"/>
            <a:chExt cx="469900" cy="471170"/>
          </a:xfrm>
        </p:grpSpPr>
        <p:sp>
          <p:nvSpPr>
            <p:cNvPr id="20" name="object 20"/>
            <p:cNvSpPr/>
            <p:nvPr/>
          </p:nvSpPr>
          <p:spPr>
            <a:xfrm>
              <a:off x="3998975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92879" y="19446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69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69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52391" y="20218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157971" y="1944618"/>
            <a:ext cx="471170" cy="471170"/>
            <a:chOff x="8157971" y="1944618"/>
            <a:chExt cx="471170" cy="471170"/>
          </a:xfrm>
        </p:grpSpPr>
        <p:sp>
          <p:nvSpPr>
            <p:cNvPr id="24" name="object 24"/>
            <p:cNvSpPr/>
            <p:nvPr/>
          </p:nvSpPr>
          <p:spPr>
            <a:xfrm>
              <a:off x="8164067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57971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69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315883" y="202180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09572" y="1944618"/>
            <a:ext cx="471170" cy="471170"/>
            <a:chOff x="1909572" y="1944618"/>
            <a:chExt cx="471170" cy="471170"/>
          </a:xfrm>
        </p:grpSpPr>
        <p:sp>
          <p:nvSpPr>
            <p:cNvPr id="28" name="object 28"/>
            <p:cNvSpPr/>
            <p:nvPr/>
          </p:nvSpPr>
          <p:spPr>
            <a:xfrm>
              <a:off x="1915668" y="19507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09572" y="19446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69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69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69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075103" y="2021809"/>
            <a:ext cx="14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372867" y="2161026"/>
            <a:ext cx="5791200" cy="2007235"/>
            <a:chOff x="2372867" y="2161026"/>
            <a:chExt cx="5791200" cy="2007235"/>
          </a:xfrm>
        </p:grpSpPr>
        <p:sp>
          <p:nvSpPr>
            <p:cNvPr id="32" name="object 32"/>
            <p:cNvSpPr/>
            <p:nvPr/>
          </p:nvSpPr>
          <p:spPr>
            <a:xfrm>
              <a:off x="2372868" y="2161026"/>
              <a:ext cx="5791200" cy="40005"/>
            </a:xfrm>
            <a:custGeom>
              <a:avLst/>
              <a:gdLst/>
              <a:ahLst/>
              <a:cxnLst/>
              <a:rect l="l" t="t" r="r" b="b"/>
              <a:pathLst>
                <a:path w="5791200" h="40005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  <a:path w="5791200" h="40005">
                  <a:moveTo>
                    <a:pt x="3709416" y="1524"/>
                  </a:moveTo>
                  <a:lnTo>
                    <a:pt x="2083308" y="0"/>
                  </a:lnTo>
                  <a:lnTo>
                    <a:pt x="2083308" y="38100"/>
                  </a:lnTo>
                  <a:lnTo>
                    <a:pt x="3709416" y="39624"/>
                  </a:lnTo>
                  <a:lnTo>
                    <a:pt x="3709416" y="1524"/>
                  </a:lnTo>
                  <a:close/>
                </a:path>
                <a:path w="5791200" h="40005">
                  <a:moveTo>
                    <a:pt x="5791200" y="1524"/>
                  </a:moveTo>
                  <a:lnTo>
                    <a:pt x="4166603" y="0"/>
                  </a:lnTo>
                  <a:lnTo>
                    <a:pt x="4166603" y="38100"/>
                  </a:lnTo>
                  <a:lnTo>
                    <a:pt x="5791200" y="39624"/>
                  </a:lnTo>
                  <a:lnTo>
                    <a:pt x="5791200" y="1524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82283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76188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3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4"/>
                  </a:lnTo>
                  <a:lnTo>
                    <a:pt x="10667" y="166115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5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1"/>
                  </a:lnTo>
                  <a:lnTo>
                    <a:pt x="259079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7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7"/>
                  </a:lnTo>
                  <a:lnTo>
                    <a:pt x="38100" y="341375"/>
                  </a:lnTo>
                  <a:lnTo>
                    <a:pt x="21336" y="301751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7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62484" y="94487"/>
                  </a:lnTo>
                  <a:lnTo>
                    <a:pt x="92963" y="64008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5"/>
                  </a:lnTo>
                  <a:lnTo>
                    <a:pt x="312419" y="13715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19" y="13715"/>
                  </a:moveTo>
                  <a:lnTo>
                    <a:pt x="257556" y="13715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5"/>
                  </a:lnTo>
                  <a:lnTo>
                    <a:pt x="391667" y="77724"/>
                  </a:lnTo>
                  <a:lnTo>
                    <a:pt x="419100" y="111251"/>
                  </a:lnTo>
                  <a:lnTo>
                    <a:pt x="438912" y="149351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7"/>
                  </a:lnTo>
                  <a:lnTo>
                    <a:pt x="457200" y="236220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1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7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39"/>
                  </a:lnTo>
                  <a:lnTo>
                    <a:pt x="469391" y="246887"/>
                  </a:lnTo>
                  <a:lnTo>
                    <a:pt x="469391" y="222503"/>
                  </a:lnTo>
                  <a:lnTo>
                    <a:pt x="458723" y="164591"/>
                  </a:lnTo>
                  <a:lnTo>
                    <a:pt x="429767" y="103632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19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240195" y="3774485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992879" y="3697218"/>
            <a:ext cx="469900" cy="471170"/>
            <a:chOff x="3992879" y="3697218"/>
            <a:chExt cx="469900" cy="471170"/>
          </a:xfrm>
        </p:grpSpPr>
        <p:sp>
          <p:nvSpPr>
            <p:cNvPr id="37" name="object 37"/>
            <p:cNvSpPr/>
            <p:nvPr/>
          </p:nvSpPr>
          <p:spPr>
            <a:xfrm>
              <a:off x="3998975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992879" y="36972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1"/>
                  </a:moveTo>
                  <a:lnTo>
                    <a:pt x="222504" y="469391"/>
                  </a:lnTo>
                  <a:lnTo>
                    <a:pt x="234696" y="470915"/>
                  </a:lnTo>
                  <a:lnTo>
                    <a:pt x="246887" y="469391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7"/>
                  </a:lnTo>
                  <a:lnTo>
                    <a:pt x="187452" y="466344"/>
                  </a:lnTo>
                  <a:lnTo>
                    <a:pt x="211836" y="469391"/>
                  </a:lnTo>
                  <a:lnTo>
                    <a:pt x="259080" y="469391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1"/>
                  </a:lnTo>
                  <a:lnTo>
                    <a:pt x="92964" y="406908"/>
                  </a:lnTo>
                  <a:lnTo>
                    <a:pt x="62484" y="376427"/>
                  </a:lnTo>
                  <a:lnTo>
                    <a:pt x="39624" y="341375"/>
                  </a:lnTo>
                  <a:lnTo>
                    <a:pt x="22860" y="301751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7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39"/>
                  </a:lnTo>
                  <a:lnTo>
                    <a:pt x="77724" y="77724"/>
                  </a:lnTo>
                  <a:lnTo>
                    <a:pt x="111252" y="50291"/>
                  </a:lnTo>
                  <a:lnTo>
                    <a:pt x="149352" y="30480"/>
                  </a:lnTo>
                  <a:lnTo>
                    <a:pt x="211836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5"/>
                  </a:moveTo>
                  <a:lnTo>
                    <a:pt x="257556" y="13715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8"/>
                  </a:lnTo>
                  <a:lnTo>
                    <a:pt x="406908" y="94487"/>
                  </a:lnTo>
                  <a:lnTo>
                    <a:pt x="429768" y="129539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7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5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1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1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1"/>
                  </a:lnTo>
                  <a:lnTo>
                    <a:pt x="441960" y="123444"/>
                  </a:lnTo>
                  <a:lnTo>
                    <a:pt x="416052" y="85344"/>
                  </a:lnTo>
                  <a:lnTo>
                    <a:pt x="384048" y="53339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178223" y="3774485"/>
            <a:ext cx="10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f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8157971" y="3697218"/>
            <a:ext cx="471170" cy="471170"/>
            <a:chOff x="8157971" y="3697218"/>
            <a:chExt cx="471170" cy="471170"/>
          </a:xfrm>
        </p:grpSpPr>
        <p:sp>
          <p:nvSpPr>
            <p:cNvPr id="41" name="object 41"/>
            <p:cNvSpPr/>
            <p:nvPr/>
          </p:nvSpPr>
          <p:spPr>
            <a:xfrm>
              <a:off x="8164067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157971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20" y="470915"/>
                  </a:lnTo>
                  <a:lnTo>
                    <a:pt x="248411" y="469391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8" y="166115"/>
                  </a:lnTo>
                  <a:lnTo>
                    <a:pt x="1524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5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4" y="341375"/>
                  </a:lnTo>
                  <a:lnTo>
                    <a:pt x="22859" y="301751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4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2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3"/>
                  </a:lnTo>
                  <a:lnTo>
                    <a:pt x="469392" y="210312"/>
                  </a:lnTo>
                  <a:lnTo>
                    <a:pt x="460248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8" y="53339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314511" y="3774485"/>
            <a:ext cx="158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h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909572" y="3697218"/>
            <a:ext cx="471170" cy="471170"/>
            <a:chOff x="1909572" y="3697218"/>
            <a:chExt cx="471170" cy="471170"/>
          </a:xfrm>
        </p:grpSpPr>
        <p:sp>
          <p:nvSpPr>
            <p:cNvPr id="45" name="object 45"/>
            <p:cNvSpPr/>
            <p:nvPr/>
          </p:nvSpPr>
          <p:spPr>
            <a:xfrm>
              <a:off x="1915668" y="37033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200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6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909572" y="36972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1"/>
                  </a:moveTo>
                  <a:lnTo>
                    <a:pt x="224027" y="469391"/>
                  </a:lnTo>
                  <a:lnTo>
                    <a:pt x="236219" y="470915"/>
                  </a:lnTo>
                  <a:lnTo>
                    <a:pt x="248411" y="469391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4"/>
                  </a:lnTo>
                  <a:lnTo>
                    <a:pt x="10667" y="166115"/>
                  </a:lnTo>
                  <a:lnTo>
                    <a:pt x="1523" y="211836"/>
                  </a:lnTo>
                  <a:lnTo>
                    <a:pt x="0" y="224027"/>
                  </a:lnTo>
                  <a:lnTo>
                    <a:pt x="0" y="236220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5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1"/>
                  </a:lnTo>
                  <a:lnTo>
                    <a:pt x="259079" y="469391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5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1"/>
                  </a:lnTo>
                  <a:lnTo>
                    <a:pt x="94487" y="406908"/>
                  </a:lnTo>
                  <a:lnTo>
                    <a:pt x="64007" y="376427"/>
                  </a:lnTo>
                  <a:lnTo>
                    <a:pt x="39623" y="341375"/>
                  </a:lnTo>
                  <a:lnTo>
                    <a:pt x="22859" y="301751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39"/>
                  </a:lnTo>
                  <a:lnTo>
                    <a:pt x="64007" y="94487"/>
                  </a:lnTo>
                  <a:lnTo>
                    <a:pt x="111251" y="50291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5"/>
                  </a:lnTo>
                  <a:lnTo>
                    <a:pt x="313334" y="13715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5"/>
                  </a:moveTo>
                  <a:lnTo>
                    <a:pt x="257555" y="13715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8"/>
                  </a:lnTo>
                  <a:lnTo>
                    <a:pt x="420623" y="111251"/>
                  </a:lnTo>
                  <a:lnTo>
                    <a:pt x="440435" y="149351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1"/>
                  </a:lnTo>
                  <a:lnTo>
                    <a:pt x="431291" y="341375"/>
                  </a:lnTo>
                  <a:lnTo>
                    <a:pt x="406907" y="376427"/>
                  </a:lnTo>
                  <a:lnTo>
                    <a:pt x="376427" y="406908"/>
                  </a:lnTo>
                  <a:lnTo>
                    <a:pt x="341375" y="431291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5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39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3"/>
                  </a:lnTo>
                  <a:lnTo>
                    <a:pt x="469391" y="210312"/>
                  </a:lnTo>
                  <a:lnTo>
                    <a:pt x="460247" y="164591"/>
                  </a:lnTo>
                  <a:lnTo>
                    <a:pt x="441959" y="123444"/>
                  </a:lnTo>
                  <a:lnTo>
                    <a:pt x="416051" y="85344"/>
                  </a:lnTo>
                  <a:lnTo>
                    <a:pt x="384047" y="53339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076704" y="3774485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372867" y="3913626"/>
            <a:ext cx="5791200" cy="2083435"/>
            <a:chOff x="2372867" y="3913626"/>
            <a:chExt cx="5791200" cy="2083435"/>
          </a:xfrm>
        </p:grpSpPr>
        <p:sp>
          <p:nvSpPr>
            <p:cNvPr id="49" name="object 49"/>
            <p:cNvSpPr/>
            <p:nvPr/>
          </p:nvSpPr>
          <p:spPr>
            <a:xfrm>
              <a:off x="2372867" y="3927342"/>
              <a:ext cx="1626235" cy="12700"/>
            </a:xfrm>
            <a:custGeom>
              <a:avLst/>
              <a:gdLst/>
              <a:ahLst/>
              <a:cxnLst/>
              <a:rect l="l" t="t" r="r" b="b"/>
              <a:pathLst>
                <a:path w="1626235" h="12700">
                  <a:moveTo>
                    <a:pt x="0" y="0"/>
                  </a:moveTo>
                  <a:lnTo>
                    <a:pt x="0" y="10667"/>
                  </a:lnTo>
                  <a:lnTo>
                    <a:pt x="1626108" y="12191"/>
                  </a:lnTo>
                  <a:lnTo>
                    <a:pt x="1626108" y="1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539471" y="3913626"/>
              <a:ext cx="1624965" cy="40005"/>
            </a:xfrm>
            <a:custGeom>
              <a:avLst/>
              <a:gdLst/>
              <a:ahLst/>
              <a:cxnLst/>
              <a:rect l="l" t="t" r="r" b="b"/>
              <a:pathLst>
                <a:path w="1624965" h="40004">
                  <a:moveTo>
                    <a:pt x="1624596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4596" y="39624"/>
                  </a:lnTo>
                  <a:lnTo>
                    <a:pt x="1624596" y="1524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456175" y="3927342"/>
              <a:ext cx="1626235" cy="12700"/>
            </a:xfrm>
            <a:custGeom>
              <a:avLst/>
              <a:gdLst/>
              <a:ahLst/>
              <a:cxnLst/>
              <a:rect l="l" t="t" r="r" b="b"/>
              <a:pathLst>
                <a:path w="1626235" h="12700">
                  <a:moveTo>
                    <a:pt x="0" y="0"/>
                  </a:moveTo>
                  <a:lnTo>
                    <a:pt x="0" y="10667"/>
                  </a:lnTo>
                  <a:lnTo>
                    <a:pt x="1626108" y="12191"/>
                  </a:lnTo>
                  <a:lnTo>
                    <a:pt x="1626108" y="1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082283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199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076188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3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2" y="1524"/>
                  </a:lnTo>
                  <a:lnTo>
                    <a:pt x="164591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7432" y="123443"/>
                  </a:lnTo>
                  <a:lnTo>
                    <a:pt x="10667" y="166116"/>
                  </a:lnTo>
                  <a:lnTo>
                    <a:pt x="0" y="211836"/>
                  </a:lnTo>
                  <a:lnTo>
                    <a:pt x="0" y="259080"/>
                  </a:lnTo>
                  <a:lnTo>
                    <a:pt x="10667" y="306324"/>
                  </a:lnTo>
                  <a:lnTo>
                    <a:pt x="27432" y="347472"/>
                  </a:lnTo>
                  <a:lnTo>
                    <a:pt x="53339" y="385572"/>
                  </a:lnTo>
                  <a:lnTo>
                    <a:pt x="85344" y="417576"/>
                  </a:lnTo>
                  <a:lnTo>
                    <a:pt x="121920" y="441960"/>
                  </a:lnTo>
                  <a:lnTo>
                    <a:pt x="164591" y="460248"/>
                  </a:lnTo>
                  <a:lnTo>
                    <a:pt x="210312" y="469392"/>
                  </a:lnTo>
                  <a:lnTo>
                    <a:pt x="259079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88975" y="452628"/>
                  </a:lnTo>
                  <a:lnTo>
                    <a:pt x="147827" y="440436"/>
                  </a:lnTo>
                  <a:lnTo>
                    <a:pt x="109727" y="419100"/>
                  </a:lnTo>
                  <a:lnTo>
                    <a:pt x="62484" y="376428"/>
                  </a:lnTo>
                  <a:lnTo>
                    <a:pt x="38100" y="341375"/>
                  </a:lnTo>
                  <a:lnTo>
                    <a:pt x="21336" y="301752"/>
                  </a:lnTo>
                  <a:lnTo>
                    <a:pt x="13715" y="257556"/>
                  </a:lnTo>
                  <a:lnTo>
                    <a:pt x="12191" y="246887"/>
                  </a:lnTo>
                  <a:lnTo>
                    <a:pt x="12191" y="224028"/>
                  </a:lnTo>
                  <a:lnTo>
                    <a:pt x="13715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62484" y="94487"/>
                  </a:lnTo>
                  <a:lnTo>
                    <a:pt x="92963" y="64007"/>
                  </a:lnTo>
                  <a:lnTo>
                    <a:pt x="128015" y="39624"/>
                  </a:lnTo>
                  <a:lnTo>
                    <a:pt x="169163" y="22860"/>
                  </a:lnTo>
                  <a:lnTo>
                    <a:pt x="211836" y="13716"/>
                  </a:lnTo>
                  <a:lnTo>
                    <a:pt x="312420" y="13716"/>
                  </a:lnTo>
                  <a:lnTo>
                    <a:pt x="303275" y="10668"/>
                  </a:lnTo>
                  <a:lnTo>
                    <a:pt x="281939" y="4572"/>
                  </a:lnTo>
                  <a:lnTo>
                    <a:pt x="257556" y="1524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2420" y="13716"/>
                  </a:moveTo>
                  <a:lnTo>
                    <a:pt x="257556" y="13716"/>
                  </a:lnTo>
                  <a:lnTo>
                    <a:pt x="300227" y="22860"/>
                  </a:lnTo>
                  <a:lnTo>
                    <a:pt x="321563" y="30480"/>
                  </a:lnTo>
                  <a:lnTo>
                    <a:pt x="359663" y="51816"/>
                  </a:lnTo>
                  <a:lnTo>
                    <a:pt x="391667" y="77724"/>
                  </a:lnTo>
                  <a:lnTo>
                    <a:pt x="419100" y="111252"/>
                  </a:lnTo>
                  <a:lnTo>
                    <a:pt x="438912" y="149352"/>
                  </a:lnTo>
                  <a:lnTo>
                    <a:pt x="452628" y="190500"/>
                  </a:lnTo>
                  <a:lnTo>
                    <a:pt x="455676" y="213360"/>
                  </a:lnTo>
                  <a:lnTo>
                    <a:pt x="455676" y="224028"/>
                  </a:lnTo>
                  <a:lnTo>
                    <a:pt x="457200" y="236219"/>
                  </a:lnTo>
                  <a:lnTo>
                    <a:pt x="455676" y="246887"/>
                  </a:lnTo>
                  <a:lnTo>
                    <a:pt x="455676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7" y="393192"/>
                  </a:lnTo>
                  <a:lnTo>
                    <a:pt x="358139" y="420624"/>
                  </a:lnTo>
                  <a:lnTo>
                    <a:pt x="320039" y="440436"/>
                  </a:lnTo>
                  <a:lnTo>
                    <a:pt x="278891" y="452628"/>
                  </a:lnTo>
                  <a:lnTo>
                    <a:pt x="256032" y="457200"/>
                  </a:lnTo>
                  <a:lnTo>
                    <a:pt x="311912" y="457200"/>
                  </a:lnTo>
                  <a:lnTo>
                    <a:pt x="365760" y="429768"/>
                  </a:lnTo>
                  <a:lnTo>
                    <a:pt x="400812" y="400812"/>
                  </a:lnTo>
                  <a:lnTo>
                    <a:pt x="429767" y="367284"/>
                  </a:lnTo>
                  <a:lnTo>
                    <a:pt x="451104" y="326136"/>
                  </a:lnTo>
                  <a:lnTo>
                    <a:pt x="464819" y="281940"/>
                  </a:lnTo>
                  <a:lnTo>
                    <a:pt x="469391" y="246887"/>
                  </a:lnTo>
                  <a:lnTo>
                    <a:pt x="469391" y="222504"/>
                  </a:lnTo>
                  <a:lnTo>
                    <a:pt x="458723" y="164592"/>
                  </a:lnTo>
                  <a:lnTo>
                    <a:pt x="429767" y="103631"/>
                  </a:lnTo>
                  <a:lnTo>
                    <a:pt x="400812" y="68580"/>
                  </a:lnTo>
                  <a:lnTo>
                    <a:pt x="365760" y="41148"/>
                  </a:lnTo>
                  <a:lnTo>
                    <a:pt x="326136" y="18287"/>
                  </a:lnTo>
                  <a:lnTo>
                    <a:pt x="312420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6237223" y="5603285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k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3992879" y="5526018"/>
            <a:ext cx="469900" cy="471170"/>
            <a:chOff x="3992879" y="5526018"/>
            <a:chExt cx="469900" cy="471170"/>
          </a:xfrm>
        </p:grpSpPr>
        <p:sp>
          <p:nvSpPr>
            <p:cNvPr id="56" name="object 56"/>
            <p:cNvSpPr/>
            <p:nvPr/>
          </p:nvSpPr>
          <p:spPr>
            <a:xfrm>
              <a:off x="3998975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60" y="4697"/>
                  </a:lnTo>
                  <a:lnTo>
                    <a:pt x="139517" y="18145"/>
                  </a:lnTo>
                  <a:lnTo>
                    <a:pt x="100682" y="39379"/>
                  </a:lnTo>
                  <a:lnTo>
                    <a:pt x="66865" y="67437"/>
                  </a:lnTo>
                  <a:lnTo>
                    <a:pt x="38978" y="101351"/>
                  </a:lnTo>
                  <a:lnTo>
                    <a:pt x="17930" y="140160"/>
                  </a:lnTo>
                  <a:lnTo>
                    <a:pt x="4634" y="182897"/>
                  </a:lnTo>
                  <a:lnTo>
                    <a:pt x="0" y="228600"/>
                  </a:lnTo>
                  <a:lnTo>
                    <a:pt x="4634" y="274739"/>
                  </a:lnTo>
                  <a:lnTo>
                    <a:pt x="17930" y="317682"/>
                  </a:lnTo>
                  <a:lnTo>
                    <a:pt x="38978" y="356517"/>
                  </a:lnTo>
                  <a:lnTo>
                    <a:pt x="66865" y="390334"/>
                  </a:lnTo>
                  <a:lnTo>
                    <a:pt x="100682" y="418221"/>
                  </a:lnTo>
                  <a:lnTo>
                    <a:pt x="139517" y="439269"/>
                  </a:lnTo>
                  <a:lnTo>
                    <a:pt x="182460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992879" y="5526018"/>
              <a:ext cx="469900" cy="471170"/>
            </a:xfrm>
            <a:custGeom>
              <a:avLst/>
              <a:gdLst/>
              <a:ahLst/>
              <a:cxnLst/>
              <a:rect l="l" t="t" r="r" b="b"/>
              <a:pathLst>
                <a:path w="469900" h="471170">
                  <a:moveTo>
                    <a:pt x="246887" y="469392"/>
                  </a:moveTo>
                  <a:lnTo>
                    <a:pt x="222504" y="469392"/>
                  </a:lnTo>
                  <a:lnTo>
                    <a:pt x="234696" y="470916"/>
                  </a:lnTo>
                  <a:lnTo>
                    <a:pt x="246887" y="469392"/>
                  </a:lnTo>
                  <a:close/>
                </a:path>
                <a:path w="46990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4" y="1524"/>
                  </a:lnTo>
                  <a:lnTo>
                    <a:pt x="210312" y="1524"/>
                  </a:lnTo>
                  <a:lnTo>
                    <a:pt x="164592" y="10668"/>
                  </a:lnTo>
                  <a:lnTo>
                    <a:pt x="121920" y="28956"/>
                  </a:lnTo>
                  <a:lnTo>
                    <a:pt x="85344" y="54863"/>
                  </a:lnTo>
                  <a:lnTo>
                    <a:pt x="53340" y="86868"/>
                  </a:lnTo>
                  <a:lnTo>
                    <a:pt x="28956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48412"/>
                  </a:lnTo>
                  <a:lnTo>
                    <a:pt x="1524" y="259080"/>
                  </a:lnTo>
                  <a:lnTo>
                    <a:pt x="4572" y="283463"/>
                  </a:lnTo>
                  <a:lnTo>
                    <a:pt x="18287" y="327660"/>
                  </a:lnTo>
                  <a:lnTo>
                    <a:pt x="39624" y="367284"/>
                  </a:lnTo>
                  <a:lnTo>
                    <a:pt x="68580" y="402336"/>
                  </a:lnTo>
                  <a:lnTo>
                    <a:pt x="103632" y="429768"/>
                  </a:lnTo>
                  <a:lnTo>
                    <a:pt x="143256" y="452628"/>
                  </a:lnTo>
                  <a:lnTo>
                    <a:pt x="187452" y="466344"/>
                  </a:lnTo>
                  <a:lnTo>
                    <a:pt x="211836" y="469392"/>
                  </a:lnTo>
                  <a:lnTo>
                    <a:pt x="259080" y="469392"/>
                  </a:lnTo>
                  <a:lnTo>
                    <a:pt x="304800" y="460248"/>
                  </a:lnTo>
                  <a:lnTo>
                    <a:pt x="311912" y="457200"/>
                  </a:lnTo>
                  <a:lnTo>
                    <a:pt x="211836" y="457200"/>
                  </a:lnTo>
                  <a:lnTo>
                    <a:pt x="169164" y="448056"/>
                  </a:lnTo>
                  <a:lnTo>
                    <a:pt x="128016" y="431292"/>
                  </a:lnTo>
                  <a:lnTo>
                    <a:pt x="92964" y="406907"/>
                  </a:lnTo>
                  <a:lnTo>
                    <a:pt x="62484" y="376428"/>
                  </a:lnTo>
                  <a:lnTo>
                    <a:pt x="39624" y="341375"/>
                  </a:lnTo>
                  <a:lnTo>
                    <a:pt x="22860" y="301752"/>
                  </a:lnTo>
                  <a:lnTo>
                    <a:pt x="13716" y="257556"/>
                  </a:lnTo>
                  <a:lnTo>
                    <a:pt x="12192" y="246887"/>
                  </a:lnTo>
                  <a:lnTo>
                    <a:pt x="12192" y="224028"/>
                  </a:lnTo>
                  <a:lnTo>
                    <a:pt x="13716" y="211836"/>
                  </a:lnTo>
                  <a:lnTo>
                    <a:pt x="22860" y="169163"/>
                  </a:lnTo>
                  <a:lnTo>
                    <a:pt x="39624" y="129540"/>
                  </a:lnTo>
                  <a:lnTo>
                    <a:pt x="77724" y="77724"/>
                  </a:lnTo>
                  <a:lnTo>
                    <a:pt x="111252" y="50292"/>
                  </a:lnTo>
                  <a:lnTo>
                    <a:pt x="149352" y="30480"/>
                  </a:lnTo>
                  <a:lnTo>
                    <a:pt x="211836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40" y="4572"/>
                  </a:lnTo>
                  <a:lnTo>
                    <a:pt x="246887" y="0"/>
                  </a:lnTo>
                  <a:close/>
                </a:path>
                <a:path w="469900" h="471170">
                  <a:moveTo>
                    <a:pt x="313334" y="13716"/>
                  </a:moveTo>
                  <a:lnTo>
                    <a:pt x="257556" y="13716"/>
                  </a:lnTo>
                  <a:lnTo>
                    <a:pt x="280416" y="18287"/>
                  </a:lnTo>
                  <a:lnTo>
                    <a:pt x="301752" y="22860"/>
                  </a:lnTo>
                  <a:lnTo>
                    <a:pt x="341375" y="39624"/>
                  </a:lnTo>
                  <a:lnTo>
                    <a:pt x="376428" y="64007"/>
                  </a:lnTo>
                  <a:lnTo>
                    <a:pt x="406908" y="94487"/>
                  </a:lnTo>
                  <a:lnTo>
                    <a:pt x="429768" y="129540"/>
                  </a:lnTo>
                  <a:lnTo>
                    <a:pt x="446532" y="169163"/>
                  </a:lnTo>
                  <a:lnTo>
                    <a:pt x="455675" y="213360"/>
                  </a:lnTo>
                  <a:lnTo>
                    <a:pt x="457200" y="224028"/>
                  </a:lnTo>
                  <a:lnTo>
                    <a:pt x="457200" y="246887"/>
                  </a:lnTo>
                  <a:lnTo>
                    <a:pt x="455675" y="257556"/>
                  </a:lnTo>
                  <a:lnTo>
                    <a:pt x="452628" y="280416"/>
                  </a:lnTo>
                  <a:lnTo>
                    <a:pt x="438912" y="321563"/>
                  </a:lnTo>
                  <a:lnTo>
                    <a:pt x="419100" y="359663"/>
                  </a:lnTo>
                  <a:lnTo>
                    <a:pt x="391668" y="393192"/>
                  </a:lnTo>
                  <a:lnTo>
                    <a:pt x="359664" y="420624"/>
                  </a:lnTo>
                  <a:lnTo>
                    <a:pt x="321564" y="440436"/>
                  </a:lnTo>
                  <a:lnTo>
                    <a:pt x="257556" y="457200"/>
                  </a:lnTo>
                  <a:lnTo>
                    <a:pt x="311912" y="457200"/>
                  </a:lnTo>
                  <a:lnTo>
                    <a:pt x="347472" y="441960"/>
                  </a:lnTo>
                  <a:lnTo>
                    <a:pt x="384048" y="416052"/>
                  </a:lnTo>
                  <a:lnTo>
                    <a:pt x="416052" y="384048"/>
                  </a:lnTo>
                  <a:lnTo>
                    <a:pt x="441960" y="347472"/>
                  </a:lnTo>
                  <a:lnTo>
                    <a:pt x="458724" y="304800"/>
                  </a:lnTo>
                  <a:lnTo>
                    <a:pt x="469392" y="259080"/>
                  </a:lnTo>
                  <a:lnTo>
                    <a:pt x="469392" y="210312"/>
                  </a:lnTo>
                  <a:lnTo>
                    <a:pt x="458724" y="164592"/>
                  </a:lnTo>
                  <a:lnTo>
                    <a:pt x="441960" y="123443"/>
                  </a:lnTo>
                  <a:lnTo>
                    <a:pt x="416052" y="85343"/>
                  </a:lnTo>
                  <a:lnTo>
                    <a:pt x="384048" y="53340"/>
                  </a:lnTo>
                  <a:lnTo>
                    <a:pt x="345948" y="28956"/>
                  </a:lnTo>
                  <a:lnTo>
                    <a:pt x="326136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4182795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j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8157971" y="5526018"/>
            <a:ext cx="471170" cy="471170"/>
            <a:chOff x="8157971" y="5526018"/>
            <a:chExt cx="471170" cy="471170"/>
          </a:xfrm>
        </p:grpSpPr>
        <p:sp>
          <p:nvSpPr>
            <p:cNvPr id="60" name="object 60"/>
            <p:cNvSpPr/>
            <p:nvPr/>
          </p:nvSpPr>
          <p:spPr>
            <a:xfrm>
              <a:off x="8164067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6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157971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70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20" y="470916"/>
                  </a:lnTo>
                  <a:lnTo>
                    <a:pt x="248411" y="469392"/>
                  </a:lnTo>
                  <a:close/>
                </a:path>
                <a:path w="471170" h="471170">
                  <a:moveTo>
                    <a:pt x="246887" y="0"/>
                  </a:moveTo>
                  <a:lnTo>
                    <a:pt x="234696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2" y="10668"/>
                  </a:lnTo>
                  <a:lnTo>
                    <a:pt x="123444" y="28956"/>
                  </a:lnTo>
                  <a:lnTo>
                    <a:pt x="85344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8" y="166116"/>
                  </a:lnTo>
                  <a:lnTo>
                    <a:pt x="1524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4" y="248412"/>
                  </a:lnTo>
                  <a:lnTo>
                    <a:pt x="1524" y="259080"/>
                  </a:lnTo>
                  <a:lnTo>
                    <a:pt x="10668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8" y="417576"/>
                  </a:lnTo>
                  <a:lnTo>
                    <a:pt x="123444" y="441960"/>
                  </a:lnTo>
                  <a:lnTo>
                    <a:pt x="166116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4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4" y="341375"/>
                  </a:lnTo>
                  <a:lnTo>
                    <a:pt x="22859" y="301752"/>
                  </a:lnTo>
                  <a:lnTo>
                    <a:pt x="13716" y="257556"/>
                  </a:lnTo>
                  <a:lnTo>
                    <a:pt x="13716" y="211836"/>
                  </a:lnTo>
                  <a:lnTo>
                    <a:pt x="22859" y="169163"/>
                  </a:lnTo>
                  <a:lnTo>
                    <a:pt x="39624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70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6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4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2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8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2" y="259080"/>
                  </a:lnTo>
                  <a:lnTo>
                    <a:pt x="469392" y="246887"/>
                  </a:lnTo>
                  <a:lnTo>
                    <a:pt x="470916" y="234696"/>
                  </a:lnTo>
                  <a:lnTo>
                    <a:pt x="469392" y="222504"/>
                  </a:lnTo>
                  <a:lnTo>
                    <a:pt x="469392" y="210312"/>
                  </a:lnTo>
                  <a:lnTo>
                    <a:pt x="460248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8" y="53340"/>
                  </a:lnTo>
                  <a:lnTo>
                    <a:pt x="347472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8347888" y="5603285"/>
            <a:ext cx="90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l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1909572" y="5526018"/>
            <a:ext cx="471170" cy="471170"/>
            <a:chOff x="1909572" y="5526018"/>
            <a:chExt cx="471170" cy="471170"/>
          </a:xfrm>
        </p:grpSpPr>
        <p:sp>
          <p:nvSpPr>
            <p:cNvPr id="64" name="object 64"/>
            <p:cNvSpPr/>
            <p:nvPr/>
          </p:nvSpPr>
          <p:spPr>
            <a:xfrm>
              <a:off x="1915668" y="553211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897" y="4697"/>
                  </a:lnTo>
                  <a:lnTo>
                    <a:pt x="140160" y="18145"/>
                  </a:lnTo>
                  <a:lnTo>
                    <a:pt x="101351" y="39379"/>
                  </a:lnTo>
                  <a:lnTo>
                    <a:pt x="67437" y="67437"/>
                  </a:lnTo>
                  <a:lnTo>
                    <a:pt x="39379" y="101351"/>
                  </a:lnTo>
                  <a:lnTo>
                    <a:pt x="18145" y="140160"/>
                  </a:lnTo>
                  <a:lnTo>
                    <a:pt x="4697" y="182897"/>
                  </a:lnTo>
                  <a:lnTo>
                    <a:pt x="0" y="228600"/>
                  </a:lnTo>
                  <a:lnTo>
                    <a:pt x="4697" y="274739"/>
                  </a:lnTo>
                  <a:lnTo>
                    <a:pt x="18145" y="317682"/>
                  </a:lnTo>
                  <a:lnTo>
                    <a:pt x="39379" y="356517"/>
                  </a:lnTo>
                  <a:lnTo>
                    <a:pt x="67437" y="390334"/>
                  </a:lnTo>
                  <a:lnTo>
                    <a:pt x="101351" y="418221"/>
                  </a:lnTo>
                  <a:lnTo>
                    <a:pt x="140160" y="439269"/>
                  </a:lnTo>
                  <a:lnTo>
                    <a:pt x="182897" y="452565"/>
                  </a:lnTo>
                  <a:lnTo>
                    <a:pt x="228600" y="457199"/>
                  </a:lnTo>
                  <a:lnTo>
                    <a:pt x="274739" y="452565"/>
                  </a:lnTo>
                  <a:lnTo>
                    <a:pt x="317682" y="439269"/>
                  </a:lnTo>
                  <a:lnTo>
                    <a:pt x="356517" y="418221"/>
                  </a:lnTo>
                  <a:lnTo>
                    <a:pt x="390334" y="390334"/>
                  </a:lnTo>
                  <a:lnTo>
                    <a:pt x="418221" y="356517"/>
                  </a:lnTo>
                  <a:lnTo>
                    <a:pt x="439269" y="317682"/>
                  </a:lnTo>
                  <a:lnTo>
                    <a:pt x="452565" y="274739"/>
                  </a:lnTo>
                  <a:lnTo>
                    <a:pt x="457200" y="228600"/>
                  </a:lnTo>
                  <a:lnTo>
                    <a:pt x="452565" y="182897"/>
                  </a:lnTo>
                  <a:lnTo>
                    <a:pt x="439269" y="140160"/>
                  </a:lnTo>
                  <a:lnTo>
                    <a:pt x="418221" y="101351"/>
                  </a:lnTo>
                  <a:lnTo>
                    <a:pt x="390334" y="67437"/>
                  </a:lnTo>
                  <a:lnTo>
                    <a:pt x="356517" y="39379"/>
                  </a:lnTo>
                  <a:lnTo>
                    <a:pt x="317682" y="18145"/>
                  </a:lnTo>
                  <a:lnTo>
                    <a:pt x="274739" y="4697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909572" y="5526018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70">
                  <a:moveTo>
                    <a:pt x="248411" y="469392"/>
                  </a:moveTo>
                  <a:lnTo>
                    <a:pt x="224027" y="469392"/>
                  </a:lnTo>
                  <a:lnTo>
                    <a:pt x="236219" y="470916"/>
                  </a:lnTo>
                  <a:lnTo>
                    <a:pt x="248411" y="469392"/>
                  </a:lnTo>
                  <a:close/>
                </a:path>
                <a:path w="471169" h="471170">
                  <a:moveTo>
                    <a:pt x="246887" y="0"/>
                  </a:moveTo>
                  <a:lnTo>
                    <a:pt x="234695" y="0"/>
                  </a:lnTo>
                  <a:lnTo>
                    <a:pt x="222503" y="1524"/>
                  </a:lnTo>
                  <a:lnTo>
                    <a:pt x="210311" y="1524"/>
                  </a:lnTo>
                  <a:lnTo>
                    <a:pt x="164591" y="10668"/>
                  </a:lnTo>
                  <a:lnTo>
                    <a:pt x="123443" y="28956"/>
                  </a:lnTo>
                  <a:lnTo>
                    <a:pt x="85343" y="54863"/>
                  </a:lnTo>
                  <a:lnTo>
                    <a:pt x="53339" y="86868"/>
                  </a:lnTo>
                  <a:lnTo>
                    <a:pt x="28955" y="123443"/>
                  </a:lnTo>
                  <a:lnTo>
                    <a:pt x="10667" y="166116"/>
                  </a:lnTo>
                  <a:lnTo>
                    <a:pt x="1523" y="211836"/>
                  </a:lnTo>
                  <a:lnTo>
                    <a:pt x="0" y="224028"/>
                  </a:lnTo>
                  <a:lnTo>
                    <a:pt x="0" y="236219"/>
                  </a:lnTo>
                  <a:lnTo>
                    <a:pt x="1523" y="248412"/>
                  </a:lnTo>
                  <a:lnTo>
                    <a:pt x="1523" y="259080"/>
                  </a:lnTo>
                  <a:lnTo>
                    <a:pt x="10667" y="306324"/>
                  </a:lnTo>
                  <a:lnTo>
                    <a:pt x="28955" y="347472"/>
                  </a:lnTo>
                  <a:lnTo>
                    <a:pt x="54863" y="385572"/>
                  </a:lnTo>
                  <a:lnTo>
                    <a:pt x="86867" y="417576"/>
                  </a:lnTo>
                  <a:lnTo>
                    <a:pt x="123443" y="441960"/>
                  </a:lnTo>
                  <a:lnTo>
                    <a:pt x="166115" y="460248"/>
                  </a:lnTo>
                  <a:lnTo>
                    <a:pt x="211835" y="469392"/>
                  </a:lnTo>
                  <a:lnTo>
                    <a:pt x="259079" y="469392"/>
                  </a:lnTo>
                  <a:lnTo>
                    <a:pt x="283463" y="464820"/>
                  </a:lnTo>
                  <a:lnTo>
                    <a:pt x="306323" y="460248"/>
                  </a:lnTo>
                  <a:lnTo>
                    <a:pt x="313436" y="457200"/>
                  </a:lnTo>
                  <a:lnTo>
                    <a:pt x="211835" y="457200"/>
                  </a:lnTo>
                  <a:lnTo>
                    <a:pt x="169163" y="448056"/>
                  </a:lnTo>
                  <a:lnTo>
                    <a:pt x="129539" y="431292"/>
                  </a:lnTo>
                  <a:lnTo>
                    <a:pt x="94487" y="406907"/>
                  </a:lnTo>
                  <a:lnTo>
                    <a:pt x="64007" y="376428"/>
                  </a:lnTo>
                  <a:lnTo>
                    <a:pt x="39623" y="341375"/>
                  </a:lnTo>
                  <a:lnTo>
                    <a:pt x="22859" y="301752"/>
                  </a:lnTo>
                  <a:lnTo>
                    <a:pt x="13715" y="257556"/>
                  </a:lnTo>
                  <a:lnTo>
                    <a:pt x="13715" y="211836"/>
                  </a:lnTo>
                  <a:lnTo>
                    <a:pt x="22859" y="169163"/>
                  </a:lnTo>
                  <a:lnTo>
                    <a:pt x="39623" y="129540"/>
                  </a:lnTo>
                  <a:lnTo>
                    <a:pt x="64007" y="94487"/>
                  </a:lnTo>
                  <a:lnTo>
                    <a:pt x="111251" y="50292"/>
                  </a:lnTo>
                  <a:lnTo>
                    <a:pt x="149351" y="30480"/>
                  </a:lnTo>
                  <a:lnTo>
                    <a:pt x="190500" y="18287"/>
                  </a:lnTo>
                  <a:lnTo>
                    <a:pt x="213359" y="13716"/>
                  </a:lnTo>
                  <a:lnTo>
                    <a:pt x="313334" y="13716"/>
                  </a:lnTo>
                  <a:lnTo>
                    <a:pt x="304800" y="10668"/>
                  </a:lnTo>
                  <a:lnTo>
                    <a:pt x="281939" y="4572"/>
                  </a:lnTo>
                  <a:lnTo>
                    <a:pt x="246887" y="0"/>
                  </a:lnTo>
                  <a:close/>
                </a:path>
                <a:path w="471169" h="471170">
                  <a:moveTo>
                    <a:pt x="313334" y="13716"/>
                  </a:moveTo>
                  <a:lnTo>
                    <a:pt x="257555" y="13716"/>
                  </a:lnTo>
                  <a:lnTo>
                    <a:pt x="280415" y="18287"/>
                  </a:lnTo>
                  <a:lnTo>
                    <a:pt x="301751" y="22860"/>
                  </a:lnTo>
                  <a:lnTo>
                    <a:pt x="341375" y="39624"/>
                  </a:lnTo>
                  <a:lnTo>
                    <a:pt x="376427" y="64007"/>
                  </a:lnTo>
                  <a:lnTo>
                    <a:pt x="420623" y="111252"/>
                  </a:lnTo>
                  <a:lnTo>
                    <a:pt x="440435" y="149352"/>
                  </a:lnTo>
                  <a:lnTo>
                    <a:pt x="452627" y="190500"/>
                  </a:lnTo>
                  <a:lnTo>
                    <a:pt x="457200" y="213360"/>
                  </a:lnTo>
                  <a:lnTo>
                    <a:pt x="457200" y="257556"/>
                  </a:lnTo>
                  <a:lnTo>
                    <a:pt x="448055" y="301752"/>
                  </a:lnTo>
                  <a:lnTo>
                    <a:pt x="431291" y="341375"/>
                  </a:lnTo>
                  <a:lnTo>
                    <a:pt x="406907" y="376428"/>
                  </a:lnTo>
                  <a:lnTo>
                    <a:pt x="376427" y="406907"/>
                  </a:lnTo>
                  <a:lnTo>
                    <a:pt x="341375" y="431292"/>
                  </a:lnTo>
                  <a:lnTo>
                    <a:pt x="301751" y="448056"/>
                  </a:lnTo>
                  <a:lnTo>
                    <a:pt x="257555" y="457200"/>
                  </a:lnTo>
                  <a:lnTo>
                    <a:pt x="313436" y="457200"/>
                  </a:lnTo>
                  <a:lnTo>
                    <a:pt x="367283" y="429768"/>
                  </a:lnTo>
                  <a:lnTo>
                    <a:pt x="402335" y="400812"/>
                  </a:lnTo>
                  <a:lnTo>
                    <a:pt x="429767" y="367284"/>
                  </a:lnTo>
                  <a:lnTo>
                    <a:pt x="452627" y="326136"/>
                  </a:lnTo>
                  <a:lnTo>
                    <a:pt x="466344" y="281940"/>
                  </a:lnTo>
                  <a:lnTo>
                    <a:pt x="469391" y="259080"/>
                  </a:lnTo>
                  <a:lnTo>
                    <a:pt x="469391" y="246887"/>
                  </a:lnTo>
                  <a:lnTo>
                    <a:pt x="470915" y="234696"/>
                  </a:lnTo>
                  <a:lnTo>
                    <a:pt x="469391" y="222504"/>
                  </a:lnTo>
                  <a:lnTo>
                    <a:pt x="469391" y="210312"/>
                  </a:lnTo>
                  <a:lnTo>
                    <a:pt x="460247" y="164592"/>
                  </a:lnTo>
                  <a:lnTo>
                    <a:pt x="441959" y="123443"/>
                  </a:lnTo>
                  <a:lnTo>
                    <a:pt x="416051" y="85343"/>
                  </a:lnTo>
                  <a:lnTo>
                    <a:pt x="384047" y="53340"/>
                  </a:lnTo>
                  <a:lnTo>
                    <a:pt x="347471" y="28956"/>
                  </a:lnTo>
                  <a:lnTo>
                    <a:pt x="326135" y="18287"/>
                  </a:lnTo>
                  <a:lnTo>
                    <a:pt x="31333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2099564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2124455" y="2409438"/>
            <a:ext cx="6288405" cy="3373120"/>
            <a:chOff x="2124455" y="2409438"/>
            <a:chExt cx="6288405" cy="3373120"/>
          </a:xfrm>
        </p:grpSpPr>
        <p:sp>
          <p:nvSpPr>
            <p:cNvPr id="68" name="object 68"/>
            <p:cNvSpPr/>
            <p:nvPr/>
          </p:nvSpPr>
          <p:spPr>
            <a:xfrm>
              <a:off x="2372868" y="5742426"/>
              <a:ext cx="1626235" cy="40005"/>
            </a:xfrm>
            <a:custGeom>
              <a:avLst/>
              <a:gdLst/>
              <a:ahLst/>
              <a:cxnLst/>
              <a:rect l="l" t="t" r="r" b="b"/>
              <a:pathLst>
                <a:path w="1626235" h="40004">
                  <a:moveTo>
                    <a:pt x="1626108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626108" y="39624"/>
                  </a:lnTo>
                  <a:lnTo>
                    <a:pt x="1626108" y="1524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456176" y="5756142"/>
              <a:ext cx="3708400" cy="12700"/>
            </a:xfrm>
            <a:custGeom>
              <a:avLst/>
              <a:gdLst/>
              <a:ahLst/>
              <a:cxnLst/>
              <a:rect l="l" t="t" r="r" b="b"/>
              <a:pathLst>
                <a:path w="3708400" h="12700">
                  <a:moveTo>
                    <a:pt x="1626108" y="1524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1626108" y="12192"/>
                  </a:lnTo>
                  <a:lnTo>
                    <a:pt x="1626108" y="1524"/>
                  </a:lnTo>
                  <a:close/>
                </a:path>
                <a:path w="3708400" h="12700">
                  <a:moveTo>
                    <a:pt x="3707892" y="1524"/>
                  </a:moveTo>
                  <a:lnTo>
                    <a:pt x="2083295" y="0"/>
                  </a:lnTo>
                  <a:lnTo>
                    <a:pt x="2083295" y="10668"/>
                  </a:lnTo>
                  <a:lnTo>
                    <a:pt x="3707892" y="12192"/>
                  </a:lnTo>
                  <a:lnTo>
                    <a:pt x="3707892" y="1524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124456" y="2409438"/>
              <a:ext cx="40005" cy="1295400"/>
            </a:xfrm>
            <a:custGeom>
              <a:avLst/>
              <a:gdLst/>
              <a:ahLst/>
              <a:cxnLst/>
              <a:rect l="l" t="t" r="r" b="b"/>
              <a:pathLst>
                <a:path w="40005" h="1295400">
                  <a:moveTo>
                    <a:pt x="39624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38100" y="12954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221479" y="2409438"/>
              <a:ext cx="12700" cy="1295400"/>
            </a:xfrm>
            <a:custGeom>
              <a:avLst/>
              <a:gdLst/>
              <a:ahLst/>
              <a:cxnLst/>
              <a:rect l="l" t="t" r="r" b="b"/>
              <a:pathLst>
                <a:path w="12700" h="1295400">
                  <a:moveTo>
                    <a:pt x="12192" y="0"/>
                  </a:moveTo>
                  <a:lnTo>
                    <a:pt x="3048" y="0"/>
                  </a:lnTo>
                  <a:lnTo>
                    <a:pt x="0" y="1295400"/>
                  </a:lnTo>
                  <a:lnTo>
                    <a:pt x="10668" y="1295400"/>
                  </a:lnTo>
                  <a:lnTo>
                    <a:pt x="12192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291072" y="2409438"/>
              <a:ext cx="40005" cy="1295400"/>
            </a:xfrm>
            <a:custGeom>
              <a:avLst/>
              <a:gdLst/>
              <a:ahLst/>
              <a:cxnLst/>
              <a:rect l="l" t="t" r="r" b="b"/>
              <a:pathLst>
                <a:path w="40004" h="1295400">
                  <a:moveTo>
                    <a:pt x="39624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38100" y="1295400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388096" y="2409438"/>
              <a:ext cx="10795" cy="1295400"/>
            </a:xfrm>
            <a:custGeom>
              <a:avLst/>
              <a:gdLst/>
              <a:ahLst/>
              <a:cxnLst/>
              <a:rect l="l" t="t" r="r" b="b"/>
              <a:pathLst>
                <a:path w="10795" h="1295400">
                  <a:moveTo>
                    <a:pt x="10668" y="0"/>
                  </a:moveTo>
                  <a:lnTo>
                    <a:pt x="1524" y="0"/>
                  </a:lnTo>
                  <a:lnTo>
                    <a:pt x="0" y="1295400"/>
                  </a:lnTo>
                  <a:lnTo>
                    <a:pt x="9144" y="1295400"/>
                  </a:lnTo>
                  <a:lnTo>
                    <a:pt x="10668" y="0"/>
                  </a:lnTo>
                  <a:close/>
                </a:path>
              </a:pathLst>
            </a:custGeom>
            <a:solidFill>
              <a:srgbClr val="C78B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124456" y="4162038"/>
              <a:ext cx="6288405" cy="1371600"/>
            </a:xfrm>
            <a:custGeom>
              <a:avLst/>
              <a:gdLst/>
              <a:ahLst/>
              <a:cxnLst/>
              <a:rect l="l" t="t" r="r" b="b"/>
              <a:pathLst>
                <a:path w="6288405" h="1371600">
                  <a:moveTo>
                    <a:pt x="39624" y="0"/>
                  </a:moveTo>
                  <a:lnTo>
                    <a:pt x="1524" y="0"/>
                  </a:lnTo>
                  <a:lnTo>
                    <a:pt x="0" y="1371600"/>
                  </a:lnTo>
                  <a:lnTo>
                    <a:pt x="38100" y="1371600"/>
                  </a:lnTo>
                  <a:lnTo>
                    <a:pt x="39624" y="0"/>
                  </a:lnTo>
                  <a:close/>
                </a:path>
                <a:path w="6288405" h="1371600">
                  <a:moveTo>
                    <a:pt x="2122932" y="0"/>
                  </a:moveTo>
                  <a:lnTo>
                    <a:pt x="2084832" y="0"/>
                  </a:lnTo>
                  <a:lnTo>
                    <a:pt x="2083308" y="1371600"/>
                  </a:lnTo>
                  <a:lnTo>
                    <a:pt x="2121408" y="1371600"/>
                  </a:lnTo>
                  <a:lnTo>
                    <a:pt x="2122932" y="0"/>
                  </a:lnTo>
                  <a:close/>
                </a:path>
                <a:path w="6288405" h="1371600">
                  <a:moveTo>
                    <a:pt x="4206240" y="0"/>
                  </a:moveTo>
                  <a:lnTo>
                    <a:pt x="4168140" y="0"/>
                  </a:lnTo>
                  <a:lnTo>
                    <a:pt x="4166616" y="1371600"/>
                  </a:lnTo>
                  <a:lnTo>
                    <a:pt x="4204716" y="1371600"/>
                  </a:lnTo>
                  <a:lnTo>
                    <a:pt x="4206240" y="0"/>
                  </a:lnTo>
                  <a:close/>
                </a:path>
                <a:path w="6288405" h="1371600">
                  <a:moveTo>
                    <a:pt x="6288024" y="0"/>
                  </a:moveTo>
                  <a:lnTo>
                    <a:pt x="6249924" y="0"/>
                  </a:lnTo>
                  <a:lnTo>
                    <a:pt x="6248400" y="1371600"/>
                  </a:lnTo>
                  <a:lnTo>
                    <a:pt x="6286500" y="1371600"/>
                  </a:lnTo>
                  <a:lnTo>
                    <a:pt x="6288024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3134436" y="1823613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2" name="object 9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93" name="object 9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94" name="object 9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75</a:t>
            </a:fld>
            <a:endParaRPr spc="-25" dirty="0"/>
          </a:p>
        </p:txBody>
      </p:sp>
      <p:sp>
        <p:nvSpPr>
          <p:cNvPr id="76" name="object 76"/>
          <p:cNvSpPr txBox="1"/>
          <p:nvPr/>
        </p:nvSpPr>
        <p:spPr>
          <a:xfrm>
            <a:off x="5193207" y="18236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7264324" y="1823613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135807" y="3576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188635" y="3576289"/>
            <a:ext cx="16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7253808" y="35762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134436" y="540508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196408" y="54050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7249236" y="54050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218435" y="28904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247468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4364304" y="28904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4063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84637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351959" y="4719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6438391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8463788" y="47192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801618"/>
              <a:ext cx="5878067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9572" y="1944618"/>
            <a:ext cx="6719316" cy="405231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246367" y="2021809"/>
            <a:ext cx="1295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76</a:t>
            </a:fld>
            <a:endParaRPr spc="-25" dirty="0"/>
          </a:p>
        </p:txBody>
      </p:sp>
      <p:sp>
        <p:nvSpPr>
          <p:cNvPr id="17" name="object 17"/>
          <p:cNvSpPr txBox="1"/>
          <p:nvPr/>
        </p:nvSpPr>
        <p:spPr>
          <a:xfrm>
            <a:off x="4152391" y="202180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15883" y="202180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75103" y="2021809"/>
            <a:ext cx="14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40195" y="3774485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78223" y="3774485"/>
            <a:ext cx="10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f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314511" y="3774485"/>
            <a:ext cx="158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h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76704" y="3774485"/>
            <a:ext cx="13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37223" y="5603285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k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82795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j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47888" y="5603285"/>
            <a:ext cx="90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l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99564" y="5603285"/>
            <a:ext cx="92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34436" y="1823613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193207" y="182361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64324" y="1823613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135807" y="3576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188635" y="3576289"/>
            <a:ext cx="16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253808" y="35762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134436" y="5405089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196408" y="5405089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249236" y="54050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218435" y="28904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247468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364304" y="2890489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4063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463788" y="28904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351959" y="471928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438391" y="4719289"/>
            <a:ext cx="123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1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463788" y="4719289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285062" y="6084872"/>
            <a:ext cx="189166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0000"/>
                </a:solidFill>
                <a:latin typeface="Georgia"/>
                <a:cs typeface="Georgia"/>
              </a:rPr>
              <a:t>c(T)</a:t>
            </a:r>
            <a:r>
              <a:rPr sz="3200" b="1" spc="-2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3200" b="1" dirty="0">
                <a:solidFill>
                  <a:srgbClr val="FF0000"/>
                </a:solidFill>
                <a:latin typeface="Georgia"/>
                <a:cs typeface="Georgia"/>
              </a:rPr>
              <a:t>=</a:t>
            </a:r>
            <a:r>
              <a:rPr sz="3200" b="1" spc="-1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3200" b="1" spc="-25" dirty="0">
                <a:solidFill>
                  <a:srgbClr val="FF0000"/>
                </a:solidFill>
                <a:latin typeface="Georgia"/>
                <a:cs typeface="Georgia"/>
              </a:rPr>
              <a:t>29</a:t>
            </a:r>
            <a:endParaRPr sz="32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395" y="801618"/>
              <a:ext cx="5134355" cy="3825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7344" y="4322058"/>
            <a:ext cx="4291583" cy="258927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599271" y="4332199"/>
            <a:ext cx="1174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59680" y="4332199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15958" y="4332199"/>
            <a:ext cx="142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36709" y="4332199"/>
            <a:ext cx="127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94609" y="5450856"/>
            <a:ext cx="128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84003" y="5450856"/>
            <a:ext cx="914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f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14337" y="5450856"/>
            <a:ext cx="1435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h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39749" y="5450856"/>
            <a:ext cx="1238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91569" y="6616741"/>
            <a:ext cx="1339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k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87043" y="6616741"/>
            <a:ext cx="850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j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44943" y="6616741"/>
            <a:ext cx="838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l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57992" y="6616741"/>
            <a:ext cx="850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73421" y="4111264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2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88690" y="4111264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13079" y="4111264"/>
            <a:ext cx="113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1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75043" y="5229922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084028" y="5229922"/>
            <a:ext cx="1466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8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02337" y="5229922"/>
            <a:ext cx="1327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5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773421" y="6395806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2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090109" y="6395806"/>
            <a:ext cx="1327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5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399296" y="6395806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6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42441" y="4792512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66967" y="5958397"/>
            <a:ext cx="113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1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512639" y="4792512"/>
            <a:ext cx="127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7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812503" y="4792512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4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124731" y="4792512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6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503518" y="5958397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840069" y="5958397"/>
            <a:ext cx="113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1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124731" y="5958397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4</a:t>
            </a:r>
            <a:endParaRPr sz="1600">
              <a:latin typeface="Georgia"/>
              <a:cs typeface="Georgia"/>
            </a:endParaRPr>
          </a:p>
        </p:txBody>
      </p:sp>
      <p:pic>
        <p:nvPicPr>
          <p:cNvPr id="45" name="object 4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298947" y="1487418"/>
            <a:ext cx="4472940" cy="2699004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8169570" y="1505254"/>
            <a:ext cx="1174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75" name="object 7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76" name="object 7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77" name="object 7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77</a:t>
            </a:fld>
            <a:endParaRPr spc="-25" dirty="0"/>
          </a:p>
        </p:txBody>
      </p:sp>
      <p:sp>
        <p:nvSpPr>
          <p:cNvPr id="47" name="object 47"/>
          <p:cNvSpPr txBox="1"/>
          <p:nvPr/>
        </p:nvSpPr>
        <p:spPr>
          <a:xfrm>
            <a:off x="6773630" y="1505254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542808" y="1505254"/>
            <a:ext cx="142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394514" y="1505254"/>
            <a:ext cx="127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165111" y="2671138"/>
            <a:ext cx="128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798156" y="2671138"/>
            <a:ext cx="914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f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542808" y="2671138"/>
            <a:ext cx="1435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h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395933" y="2671138"/>
            <a:ext cx="1238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162070" y="3887290"/>
            <a:ext cx="1339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k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801197" y="3887290"/>
            <a:ext cx="850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j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9571794" y="3887290"/>
            <a:ext cx="838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l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415797" y="3887290"/>
            <a:ext cx="850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199201" y="1291819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2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567575" y="1291819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948515" y="1291819"/>
            <a:ext cx="113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1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199201" y="2457703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563115" y="2457703"/>
            <a:ext cx="1466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8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939192" y="2457703"/>
            <a:ext cx="1327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5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199201" y="3673855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2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570818" y="3673855"/>
            <a:ext cx="1327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5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934732" y="3673855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6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545317" y="2002052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569640" y="3218204"/>
            <a:ext cx="113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1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973282" y="2002052"/>
            <a:ext cx="127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7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329696" y="2002052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4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9698273" y="2002052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6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964160" y="3218204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8357060" y="3218204"/>
            <a:ext cx="113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1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698273" y="3218204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4</a:t>
            </a:r>
            <a:endParaRPr sz="1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" y="748278"/>
              <a:ext cx="4264151" cy="4358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022" y="1517417"/>
            <a:ext cx="8004809" cy="2748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Clr>
                <a:srgbClr val="990000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sz="2600" spc="-120" dirty="0">
                <a:latin typeface="Arial"/>
                <a:cs typeface="Arial"/>
              </a:rPr>
              <a:t>Ta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thể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tìm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lớn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nhất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bằng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cách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áp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dụng 	</a:t>
            </a:r>
            <a:r>
              <a:rPr sz="2600" dirty="0">
                <a:latin typeface="Arial"/>
                <a:cs typeface="Arial"/>
              </a:rPr>
              <a:t>một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trong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hai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cách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làm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sau:</a:t>
            </a:r>
            <a:endParaRPr sz="2600">
              <a:latin typeface="Arial"/>
              <a:cs typeface="Arial"/>
            </a:endParaRPr>
          </a:p>
          <a:p>
            <a:pPr marL="560070" marR="267335" lvl="1" indent="-231775">
              <a:lnSpc>
                <a:spcPct val="100000"/>
              </a:lnSpc>
              <a:spcBef>
                <a:spcPts val="40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dirty="0">
                <a:latin typeface="Arial"/>
                <a:cs typeface="Arial"/>
              </a:rPr>
              <a:t>Đổi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dấu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trọng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cạnh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thị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từ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dương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thành 	</a:t>
            </a:r>
            <a:r>
              <a:rPr sz="2400" dirty="0">
                <a:latin typeface="Arial"/>
                <a:cs typeface="Arial"/>
              </a:rPr>
              <a:t>âm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đó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tìm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cây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khung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nhỏ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nhất.</a:t>
            </a:r>
            <a:endParaRPr sz="2400">
              <a:latin typeface="Arial"/>
              <a:cs typeface="Arial"/>
            </a:endParaRPr>
          </a:p>
          <a:p>
            <a:pPr marL="560070" marR="370840" lvl="1" indent="-231775">
              <a:lnSpc>
                <a:spcPct val="100000"/>
              </a:lnSpc>
              <a:spcBef>
                <a:spcPts val="400"/>
              </a:spcBef>
              <a:buClr>
                <a:srgbClr val="EFAB16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dirty="0">
                <a:latin typeface="Arial"/>
                <a:cs typeface="Arial"/>
              </a:rPr>
              <a:t>Đổi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dấu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sánh,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dấu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bé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(&lt;)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thành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dấu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lớn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(&gt;),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trong 	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biểu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thức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sánh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thuật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toán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tìm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cây 	</a:t>
            </a:r>
            <a:r>
              <a:rPr sz="2400" spc="-10" dirty="0">
                <a:latin typeface="Arial"/>
                <a:cs typeface="Arial"/>
              </a:rPr>
              <a:t>khung.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78</a:t>
            </a:fld>
            <a:endParaRPr spc="-25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53085" marR="5080" indent="-515620">
              <a:lnSpc>
                <a:spcPct val="100000"/>
              </a:lnSpc>
              <a:spcBef>
                <a:spcPts val="105"/>
              </a:spcBef>
              <a:tabLst>
                <a:tab pos="553085" algn="l"/>
              </a:tabLst>
            </a:pPr>
            <a:r>
              <a:rPr spc="-25" dirty="0"/>
              <a:t>1.</a:t>
            </a:r>
            <a:r>
              <a:rPr dirty="0"/>
              <a:t>	Dưới</a:t>
            </a:r>
            <a:r>
              <a:rPr spc="-40" dirty="0"/>
              <a:t> </a:t>
            </a:r>
            <a:r>
              <a:rPr dirty="0"/>
              <a:t>đây</a:t>
            </a:r>
            <a:r>
              <a:rPr spc="-30" dirty="0"/>
              <a:t> </a:t>
            </a:r>
            <a:r>
              <a:rPr dirty="0"/>
              <a:t>là</a:t>
            </a:r>
            <a:r>
              <a:rPr spc="-15" dirty="0"/>
              <a:t> </a:t>
            </a:r>
            <a:r>
              <a:rPr dirty="0"/>
              <a:t>một</a:t>
            </a:r>
            <a:r>
              <a:rPr spc="-30" dirty="0"/>
              <a:t> </a:t>
            </a:r>
            <a:r>
              <a:rPr dirty="0"/>
              <a:t>số</a:t>
            </a:r>
            <a:r>
              <a:rPr spc="-35" dirty="0"/>
              <a:t> </a:t>
            </a:r>
            <a:r>
              <a:rPr dirty="0"/>
              <a:t>giải</a:t>
            </a:r>
            <a:r>
              <a:rPr spc="-20" dirty="0"/>
              <a:t> </a:t>
            </a:r>
            <a:r>
              <a:rPr dirty="0"/>
              <a:t>thuật</a:t>
            </a:r>
            <a:r>
              <a:rPr spc="-10" dirty="0"/>
              <a:t> </a:t>
            </a:r>
            <a:r>
              <a:rPr dirty="0"/>
              <a:t>tìm</a:t>
            </a:r>
            <a:r>
              <a:rPr spc="-20" dirty="0"/>
              <a:t> </a:t>
            </a:r>
            <a:r>
              <a:rPr dirty="0"/>
              <a:t>cây</a:t>
            </a:r>
            <a:r>
              <a:rPr spc="-30" dirty="0"/>
              <a:t> </a:t>
            </a:r>
            <a:r>
              <a:rPr dirty="0"/>
              <a:t>khung</a:t>
            </a:r>
            <a:r>
              <a:rPr spc="-35" dirty="0"/>
              <a:t> </a:t>
            </a:r>
            <a:r>
              <a:rPr dirty="0"/>
              <a:t>của</a:t>
            </a:r>
            <a:r>
              <a:rPr spc="-20" dirty="0"/>
              <a:t> </a:t>
            </a:r>
            <a:r>
              <a:rPr spc="-25" dirty="0"/>
              <a:t>đồ </a:t>
            </a:r>
            <a:r>
              <a:rPr dirty="0"/>
              <a:t>thị</a:t>
            </a:r>
            <a:r>
              <a:rPr spc="-15" dirty="0"/>
              <a:t> </a:t>
            </a:r>
            <a:r>
              <a:rPr dirty="0"/>
              <a:t>liên</a:t>
            </a:r>
            <a:r>
              <a:rPr spc="-30" dirty="0"/>
              <a:t> </a:t>
            </a:r>
            <a:r>
              <a:rPr dirty="0"/>
              <a:t>thông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cho</a:t>
            </a:r>
            <a:r>
              <a:rPr spc="-30" dirty="0"/>
              <a:t> </a:t>
            </a:r>
            <a:r>
              <a:rPr dirty="0"/>
              <a:t>trước.</a:t>
            </a:r>
            <a:r>
              <a:rPr spc="-15" dirty="0"/>
              <a:t> </a:t>
            </a:r>
            <a:r>
              <a:rPr dirty="0"/>
              <a:t>Hãy</a:t>
            </a:r>
            <a:r>
              <a:rPr spc="-25" dirty="0"/>
              <a:t> </a:t>
            </a:r>
            <a:r>
              <a:rPr dirty="0"/>
              <a:t>cho</a:t>
            </a:r>
            <a:r>
              <a:rPr spc="-30" dirty="0"/>
              <a:t> </a:t>
            </a:r>
            <a:r>
              <a:rPr dirty="0"/>
              <a:t>biết</a:t>
            </a:r>
            <a:r>
              <a:rPr spc="-15" dirty="0"/>
              <a:t> </a:t>
            </a:r>
            <a:r>
              <a:rPr dirty="0"/>
              <a:t>các</a:t>
            </a:r>
            <a:r>
              <a:rPr spc="-20" dirty="0"/>
              <a:t> giải </a:t>
            </a:r>
            <a:r>
              <a:rPr dirty="0"/>
              <a:t>thuật</a:t>
            </a:r>
            <a:r>
              <a:rPr spc="-40" dirty="0"/>
              <a:t> </a:t>
            </a:r>
            <a:r>
              <a:rPr dirty="0"/>
              <a:t>này</a:t>
            </a:r>
            <a:r>
              <a:rPr spc="-40" dirty="0"/>
              <a:t> </a:t>
            </a:r>
            <a:r>
              <a:rPr dirty="0"/>
              <a:t>có</a:t>
            </a:r>
            <a:r>
              <a:rPr spc="-25" dirty="0"/>
              <a:t> </a:t>
            </a:r>
            <a:r>
              <a:rPr dirty="0"/>
              <a:t>đúng</a:t>
            </a:r>
            <a:r>
              <a:rPr spc="-40" dirty="0"/>
              <a:t> </a:t>
            </a:r>
            <a:r>
              <a:rPr spc="-10" dirty="0"/>
              <a:t>không?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marR="236854" indent="-515620">
              <a:lnSpc>
                <a:spcPct val="100000"/>
              </a:lnSpc>
              <a:spcBef>
                <a:spcPts val="100"/>
              </a:spcBef>
              <a:buClr>
                <a:srgbClr val="EFAB16"/>
              </a:buClr>
              <a:buSzPct val="85416"/>
              <a:buAutoNum type="alphaLcParenR"/>
              <a:tabLst>
                <a:tab pos="527685" algn="l"/>
              </a:tabLst>
            </a:pPr>
            <a:r>
              <a:rPr dirty="0"/>
              <a:t>Bắt</a:t>
            </a:r>
            <a:r>
              <a:rPr spc="-30" dirty="0"/>
              <a:t> </a:t>
            </a:r>
            <a:r>
              <a:rPr dirty="0"/>
              <a:t>đầu</a:t>
            </a:r>
            <a:r>
              <a:rPr spc="-25" dirty="0"/>
              <a:t> </a:t>
            </a:r>
            <a:r>
              <a:rPr dirty="0"/>
              <a:t>với</a:t>
            </a:r>
            <a:r>
              <a:rPr spc="-40" dirty="0"/>
              <a:t> </a:t>
            </a:r>
            <a:r>
              <a:rPr dirty="0"/>
              <a:t>G.</a:t>
            </a:r>
            <a:r>
              <a:rPr spc="-40" dirty="0"/>
              <a:t> </a:t>
            </a:r>
            <a:r>
              <a:rPr dirty="0"/>
              <a:t>Nếu</a:t>
            </a:r>
            <a:r>
              <a:rPr spc="-20" dirty="0"/>
              <a:t> </a:t>
            </a:r>
            <a:r>
              <a:rPr dirty="0"/>
              <a:t>G</a:t>
            </a:r>
            <a:r>
              <a:rPr spc="-45" dirty="0"/>
              <a:t> </a:t>
            </a:r>
            <a:r>
              <a:rPr dirty="0"/>
              <a:t>có</a:t>
            </a:r>
            <a:r>
              <a:rPr spc="-30" dirty="0"/>
              <a:t> </a:t>
            </a:r>
            <a:r>
              <a:rPr dirty="0"/>
              <a:t>chu</a:t>
            </a:r>
            <a:r>
              <a:rPr spc="-30" dirty="0"/>
              <a:t> </a:t>
            </a:r>
            <a:r>
              <a:rPr dirty="0"/>
              <a:t>trình,</a:t>
            </a:r>
            <a:r>
              <a:rPr spc="-65" dirty="0"/>
              <a:t> </a:t>
            </a:r>
            <a:r>
              <a:rPr dirty="0"/>
              <a:t>hủy</a:t>
            </a:r>
            <a:r>
              <a:rPr spc="-30" dirty="0"/>
              <a:t> </a:t>
            </a:r>
            <a:r>
              <a:rPr dirty="0"/>
              <a:t>một</a:t>
            </a:r>
            <a:r>
              <a:rPr spc="-30" dirty="0"/>
              <a:t> </a:t>
            </a:r>
            <a:r>
              <a:rPr spc="-20" dirty="0"/>
              <a:t>cạnh </a:t>
            </a:r>
            <a:r>
              <a:rPr dirty="0"/>
              <a:t>thuộc</a:t>
            </a:r>
            <a:r>
              <a:rPr spc="-40" dirty="0"/>
              <a:t> </a:t>
            </a:r>
            <a:r>
              <a:rPr dirty="0"/>
              <a:t>chu</a:t>
            </a:r>
            <a:r>
              <a:rPr spc="-35" dirty="0"/>
              <a:t> </a:t>
            </a:r>
            <a:r>
              <a:rPr dirty="0"/>
              <a:t>trình</a:t>
            </a:r>
            <a:r>
              <a:rPr spc="-60" dirty="0"/>
              <a:t> </a:t>
            </a:r>
            <a:r>
              <a:rPr dirty="0"/>
              <a:t>này</a:t>
            </a:r>
            <a:r>
              <a:rPr spc="-35" dirty="0"/>
              <a:t> </a:t>
            </a:r>
            <a:r>
              <a:rPr dirty="0"/>
              <a:t>khỏi</a:t>
            </a:r>
            <a:r>
              <a:rPr spc="-35" dirty="0"/>
              <a:t> </a:t>
            </a:r>
            <a:r>
              <a:rPr dirty="0"/>
              <a:t>G.</a:t>
            </a:r>
            <a:r>
              <a:rPr spc="-45" dirty="0"/>
              <a:t> </a:t>
            </a:r>
            <a:r>
              <a:rPr dirty="0"/>
              <a:t>Lặp</a:t>
            </a:r>
            <a:r>
              <a:rPr spc="-45" dirty="0"/>
              <a:t> </a:t>
            </a:r>
            <a:r>
              <a:rPr dirty="0"/>
              <a:t>lại</a:t>
            </a:r>
            <a:r>
              <a:rPr spc="-15" dirty="0"/>
              <a:t> </a:t>
            </a:r>
            <a:r>
              <a:rPr dirty="0"/>
              <a:t>thủ</a:t>
            </a:r>
            <a:r>
              <a:rPr spc="-50" dirty="0"/>
              <a:t> </a:t>
            </a:r>
            <a:r>
              <a:rPr dirty="0"/>
              <a:t>tục</a:t>
            </a:r>
            <a:r>
              <a:rPr spc="-35" dirty="0"/>
              <a:t> </a:t>
            </a:r>
            <a:r>
              <a:rPr dirty="0"/>
              <a:t>này</a:t>
            </a:r>
            <a:r>
              <a:rPr spc="-35" dirty="0"/>
              <a:t> </a:t>
            </a:r>
            <a:r>
              <a:rPr spc="-25" dirty="0"/>
              <a:t>đến </a:t>
            </a:r>
            <a:r>
              <a:rPr dirty="0"/>
              <a:t>khi</a:t>
            </a:r>
            <a:r>
              <a:rPr spc="-65" dirty="0"/>
              <a:t> </a:t>
            </a:r>
            <a:r>
              <a:rPr dirty="0"/>
              <a:t>đồ</a:t>
            </a:r>
            <a:r>
              <a:rPr spc="-40" dirty="0"/>
              <a:t> </a:t>
            </a:r>
            <a:r>
              <a:rPr dirty="0"/>
              <a:t>thị</a:t>
            </a:r>
            <a:r>
              <a:rPr spc="-60" dirty="0"/>
              <a:t> </a:t>
            </a:r>
            <a:r>
              <a:rPr dirty="0"/>
              <a:t>nhận</a:t>
            </a:r>
            <a:r>
              <a:rPr spc="-45" dirty="0"/>
              <a:t> </a:t>
            </a:r>
            <a:r>
              <a:rPr dirty="0"/>
              <a:t>được</a:t>
            </a:r>
            <a:r>
              <a:rPr spc="-45" dirty="0"/>
              <a:t> </a:t>
            </a:r>
            <a:r>
              <a:rPr dirty="0"/>
              <a:t>không</a:t>
            </a:r>
            <a:r>
              <a:rPr spc="-45" dirty="0"/>
              <a:t> </a:t>
            </a:r>
            <a:r>
              <a:rPr dirty="0"/>
              <a:t>còn</a:t>
            </a:r>
            <a:r>
              <a:rPr spc="-50" dirty="0"/>
              <a:t> </a:t>
            </a:r>
            <a:r>
              <a:rPr dirty="0"/>
              <a:t>chu</a:t>
            </a:r>
            <a:r>
              <a:rPr spc="-55" dirty="0"/>
              <a:t> </a:t>
            </a:r>
            <a:r>
              <a:rPr spc="-10" dirty="0"/>
              <a:t>trình.</a:t>
            </a:r>
          </a:p>
          <a:p>
            <a:pPr marL="527685" marR="32384" indent="-515620">
              <a:lnSpc>
                <a:spcPct val="100000"/>
              </a:lnSpc>
              <a:spcBef>
                <a:spcPts val="395"/>
              </a:spcBef>
              <a:buClr>
                <a:srgbClr val="EFAB16"/>
              </a:buClr>
              <a:buSzPct val="85416"/>
              <a:buAutoNum type="alphaLcParenR"/>
              <a:tabLst>
                <a:tab pos="527685" algn="l"/>
              </a:tabLst>
            </a:pPr>
            <a:r>
              <a:rPr dirty="0"/>
              <a:t>Bắt</a:t>
            </a:r>
            <a:r>
              <a:rPr spc="-45" dirty="0"/>
              <a:t> </a:t>
            </a:r>
            <a:r>
              <a:rPr dirty="0"/>
              <a:t>đầu</a:t>
            </a:r>
            <a:r>
              <a:rPr spc="-40" dirty="0"/>
              <a:t> </a:t>
            </a:r>
            <a:r>
              <a:rPr dirty="0"/>
              <a:t>bằng</a:t>
            </a:r>
            <a:r>
              <a:rPr spc="-35" dirty="0"/>
              <a:t> </a:t>
            </a:r>
            <a:r>
              <a:rPr dirty="0"/>
              <a:t>một</a:t>
            </a:r>
            <a:r>
              <a:rPr spc="-55" dirty="0"/>
              <a:t> </a:t>
            </a:r>
            <a:r>
              <a:rPr dirty="0"/>
              <a:t>cạnh,</a:t>
            </a:r>
            <a:r>
              <a:rPr spc="-40" dirty="0"/>
              <a:t> </a:t>
            </a:r>
            <a:r>
              <a:rPr dirty="0"/>
              <a:t>thêm</a:t>
            </a:r>
            <a:r>
              <a:rPr spc="-45" dirty="0"/>
              <a:t> </a:t>
            </a:r>
            <a:r>
              <a:rPr dirty="0"/>
              <a:t>dần</a:t>
            </a:r>
            <a:r>
              <a:rPr spc="-35" dirty="0"/>
              <a:t> </a:t>
            </a:r>
            <a:r>
              <a:rPr dirty="0"/>
              <a:t>mỗi</a:t>
            </a:r>
            <a:r>
              <a:rPr spc="-45" dirty="0"/>
              <a:t> </a:t>
            </a:r>
            <a:r>
              <a:rPr dirty="0"/>
              <a:t>lần</a:t>
            </a:r>
            <a:r>
              <a:rPr spc="-40" dirty="0"/>
              <a:t> </a:t>
            </a:r>
            <a:r>
              <a:rPr dirty="0"/>
              <a:t>một</a:t>
            </a:r>
            <a:r>
              <a:rPr spc="-55" dirty="0"/>
              <a:t> </a:t>
            </a:r>
            <a:r>
              <a:rPr spc="-20" dirty="0"/>
              <a:t>cạnh </a:t>
            </a:r>
            <a:r>
              <a:rPr dirty="0"/>
              <a:t>mới</a:t>
            </a:r>
            <a:r>
              <a:rPr spc="-40" dirty="0"/>
              <a:t> </a:t>
            </a:r>
            <a:r>
              <a:rPr dirty="0"/>
              <a:t>cho</a:t>
            </a:r>
            <a:r>
              <a:rPr spc="-40" dirty="0"/>
              <a:t> </a:t>
            </a:r>
            <a:r>
              <a:rPr dirty="0"/>
              <a:t>đến</a:t>
            </a:r>
            <a:r>
              <a:rPr spc="-30" dirty="0"/>
              <a:t> </a:t>
            </a:r>
            <a:r>
              <a:rPr dirty="0"/>
              <a:t>khi</a:t>
            </a:r>
            <a:r>
              <a:rPr spc="-45" dirty="0"/>
              <a:t> </a:t>
            </a:r>
            <a:r>
              <a:rPr dirty="0"/>
              <a:t>đồ</a:t>
            </a:r>
            <a:r>
              <a:rPr spc="-40" dirty="0"/>
              <a:t> </a:t>
            </a:r>
            <a:r>
              <a:rPr dirty="0"/>
              <a:t>thị</a:t>
            </a:r>
            <a:r>
              <a:rPr spc="-50" dirty="0"/>
              <a:t> </a:t>
            </a:r>
            <a:r>
              <a:rPr dirty="0"/>
              <a:t>nhận</a:t>
            </a:r>
            <a:r>
              <a:rPr spc="-30" dirty="0"/>
              <a:t> </a:t>
            </a:r>
            <a:r>
              <a:rPr dirty="0"/>
              <a:t>được</a:t>
            </a:r>
            <a:r>
              <a:rPr spc="-35" dirty="0"/>
              <a:t> </a:t>
            </a:r>
            <a:r>
              <a:rPr dirty="0"/>
              <a:t>có</a:t>
            </a:r>
            <a:r>
              <a:rPr spc="-40" dirty="0"/>
              <a:t> </a:t>
            </a:r>
            <a:r>
              <a:rPr spc="-20" dirty="0"/>
              <a:t>n-</a:t>
            </a:r>
            <a:r>
              <a:rPr dirty="0"/>
              <a:t>1</a:t>
            </a:r>
            <a:r>
              <a:rPr spc="-40" dirty="0"/>
              <a:t> </a:t>
            </a:r>
            <a:r>
              <a:rPr spc="-10" dirty="0"/>
              <a:t>cạnh.</a:t>
            </a:r>
          </a:p>
          <a:p>
            <a:pPr marL="527685" marR="5080" indent="-515620" algn="just">
              <a:lnSpc>
                <a:spcPct val="100000"/>
              </a:lnSpc>
              <a:spcBef>
                <a:spcPts val="405"/>
              </a:spcBef>
              <a:buSzPct val="85416"/>
              <a:buAutoNum type="alphaLcParenR"/>
              <a:tabLst>
                <a:tab pos="527685" algn="l"/>
                <a:tab pos="528955" algn="l"/>
              </a:tabLst>
            </a:pPr>
            <a:r>
              <a:rPr dirty="0">
                <a:solidFill>
                  <a:srgbClr val="EFAB16"/>
                </a:solidFill>
              </a:rPr>
              <a:t>	</a:t>
            </a:r>
            <a:r>
              <a:rPr dirty="0"/>
              <a:t>Bắt</a:t>
            </a:r>
            <a:r>
              <a:rPr spc="-45" dirty="0"/>
              <a:t> </a:t>
            </a:r>
            <a:r>
              <a:rPr dirty="0"/>
              <a:t>đầu</a:t>
            </a:r>
            <a:r>
              <a:rPr spc="-40" dirty="0"/>
              <a:t> </a:t>
            </a:r>
            <a:r>
              <a:rPr dirty="0"/>
              <a:t>bằng</a:t>
            </a:r>
            <a:r>
              <a:rPr spc="-35" dirty="0"/>
              <a:t> </a:t>
            </a:r>
            <a:r>
              <a:rPr dirty="0"/>
              <a:t>một</a:t>
            </a:r>
            <a:r>
              <a:rPr spc="-55" dirty="0"/>
              <a:t> </a:t>
            </a:r>
            <a:r>
              <a:rPr dirty="0"/>
              <a:t>cạnh,</a:t>
            </a:r>
            <a:r>
              <a:rPr spc="-40" dirty="0"/>
              <a:t> </a:t>
            </a:r>
            <a:r>
              <a:rPr dirty="0"/>
              <a:t>thêm</a:t>
            </a:r>
            <a:r>
              <a:rPr spc="-45" dirty="0"/>
              <a:t> </a:t>
            </a:r>
            <a:r>
              <a:rPr dirty="0"/>
              <a:t>dần</a:t>
            </a:r>
            <a:r>
              <a:rPr spc="-35" dirty="0"/>
              <a:t> </a:t>
            </a:r>
            <a:r>
              <a:rPr dirty="0"/>
              <a:t>mỗi</a:t>
            </a:r>
            <a:r>
              <a:rPr spc="-45" dirty="0"/>
              <a:t> </a:t>
            </a:r>
            <a:r>
              <a:rPr dirty="0"/>
              <a:t>lần</a:t>
            </a:r>
            <a:r>
              <a:rPr spc="-40" dirty="0"/>
              <a:t> </a:t>
            </a:r>
            <a:r>
              <a:rPr dirty="0"/>
              <a:t>một</a:t>
            </a:r>
            <a:r>
              <a:rPr spc="-55" dirty="0"/>
              <a:t> </a:t>
            </a:r>
            <a:r>
              <a:rPr spc="-20" dirty="0"/>
              <a:t>cạnh </a:t>
            </a:r>
            <a:r>
              <a:rPr dirty="0"/>
              <a:t>mới</a:t>
            </a:r>
            <a:r>
              <a:rPr spc="-50" dirty="0"/>
              <a:t> </a:t>
            </a:r>
            <a:r>
              <a:rPr dirty="0"/>
              <a:t>với</a:t>
            </a:r>
            <a:r>
              <a:rPr spc="-50" dirty="0"/>
              <a:t> </a:t>
            </a:r>
            <a:r>
              <a:rPr dirty="0"/>
              <a:t>điều</a:t>
            </a:r>
            <a:r>
              <a:rPr spc="-35" dirty="0"/>
              <a:t> </a:t>
            </a:r>
            <a:r>
              <a:rPr dirty="0"/>
              <a:t>kiện</a:t>
            </a:r>
            <a:r>
              <a:rPr spc="-50" dirty="0"/>
              <a:t> </a:t>
            </a:r>
            <a:r>
              <a:rPr dirty="0"/>
              <a:t>không</a:t>
            </a:r>
            <a:r>
              <a:rPr spc="-30" dirty="0"/>
              <a:t> </a:t>
            </a:r>
            <a:r>
              <a:rPr dirty="0"/>
              <a:t>tạo</a:t>
            </a:r>
            <a:r>
              <a:rPr spc="-60" dirty="0"/>
              <a:t> </a:t>
            </a:r>
            <a:r>
              <a:rPr dirty="0"/>
              <a:t>ra</a:t>
            </a:r>
            <a:r>
              <a:rPr spc="-50" dirty="0"/>
              <a:t> </a:t>
            </a:r>
            <a:r>
              <a:rPr dirty="0"/>
              <a:t>chu</a:t>
            </a:r>
            <a:r>
              <a:rPr spc="-50" dirty="0"/>
              <a:t> </a:t>
            </a:r>
            <a:r>
              <a:rPr dirty="0"/>
              <a:t>trình</a:t>
            </a:r>
            <a:r>
              <a:rPr spc="-60" dirty="0"/>
              <a:t> </a:t>
            </a:r>
            <a:r>
              <a:rPr dirty="0"/>
              <a:t>cho</a:t>
            </a:r>
            <a:r>
              <a:rPr spc="-50" dirty="0"/>
              <a:t> </a:t>
            </a:r>
            <a:r>
              <a:rPr dirty="0"/>
              <a:t>đến</a:t>
            </a:r>
            <a:r>
              <a:rPr spc="-60" dirty="0"/>
              <a:t> </a:t>
            </a:r>
            <a:r>
              <a:rPr spc="-25" dirty="0"/>
              <a:t>khi </a:t>
            </a:r>
            <a:r>
              <a:rPr dirty="0"/>
              <a:t>không</a:t>
            </a:r>
            <a:r>
              <a:rPr spc="-50" dirty="0"/>
              <a:t> </a:t>
            </a:r>
            <a:r>
              <a:rPr dirty="0"/>
              <a:t>thể</a:t>
            </a:r>
            <a:r>
              <a:rPr spc="-70" dirty="0"/>
              <a:t> </a:t>
            </a:r>
            <a:r>
              <a:rPr dirty="0"/>
              <a:t>thêm</a:t>
            </a:r>
            <a:r>
              <a:rPr spc="-55" dirty="0"/>
              <a:t> </a:t>
            </a:r>
            <a:r>
              <a:rPr dirty="0"/>
              <a:t>được</a:t>
            </a:r>
            <a:r>
              <a:rPr spc="-50" dirty="0"/>
              <a:t> </a:t>
            </a:r>
            <a:r>
              <a:rPr dirty="0"/>
              <a:t>cạnh</a:t>
            </a:r>
            <a:r>
              <a:rPr spc="-65" dirty="0"/>
              <a:t> </a:t>
            </a:r>
            <a:r>
              <a:rPr dirty="0"/>
              <a:t>mới</a:t>
            </a:r>
            <a:r>
              <a:rPr spc="-65" dirty="0"/>
              <a:t> </a:t>
            </a:r>
            <a:r>
              <a:rPr dirty="0"/>
              <a:t>nào</a:t>
            </a:r>
            <a:r>
              <a:rPr spc="-50" dirty="0"/>
              <a:t> </a:t>
            </a:r>
            <a:r>
              <a:rPr spc="-20" dirty="0"/>
              <a:t>nữa.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79</a:t>
            </a:fld>
            <a:endParaRPr spc="-25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0132" y="1517500"/>
            <a:ext cx="7677784" cy="818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 marR="5080" indent="-51562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pc="-25" dirty="0"/>
              <a:t>2.</a:t>
            </a:r>
            <a:r>
              <a:rPr dirty="0"/>
              <a:t>	Sử</a:t>
            </a:r>
            <a:r>
              <a:rPr spc="-35" dirty="0"/>
              <a:t> </a:t>
            </a:r>
            <a:r>
              <a:rPr dirty="0"/>
              <a:t>dụng</a:t>
            </a:r>
            <a:r>
              <a:rPr spc="-35" dirty="0"/>
              <a:t> </a:t>
            </a:r>
            <a:r>
              <a:rPr dirty="0"/>
              <a:t>thuật</a:t>
            </a:r>
            <a:r>
              <a:rPr spc="-35" dirty="0"/>
              <a:t> </a:t>
            </a:r>
            <a:r>
              <a:rPr dirty="0"/>
              <a:t>toán</a:t>
            </a:r>
            <a:r>
              <a:rPr spc="-35" dirty="0"/>
              <a:t> </a:t>
            </a:r>
            <a:r>
              <a:rPr dirty="0"/>
              <a:t>Prim</a:t>
            </a:r>
            <a:r>
              <a:rPr spc="-45" dirty="0"/>
              <a:t> </a:t>
            </a:r>
            <a:r>
              <a:rPr dirty="0"/>
              <a:t>tìm</a:t>
            </a:r>
            <a:r>
              <a:rPr spc="-25" dirty="0"/>
              <a:t> </a:t>
            </a:r>
            <a:r>
              <a:rPr dirty="0"/>
              <a:t>cây</a:t>
            </a:r>
            <a:r>
              <a:rPr spc="-60" dirty="0"/>
              <a:t> </a:t>
            </a:r>
            <a:r>
              <a:rPr dirty="0"/>
              <a:t>khung</a:t>
            </a:r>
            <a:r>
              <a:rPr spc="-30" dirty="0"/>
              <a:t> </a:t>
            </a:r>
            <a:r>
              <a:rPr dirty="0"/>
              <a:t>nhỏ</a:t>
            </a:r>
            <a:r>
              <a:rPr spc="-50" dirty="0"/>
              <a:t> </a:t>
            </a:r>
            <a:r>
              <a:rPr spc="-20" dirty="0"/>
              <a:t>nhất </a:t>
            </a:r>
            <a:r>
              <a:rPr dirty="0"/>
              <a:t>cho</a:t>
            </a:r>
            <a:r>
              <a:rPr spc="-40" dirty="0"/>
              <a:t> </a:t>
            </a:r>
            <a:r>
              <a:rPr dirty="0"/>
              <a:t>các</a:t>
            </a:r>
            <a:r>
              <a:rPr spc="-30" dirty="0"/>
              <a:t> </a:t>
            </a:r>
            <a:r>
              <a:rPr dirty="0"/>
              <a:t>đồ</a:t>
            </a:r>
            <a:r>
              <a:rPr spc="-15" dirty="0"/>
              <a:t> </a:t>
            </a:r>
            <a:r>
              <a:rPr dirty="0"/>
              <a:t>thị</a:t>
            </a:r>
            <a:r>
              <a:rPr spc="-15" dirty="0"/>
              <a:t> </a:t>
            </a:r>
            <a:r>
              <a:rPr dirty="0"/>
              <a:t>có</a:t>
            </a:r>
            <a:r>
              <a:rPr spc="-10" dirty="0"/>
              <a:t> </a:t>
            </a:r>
            <a:r>
              <a:rPr dirty="0"/>
              <a:t>trọng</a:t>
            </a:r>
            <a:r>
              <a:rPr spc="-15" dirty="0"/>
              <a:t> </a:t>
            </a:r>
            <a:r>
              <a:rPr dirty="0"/>
              <a:t>số</a:t>
            </a:r>
            <a:r>
              <a:rPr spc="-35" dirty="0"/>
              <a:t> </a:t>
            </a:r>
            <a:r>
              <a:rPr spc="-20" dirty="0"/>
              <a:t>sau: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4043171" y="3240018"/>
            <a:ext cx="304800" cy="304800"/>
            <a:chOff x="4043171" y="3240018"/>
            <a:chExt cx="304800" cy="304800"/>
          </a:xfrm>
        </p:grpSpPr>
        <p:sp>
          <p:nvSpPr>
            <p:cNvPr id="14" name="object 14"/>
            <p:cNvSpPr/>
            <p:nvPr/>
          </p:nvSpPr>
          <p:spPr>
            <a:xfrm>
              <a:off x="4049267" y="3246114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5" h="292735">
                  <a:moveTo>
                    <a:pt x="146304" y="0"/>
                  </a:moveTo>
                  <a:lnTo>
                    <a:pt x="100071" y="7461"/>
                  </a:lnTo>
                  <a:lnTo>
                    <a:pt x="59911" y="28236"/>
                  </a:lnTo>
                  <a:lnTo>
                    <a:pt x="28236" y="59911"/>
                  </a:lnTo>
                  <a:lnTo>
                    <a:pt x="7461" y="100071"/>
                  </a:lnTo>
                  <a:lnTo>
                    <a:pt x="0" y="146303"/>
                  </a:lnTo>
                  <a:lnTo>
                    <a:pt x="7461" y="192536"/>
                  </a:lnTo>
                  <a:lnTo>
                    <a:pt x="28236" y="232696"/>
                  </a:lnTo>
                  <a:lnTo>
                    <a:pt x="59911" y="264371"/>
                  </a:lnTo>
                  <a:lnTo>
                    <a:pt x="100071" y="285146"/>
                  </a:lnTo>
                  <a:lnTo>
                    <a:pt x="146304" y="292607"/>
                  </a:lnTo>
                  <a:lnTo>
                    <a:pt x="192536" y="285146"/>
                  </a:lnTo>
                  <a:lnTo>
                    <a:pt x="232696" y="264371"/>
                  </a:lnTo>
                  <a:lnTo>
                    <a:pt x="264371" y="232696"/>
                  </a:lnTo>
                  <a:lnTo>
                    <a:pt x="285146" y="192536"/>
                  </a:lnTo>
                  <a:lnTo>
                    <a:pt x="292608" y="146303"/>
                  </a:lnTo>
                  <a:lnTo>
                    <a:pt x="285146" y="100071"/>
                  </a:lnTo>
                  <a:lnTo>
                    <a:pt x="264371" y="59911"/>
                  </a:lnTo>
                  <a:lnTo>
                    <a:pt x="232696" y="28236"/>
                  </a:lnTo>
                  <a:lnTo>
                    <a:pt x="192536" y="7461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043171" y="324001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6679" y="7620"/>
                  </a:lnTo>
                  <a:lnTo>
                    <a:pt x="67055" y="27432"/>
                  </a:lnTo>
                  <a:lnTo>
                    <a:pt x="56387" y="35051"/>
                  </a:lnTo>
                  <a:lnTo>
                    <a:pt x="25907" y="67056"/>
                  </a:lnTo>
                  <a:lnTo>
                    <a:pt x="3048" y="121920"/>
                  </a:lnTo>
                  <a:lnTo>
                    <a:pt x="0" y="152400"/>
                  </a:lnTo>
                  <a:lnTo>
                    <a:pt x="1524" y="169163"/>
                  </a:lnTo>
                  <a:lnTo>
                    <a:pt x="3048" y="184403"/>
                  </a:lnTo>
                  <a:lnTo>
                    <a:pt x="12191" y="211836"/>
                  </a:lnTo>
                  <a:lnTo>
                    <a:pt x="18287" y="225551"/>
                  </a:lnTo>
                  <a:lnTo>
                    <a:pt x="27431" y="237744"/>
                  </a:lnTo>
                  <a:lnTo>
                    <a:pt x="35051" y="249936"/>
                  </a:lnTo>
                  <a:lnTo>
                    <a:pt x="67055" y="278891"/>
                  </a:lnTo>
                  <a:lnTo>
                    <a:pt x="108203" y="298703"/>
                  </a:lnTo>
                  <a:lnTo>
                    <a:pt x="137160" y="304800"/>
                  </a:lnTo>
                  <a:lnTo>
                    <a:pt x="169163" y="304800"/>
                  </a:lnTo>
                  <a:lnTo>
                    <a:pt x="184403" y="301751"/>
                  </a:lnTo>
                  <a:lnTo>
                    <a:pt x="198119" y="298703"/>
                  </a:lnTo>
                  <a:lnTo>
                    <a:pt x="211835" y="292608"/>
                  </a:lnTo>
                  <a:lnTo>
                    <a:pt x="152400" y="292608"/>
                  </a:lnTo>
                  <a:lnTo>
                    <a:pt x="124967" y="289560"/>
                  </a:lnTo>
                  <a:lnTo>
                    <a:pt x="111251" y="286512"/>
                  </a:lnTo>
                  <a:lnTo>
                    <a:pt x="97536" y="280415"/>
                  </a:lnTo>
                  <a:lnTo>
                    <a:pt x="85343" y="275844"/>
                  </a:lnTo>
                  <a:lnTo>
                    <a:pt x="53339" y="251460"/>
                  </a:lnTo>
                  <a:lnTo>
                    <a:pt x="30479" y="219456"/>
                  </a:lnTo>
                  <a:lnTo>
                    <a:pt x="15239" y="179832"/>
                  </a:lnTo>
                  <a:lnTo>
                    <a:pt x="13715" y="166115"/>
                  </a:lnTo>
                  <a:lnTo>
                    <a:pt x="13715" y="138684"/>
                  </a:lnTo>
                  <a:lnTo>
                    <a:pt x="24383" y="97536"/>
                  </a:lnTo>
                  <a:lnTo>
                    <a:pt x="54863" y="53339"/>
                  </a:lnTo>
                  <a:lnTo>
                    <a:pt x="99060" y="24384"/>
                  </a:lnTo>
                  <a:lnTo>
                    <a:pt x="138683" y="13715"/>
                  </a:lnTo>
                  <a:lnTo>
                    <a:pt x="215264" y="13715"/>
                  </a:lnTo>
                  <a:lnTo>
                    <a:pt x="211836" y="12191"/>
                  </a:lnTo>
                  <a:lnTo>
                    <a:pt x="198119" y="7620"/>
                  </a:lnTo>
                  <a:lnTo>
                    <a:pt x="182879" y="3048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215264" y="13715"/>
                  </a:moveTo>
                  <a:lnTo>
                    <a:pt x="167639" y="13715"/>
                  </a:lnTo>
                  <a:lnTo>
                    <a:pt x="195072" y="19812"/>
                  </a:lnTo>
                  <a:lnTo>
                    <a:pt x="207263" y="24384"/>
                  </a:lnTo>
                  <a:lnTo>
                    <a:pt x="242315" y="45720"/>
                  </a:lnTo>
                  <a:lnTo>
                    <a:pt x="268224" y="74675"/>
                  </a:lnTo>
                  <a:lnTo>
                    <a:pt x="286512" y="111251"/>
                  </a:lnTo>
                  <a:lnTo>
                    <a:pt x="292607" y="152400"/>
                  </a:lnTo>
                  <a:lnTo>
                    <a:pt x="291083" y="167639"/>
                  </a:lnTo>
                  <a:lnTo>
                    <a:pt x="289560" y="181356"/>
                  </a:lnTo>
                  <a:lnTo>
                    <a:pt x="286512" y="195072"/>
                  </a:lnTo>
                  <a:lnTo>
                    <a:pt x="280415" y="207263"/>
                  </a:lnTo>
                  <a:lnTo>
                    <a:pt x="275843" y="219456"/>
                  </a:lnTo>
                  <a:lnTo>
                    <a:pt x="251460" y="251460"/>
                  </a:lnTo>
                  <a:lnTo>
                    <a:pt x="219455" y="275844"/>
                  </a:lnTo>
                  <a:lnTo>
                    <a:pt x="179831" y="289560"/>
                  </a:lnTo>
                  <a:lnTo>
                    <a:pt x="152400" y="292608"/>
                  </a:lnTo>
                  <a:lnTo>
                    <a:pt x="211835" y="292608"/>
                  </a:lnTo>
                  <a:lnTo>
                    <a:pt x="249936" y="269748"/>
                  </a:lnTo>
                  <a:lnTo>
                    <a:pt x="278891" y="237744"/>
                  </a:lnTo>
                  <a:lnTo>
                    <a:pt x="298703" y="198120"/>
                  </a:lnTo>
                  <a:lnTo>
                    <a:pt x="304800" y="167639"/>
                  </a:lnTo>
                  <a:lnTo>
                    <a:pt x="304800" y="137160"/>
                  </a:lnTo>
                  <a:lnTo>
                    <a:pt x="298703" y="106680"/>
                  </a:lnTo>
                  <a:lnTo>
                    <a:pt x="286512" y="79248"/>
                  </a:lnTo>
                  <a:lnTo>
                    <a:pt x="278891" y="67056"/>
                  </a:lnTo>
                  <a:lnTo>
                    <a:pt x="269748" y="56387"/>
                  </a:lnTo>
                  <a:lnTo>
                    <a:pt x="260603" y="44196"/>
                  </a:lnTo>
                  <a:lnTo>
                    <a:pt x="249936" y="35051"/>
                  </a:lnTo>
                  <a:lnTo>
                    <a:pt x="237743" y="25908"/>
                  </a:lnTo>
                  <a:lnTo>
                    <a:pt x="225551" y="18287"/>
                  </a:lnTo>
                  <a:lnTo>
                    <a:pt x="215264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126473" y="3251648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761744" y="3255258"/>
            <a:ext cx="304800" cy="304800"/>
            <a:chOff x="1761744" y="3255258"/>
            <a:chExt cx="304800" cy="304800"/>
          </a:xfrm>
        </p:grpSpPr>
        <p:sp>
          <p:nvSpPr>
            <p:cNvPr id="18" name="object 18"/>
            <p:cNvSpPr/>
            <p:nvPr/>
          </p:nvSpPr>
          <p:spPr>
            <a:xfrm>
              <a:off x="1769364" y="3261354"/>
              <a:ext cx="291465" cy="291465"/>
            </a:xfrm>
            <a:custGeom>
              <a:avLst/>
              <a:gdLst/>
              <a:ahLst/>
              <a:cxnLst/>
              <a:rect l="l" t="t" r="r" b="b"/>
              <a:pathLst>
                <a:path w="291464" h="291464">
                  <a:moveTo>
                    <a:pt x="144780" y="0"/>
                  </a:moveTo>
                  <a:lnTo>
                    <a:pt x="98706" y="7461"/>
                  </a:lnTo>
                  <a:lnTo>
                    <a:pt x="58923" y="28236"/>
                  </a:lnTo>
                  <a:lnTo>
                    <a:pt x="27700" y="59911"/>
                  </a:lnTo>
                  <a:lnTo>
                    <a:pt x="7303" y="100071"/>
                  </a:lnTo>
                  <a:lnTo>
                    <a:pt x="0" y="146303"/>
                  </a:lnTo>
                  <a:lnTo>
                    <a:pt x="7303" y="191792"/>
                  </a:lnTo>
                  <a:lnTo>
                    <a:pt x="27700" y="231501"/>
                  </a:lnTo>
                  <a:lnTo>
                    <a:pt x="58923" y="262944"/>
                  </a:lnTo>
                  <a:lnTo>
                    <a:pt x="98706" y="283634"/>
                  </a:lnTo>
                  <a:lnTo>
                    <a:pt x="144780" y="291084"/>
                  </a:lnTo>
                  <a:lnTo>
                    <a:pt x="191012" y="283634"/>
                  </a:lnTo>
                  <a:lnTo>
                    <a:pt x="231172" y="262944"/>
                  </a:lnTo>
                  <a:lnTo>
                    <a:pt x="262847" y="231501"/>
                  </a:lnTo>
                  <a:lnTo>
                    <a:pt x="283622" y="191792"/>
                  </a:lnTo>
                  <a:lnTo>
                    <a:pt x="291084" y="146303"/>
                  </a:lnTo>
                  <a:lnTo>
                    <a:pt x="283622" y="100071"/>
                  </a:lnTo>
                  <a:lnTo>
                    <a:pt x="262847" y="59911"/>
                  </a:lnTo>
                  <a:lnTo>
                    <a:pt x="231172" y="28236"/>
                  </a:lnTo>
                  <a:lnTo>
                    <a:pt x="191012" y="7461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61744" y="325525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67639" y="0"/>
                  </a:moveTo>
                  <a:lnTo>
                    <a:pt x="137160" y="0"/>
                  </a:lnTo>
                  <a:lnTo>
                    <a:pt x="106680" y="6096"/>
                  </a:lnTo>
                  <a:lnTo>
                    <a:pt x="67056" y="25908"/>
                  </a:lnTo>
                  <a:lnTo>
                    <a:pt x="35051" y="54863"/>
                  </a:lnTo>
                  <a:lnTo>
                    <a:pt x="12192" y="92963"/>
                  </a:lnTo>
                  <a:lnTo>
                    <a:pt x="0" y="152400"/>
                  </a:lnTo>
                  <a:lnTo>
                    <a:pt x="1524" y="167640"/>
                  </a:lnTo>
                  <a:lnTo>
                    <a:pt x="7619" y="198120"/>
                  </a:lnTo>
                  <a:lnTo>
                    <a:pt x="12192" y="211836"/>
                  </a:lnTo>
                  <a:lnTo>
                    <a:pt x="19812" y="224028"/>
                  </a:lnTo>
                  <a:lnTo>
                    <a:pt x="27431" y="237744"/>
                  </a:lnTo>
                  <a:lnTo>
                    <a:pt x="56387" y="269748"/>
                  </a:lnTo>
                  <a:lnTo>
                    <a:pt x="94487" y="292608"/>
                  </a:lnTo>
                  <a:lnTo>
                    <a:pt x="153924" y="304800"/>
                  </a:lnTo>
                  <a:lnTo>
                    <a:pt x="169163" y="303275"/>
                  </a:lnTo>
                  <a:lnTo>
                    <a:pt x="184404" y="300228"/>
                  </a:lnTo>
                  <a:lnTo>
                    <a:pt x="198119" y="297180"/>
                  </a:lnTo>
                  <a:lnTo>
                    <a:pt x="211836" y="292608"/>
                  </a:lnTo>
                  <a:lnTo>
                    <a:pt x="214579" y="291084"/>
                  </a:lnTo>
                  <a:lnTo>
                    <a:pt x="138683" y="291084"/>
                  </a:lnTo>
                  <a:lnTo>
                    <a:pt x="111251" y="284988"/>
                  </a:lnTo>
                  <a:lnTo>
                    <a:pt x="74675" y="266700"/>
                  </a:lnTo>
                  <a:lnTo>
                    <a:pt x="45719" y="240792"/>
                  </a:lnTo>
                  <a:lnTo>
                    <a:pt x="36575" y="230124"/>
                  </a:lnTo>
                  <a:lnTo>
                    <a:pt x="24383" y="205740"/>
                  </a:lnTo>
                  <a:lnTo>
                    <a:pt x="19812" y="193548"/>
                  </a:lnTo>
                  <a:lnTo>
                    <a:pt x="13716" y="166116"/>
                  </a:lnTo>
                  <a:lnTo>
                    <a:pt x="13716" y="137160"/>
                  </a:lnTo>
                  <a:lnTo>
                    <a:pt x="24383" y="97536"/>
                  </a:lnTo>
                  <a:lnTo>
                    <a:pt x="45719" y="62484"/>
                  </a:lnTo>
                  <a:lnTo>
                    <a:pt x="74675" y="36575"/>
                  </a:lnTo>
                  <a:lnTo>
                    <a:pt x="111251" y="18287"/>
                  </a:lnTo>
                  <a:lnTo>
                    <a:pt x="153924" y="12192"/>
                  </a:lnTo>
                  <a:lnTo>
                    <a:pt x="211836" y="12192"/>
                  </a:lnTo>
                  <a:lnTo>
                    <a:pt x="198119" y="6096"/>
                  </a:lnTo>
                  <a:lnTo>
                    <a:pt x="167639" y="0"/>
                  </a:lnTo>
                  <a:close/>
                </a:path>
                <a:path w="304800" h="304800">
                  <a:moveTo>
                    <a:pt x="211836" y="12192"/>
                  </a:moveTo>
                  <a:lnTo>
                    <a:pt x="153924" y="12192"/>
                  </a:lnTo>
                  <a:lnTo>
                    <a:pt x="181356" y="15240"/>
                  </a:lnTo>
                  <a:lnTo>
                    <a:pt x="195072" y="18287"/>
                  </a:lnTo>
                  <a:lnTo>
                    <a:pt x="231648" y="36575"/>
                  </a:lnTo>
                  <a:lnTo>
                    <a:pt x="260604" y="64008"/>
                  </a:lnTo>
                  <a:lnTo>
                    <a:pt x="281939" y="97536"/>
                  </a:lnTo>
                  <a:lnTo>
                    <a:pt x="291083" y="138684"/>
                  </a:lnTo>
                  <a:lnTo>
                    <a:pt x="292607" y="152400"/>
                  </a:lnTo>
                  <a:lnTo>
                    <a:pt x="286512" y="193548"/>
                  </a:lnTo>
                  <a:lnTo>
                    <a:pt x="260604" y="240792"/>
                  </a:lnTo>
                  <a:lnTo>
                    <a:pt x="240792" y="259080"/>
                  </a:lnTo>
                  <a:lnTo>
                    <a:pt x="230124" y="268224"/>
                  </a:lnTo>
                  <a:lnTo>
                    <a:pt x="193548" y="284988"/>
                  </a:lnTo>
                  <a:lnTo>
                    <a:pt x="167639" y="291084"/>
                  </a:lnTo>
                  <a:lnTo>
                    <a:pt x="214579" y="291084"/>
                  </a:lnTo>
                  <a:lnTo>
                    <a:pt x="249936" y="269748"/>
                  </a:lnTo>
                  <a:lnTo>
                    <a:pt x="286512" y="224028"/>
                  </a:lnTo>
                  <a:lnTo>
                    <a:pt x="301751" y="182880"/>
                  </a:lnTo>
                  <a:lnTo>
                    <a:pt x="304800" y="167640"/>
                  </a:lnTo>
                  <a:lnTo>
                    <a:pt x="304800" y="135636"/>
                  </a:lnTo>
                  <a:lnTo>
                    <a:pt x="286512" y="79248"/>
                  </a:lnTo>
                  <a:lnTo>
                    <a:pt x="260604" y="44196"/>
                  </a:lnTo>
                  <a:lnTo>
                    <a:pt x="225551" y="18287"/>
                  </a:lnTo>
                  <a:lnTo>
                    <a:pt x="211836" y="12192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851052" y="3265431"/>
            <a:ext cx="127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060448" y="3374130"/>
            <a:ext cx="2287905" cy="2380615"/>
            <a:chOff x="2060448" y="3374130"/>
            <a:chExt cx="2287905" cy="2380615"/>
          </a:xfrm>
        </p:grpSpPr>
        <p:sp>
          <p:nvSpPr>
            <p:cNvPr id="22" name="object 22"/>
            <p:cNvSpPr/>
            <p:nvPr/>
          </p:nvSpPr>
          <p:spPr>
            <a:xfrm>
              <a:off x="2060448" y="3374130"/>
              <a:ext cx="1990725" cy="52069"/>
            </a:xfrm>
            <a:custGeom>
              <a:avLst/>
              <a:gdLst/>
              <a:ahLst/>
              <a:cxnLst/>
              <a:rect l="l" t="t" r="r" b="b"/>
              <a:pathLst>
                <a:path w="1990725" h="52070">
                  <a:moveTo>
                    <a:pt x="1988819" y="0"/>
                  </a:moveTo>
                  <a:lnTo>
                    <a:pt x="0" y="13715"/>
                  </a:lnTo>
                  <a:lnTo>
                    <a:pt x="0" y="51815"/>
                  </a:lnTo>
                  <a:lnTo>
                    <a:pt x="1990343" y="38100"/>
                  </a:lnTo>
                  <a:lnTo>
                    <a:pt x="1988819" y="0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49268" y="5455914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5" h="292735">
                  <a:moveTo>
                    <a:pt x="146304" y="0"/>
                  </a:moveTo>
                  <a:lnTo>
                    <a:pt x="100071" y="7461"/>
                  </a:lnTo>
                  <a:lnTo>
                    <a:pt x="59911" y="28236"/>
                  </a:lnTo>
                  <a:lnTo>
                    <a:pt x="28236" y="59911"/>
                  </a:lnTo>
                  <a:lnTo>
                    <a:pt x="7461" y="100071"/>
                  </a:lnTo>
                  <a:lnTo>
                    <a:pt x="0" y="146303"/>
                  </a:lnTo>
                  <a:lnTo>
                    <a:pt x="7461" y="192536"/>
                  </a:lnTo>
                  <a:lnTo>
                    <a:pt x="28236" y="232696"/>
                  </a:lnTo>
                  <a:lnTo>
                    <a:pt x="59911" y="264371"/>
                  </a:lnTo>
                  <a:lnTo>
                    <a:pt x="100071" y="285146"/>
                  </a:lnTo>
                  <a:lnTo>
                    <a:pt x="146304" y="292607"/>
                  </a:lnTo>
                  <a:lnTo>
                    <a:pt x="192536" y="285146"/>
                  </a:lnTo>
                  <a:lnTo>
                    <a:pt x="232696" y="264371"/>
                  </a:lnTo>
                  <a:lnTo>
                    <a:pt x="264371" y="232696"/>
                  </a:lnTo>
                  <a:lnTo>
                    <a:pt x="285146" y="192536"/>
                  </a:lnTo>
                  <a:lnTo>
                    <a:pt x="292608" y="146303"/>
                  </a:lnTo>
                  <a:lnTo>
                    <a:pt x="285146" y="100071"/>
                  </a:lnTo>
                  <a:lnTo>
                    <a:pt x="264371" y="59911"/>
                  </a:lnTo>
                  <a:lnTo>
                    <a:pt x="232696" y="28236"/>
                  </a:lnTo>
                  <a:lnTo>
                    <a:pt x="192536" y="7461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043172" y="544981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6679" y="7619"/>
                  </a:lnTo>
                  <a:lnTo>
                    <a:pt x="67055" y="27431"/>
                  </a:lnTo>
                  <a:lnTo>
                    <a:pt x="56387" y="35052"/>
                  </a:lnTo>
                  <a:lnTo>
                    <a:pt x="25907" y="67056"/>
                  </a:lnTo>
                  <a:lnTo>
                    <a:pt x="3048" y="121919"/>
                  </a:lnTo>
                  <a:lnTo>
                    <a:pt x="0" y="152400"/>
                  </a:lnTo>
                  <a:lnTo>
                    <a:pt x="1524" y="169163"/>
                  </a:lnTo>
                  <a:lnTo>
                    <a:pt x="3048" y="184404"/>
                  </a:lnTo>
                  <a:lnTo>
                    <a:pt x="12191" y="211836"/>
                  </a:lnTo>
                  <a:lnTo>
                    <a:pt x="18287" y="225552"/>
                  </a:lnTo>
                  <a:lnTo>
                    <a:pt x="27431" y="237744"/>
                  </a:lnTo>
                  <a:lnTo>
                    <a:pt x="35051" y="249936"/>
                  </a:lnTo>
                  <a:lnTo>
                    <a:pt x="67055" y="278892"/>
                  </a:lnTo>
                  <a:lnTo>
                    <a:pt x="108203" y="298704"/>
                  </a:lnTo>
                  <a:lnTo>
                    <a:pt x="137160" y="304800"/>
                  </a:lnTo>
                  <a:lnTo>
                    <a:pt x="169163" y="304800"/>
                  </a:lnTo>
                  <a:lnTo>
                    <a:pt x="184403" y="301752"/>
                  </a:lnTo>
                  <a:lnTo>
                    <a:pt x="198119" y="298704"/>
                  </a:lnTo>
                  <a:lnTo>
                    <a:pt x="211836" y="292607"/>
                  </a:lnTo>
                  <a:lnTo>
                    <a:pt x="152400" y="292607"/>
                  </a:lnTo>
                  <a:lnTo>
                    <a:pt x="124967" y="289560"/>
                  </a:lnTo>
                  <a:lnTo>
                    <a:pt x="111251" y="286512"/>
                  </a:lnTo>
                  <a:lnTo>
                    <a:pt x="97536" y="280416"/>
                  </a:lnTo>
                  <a:lnTo>
                    <a:pt x="85343" y="275844"/>
                  </a:lnTo>
                  <a:lnTo>
                    <a:pt x="53339" y="251460"/>
                  </a:lnTo>
                  <a:lnTo>
                    <a:pt x="30479" y="219456"/>
                  </a:lnTo>
                  <a:lnTo>
                    <a:pt x="15239" y="179831"/>
                  </a:lnTo>
                  <a:lnTo>
                    <a:pt x="13715" y="166116"/>
                  </a:lnTo>
                  <a:lnTo>
                    <a:pt x="13715" y="138684"/>
                  </a:lnTo>
                  <a:lnTo>
                    <a:pt x="24383" y="97536"/>
                  </a:lnTo>
                  <a:lnTo>
                    <a:pt x="54863" y="53340"/>
                  </a:lnTo>
                  <a:lnTo>
                    <a:pt x="99060" y="24384"/>
                  </a:lnTo>
                  <a:lnTo>
                    <a:pt x="138683" y="13716"/>
                  </a:lnTo>
                  <a:lnTo>
                    <a:pt x="215265" y="13716"/>
                  </a:lnTo>
                  <a:lnTo>
                    <a:pt x="211836" y="12192"/>
                  </a:lnTo>
                  <a:lnTo>
                    <a:pt x="198119" y="7619"/>
                  </a:lnTo>
                  <a:lnTo>
                    <a:pt x="182879" y="3048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215265" y="13716"/>
                  </a:moveTo>
                  <a:lnTo>
                    <a:pt x="167639" y="13716"/>
                  </a:lnTo>
                  <a:lnTo>
                    <a:pt x="195072" y="19812"/>
                  </a:lnTo>
                  <a:lnTo>
                    <a:pt x="207263" y="24384"/>
                  </a:lnTo>
                  <a:lnTo>
                    <a:pt x="242315" y="45719"/>
                  </a:lnTo>
                  <a:lnTo>
                    <a:pt x="268224" y="74675"/>
                  </a:lnTo>
                  <a:lnTo>
                    <a:pt x="286512" y="111252"/>
                  </a:lnTo>
                  <a:lnTo>
                    <a:pt x="292607" y="152400"/>
                  </a:lnTo>
                  <a:lnTo>
                    <a:pt x="291083" y="167640"/>
                  </a:lnTo>
                  <a:lnTo>
                    <a:pt x="289560" y="181356"/>
                  </a:lnTo>
                  <a:lnTo>
                    <a:pt x="286512" y="195072"/>
                  </a:lnTo>
                  <a:lnTo>
                    <a:pt x="280415" y="207263"/>
                  </a:lnTo>
                  <a:lnTo>
                    <a:pt x="275843" y="219456"/>
                  </a:lnTo>
                  <a:lnTo>
                    <a:pt x="251460" y="251460"/>
                  </a:lnTo>
                  <a:lnTo>
                    <a:pt x="219455" y="275844"/>
                  </a:lnTo>
                  <a:lnTo>
                    <a:pt x="179831" y="289560"/>
                  </a:lnTo>
                  <a:lnTo>
                    <a:pt x="152400" y="292607"/>
                  </a:lnTo>
                  <a:lnTo>
                    <a:pt x="211836" y="292607"/>
                  </a:lnTo>
                  <a:lnTo>
                    <a:pt x="249936" y="269748"/>
                  </a:lnTo>
                  <a:lnTo>
                    <a:pt x="278891" y="237744"/>
                  </a:lnTo>
                  <a:lnTo>
                    <a:pt x="298703" y="198119"/>
                  </a:lnTo>
                  <a:lnTo>
                    <a:pt x="304800" y="167640"/>
                  </a:lnTo>
                  <a:lnTo>
                    <a:pt x="304800" y="137160"/>
                  </a:lnTo>
                  <a:lnTo>
                    <a:pt x="298703" y="106680"/>
                  </a:lnTo>
                  <a:lnTo>
                    <a:pt x="286512" y="79248"/>
                  </a:lnTo>
                  <a:lnTo>
                    <a:pt x="278891" y="67056"/>
                  </a:lnTo>
                  <a:lnTo>
                    <a:pt x="269748" y="56387"/>
                  </a:lnTo>
                  <a:lnTo>
                    <a:pt x="260603" y="44196"/>
                  </a:lnTo>
                  <a:lnTo>
                    <a:pt x="249936" y="35052"/>
                  </a:lnTo>
                  <a:lnTo>
                    <a:pt x="237743" y="25907"/>
                  </a:lnTo>
                  <a:lnTo>
                    <a:pt x="225551" y="18287"/>
                  </a:lnTo>
                  <a:lnTo>
                    <a:pt x="215265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125054" y="5461599"/>
            <a:ext cx="142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900172" y="4383018"/>
            <a:ext cx="304800" cy="304800"/>
            <a:chOff x="2900172" y="4383018"/>
            <a:chExt cx="304800" cy="304800"/>
          </a:xfrm>
        </p:grpSpPr>
        <p:sp>
          <p:nvSpPr>
            <p:cNvPr id="27" name="object 27"/>
            <p:cNvSpPr/>
            <p:nvPr/>
          </p:nvSpPr>
          <p:spPr>
            <a:xfrm>
              <a:off x="2906268" y="4389114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5" h="292735">
                  <a:moveTo>
                    <a:pt x="146304" y="0"/>
                  </a:moveTo>
                  <a:lnTo>
                    <a:pt x="100071" y="7461"/>
                  </a:lnTo>
                  <a:lnTo>
                    <a:pt x="59911" y="28236"/>
                  </a:lnTo>
                  <a:lnTo>
                    <a:pt x="28236" y="59911"/>
                  </a:lnTo>
                  <a:lnTo>
                    <a:pt x="7461" y="100071"/>
                  </a:lnTo>
                  <a:lnTo>
                    <a:pt x="0" y="146303"/>
                  </a:lnTo>
                  <a:lnTo>
                    <a:pt x="7461" y="192536"/>
                  </a:lnTo>
                  <a:lnTo>
                    <a:pt x="28236" y="232696"/>
                  </a:lnTo>
                  <a:lnTo>
                    <a:pt x="59911" y="264371"/>
                  </a:lnTo>
                  <a:lnTo>
                    <a:pt x="100071" y="285146"/>
                  </a:lnTo>
                  <a:lnTo>
                    <a:pt x="146304" y="292607"/>
                  </a:lnTo>
                  <a:lnTo>
                    <a:pt x="192536" y="285146"/>
                  </a:lnTo>
                  <a:lnTo>
                    <a:pt x="232696" y="264371"/>
                  </a:lnTo>
                  <a:lnTo>
                    <a:pt x="264371" y="232696"/>
                  </a:lnTo>
                  <a:lnTo>
                    <a:pt x="285146" y="192536"/>
                  </a:lnTo>
                  <a:lnTo>
                    <a:pt x="292607" y="146303"/>
                  </a:lnTo>
                  <a:lnTo>
                    <a:pt x="285146" y="100071"/>
                  </a:lnTo>
                  <a:lnTo>
                    <a:pt x="264371" y="59911"/>
                  </a:lnTo>
                  <a:lnTo>
                    <a:pt x="232696" y="28236"/>
                  </a:lnTo>
                  <a:lnTo>
                    <a:pt x="192536" y="7461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900172" y="438301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6679" y="7619"/>
                  </a:lnTo>
                  <a:lnTo>
                    <a:pt x="67055" y="27431"/>
                  </a:lnTo>
                  <a:lnTo>
                    <a:pt x="56387" y="35052"/>
                  </a:lnTo>
                  <a:lnTo>
                    <a:pt x="25907" y="67056"/>
                  </a:lnTo>
                  <a:lnTo>
                    <a:pt x="3047" y="121919"/>
                  </a:lnTo>
                  <a:lnTo>
                    <a:pt x="0" y="152400"/>
                  </a:lnTo>
                  <a:lnTo>
                    <a:pt x="1523" y="169163"/>
                  </a:lnTo>
                  <a:lnTo>
                    <a:pt x="3047" y="184404"/>
                  </a:lnTo>
                  <a:lnTo>
                    <a:pt x="12191" y="211836"/>
                  </a:lnTo>
                  <a:lnTo>
                    <a:pt x="18287" y="225552"/>
                  </a:lnTo>
                  <a:lnTo>
                    <a:pt x="27431" y="237744"/>
                  </a:lnTo>
                  <a:lnTo>
                    <a:pt x="35051" y="249936"/>
                  </a:lnTo>
                  <a:lnTo>
                    <a:pt x="67055" y="278892"/>
                  </a:lnTo>
                  <a:lnTo>
                    <a:pt x="108203" y="298704"/>
                  </a:lnTo>
                  <a:lnTo>
                    <a:pt x="137159" y="304800"/>
                  </a:lnTo>
                  <a:lnTo>
                    <a:pt x="169163" y="304800"/>
                  </a:lnTo>
                  <a:lnTo>
                    <a:pt x="184403" y="301752"/>
                  </a:lnTo>
                  <a:lnTo>
                    <a:pt x="198119" y="298704"/>
                  </a:lnTo>
                  <a:lnTo>
                    <a:pt x="211836" y="292607"/>
                  </a:lnTo>
                  <a:lnTo>
                    <a:pt x="152400" y="292607"/>
                  </a:lnTo>
                  <a:lnTo>
                    <a:pt x="124967" y="289560"/>
                  </a:lnTo>
                  <a:lnTo>
                    <a:pt x="111251" y="286512"/>
                  </a:lnTo>
                  <a:lnTo>
                    <a:pt x="97535" y="280416"/>
                  </a:lnTo>
                  <a:lnTo>
                    <a:pt x="85343" y="275844"/>
                  </a:lnTo>
                  <a:lnTo>
                    <a:pt x="53339" y="251460"/>
                  </a:lnTo>
                  <a:lnTo>
                    <a:pt x="30479" y="219456"/>
                  </a:lnTo>
                  <a:lnTo>
                    <a:pt x="15239" y="179831"/>
                  </a:lnTo>
                  <a:lnTo>
                    <a:pt x="13715" y="166116"/>
                  </a:lnTo>
                  <a:lnTo>
                    <a:pt x="13715" y="138684"/>
                  </a:lnTo>
                  <a:lnTo>
                    <a:pt x="24383" y="97536"/>
                  </a:lnTo>
                  <a:lnTo>
                    <a:pt x="54863" y="53340"/>
                  </a:lnTo>
                  <a:lnTo>
                    <a:pt x="99059" y="24384"/>
                  </a:lnTo>
                  <a:lnTo>
                    <a:pt x="138683" y="13716"/>
                  </a:lnTo>
                  <a:lnTo>
                    <a:pt x="215264" y="13716"/>
                  </a:lnTo>
                  <a:lnTo>
                    <a:pt x="211835" y="12192"/>
                  </a:lnTo>
                  <a:lnTo>
                    <a:pt x="198119" y="7619"/>
                  </a:lnTo>
                  <a:lnTo>
                    <a:pt x="182879" y="3048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215264" y="13716"/>
                  </a:moveTo>
                  <a:lnTo>
                    <a:pt x="167639" y="13716"/>
                  </a:lnTo>
                  <a:lnTo>
                    <a:pt x="195071" y="19812"/>
                  </a:lnTo>
                  <a:lnTo>
                    <a:pt x="207263" y="24384"/>
                  </a:lnTo>
                  <a:lnTo>
                    <a:pt x="242315" y="45719"/>
                  </a:lnTo>
                  <a:lnTo>
                    <a:pt x="268223" y="74675"/>
                  </a:lnTo>
                  <a:lnTo>
                    <a:pt x="286511" y="111252"/>
                  </a:lnTo>
                  <a:lnTo>
                    <a:pt x="292607" y="152400"/>
                  </a:lnTo>
                  <a:lnTo>
                    <a:pt x="291083" y="167640"/>
                  </a:lnTo>
                  <a:lnTo>
                    <a:pt x="289559" y="181356"/>
                  </a:lnTo>
                  <a:lnTo>
                    <a:pt x="286511" y="195072"/>
                  </a:lnTo>
                  <a:lnTo>
                    <a:pt x="280415" y="207263"/>
                  </a:lnTo>
                  <a:lnTo>
                    <a:pt x="275844" y="219456"/>
                  </a:lnTo>
                  <a:lnTo>
                    <a:pt x="251459" y="251460"/>
                  </a:lnTo>
                  <a:lnTo>
                    <a:pt x="219455" y="275844"/>
                  </a:lnTo>
                  <a:lnTo>
                    <a:pt x="179831" y="289560"/>
                  </a:lnTo>
                  <a:lnTo>
                    <a:pt x="152400" y="292607"/>
                  </a:lnTo>
                  <a:lnTo>
                    <a:pt x="211836" y="292607"/>
                  </a:lnTo>
                  <a:lnTo>
                    <a:pt x="249935" y="269748"/>
                  </a:lnTo>
                  <a:lnTo>
                    <a:pt x="278891" y="237744"/>
                  </a:lnTo>
                  <a:lnTo>
                    <a:pt x="298703" y="198119"/>
                  </a:lnTo>
                  <a:lnTo>
                    <a:pt x="304800" y="167640"/>
                  </a:lnTo>
                  <a:lnTo>
                    <a:pt x="304800" y="137160"/>
                  </a:lnTo>
                  <a:lnTo>
                    <a:pt x="298703" y="106680"/>
                  </a:lnTo>
                  <a:lnTo>
                    <a:pt x="286511" y="79248"/>
                  </a:lnTo>
                  <a:lnTo>
                    <a:pt x="278891" y="67056"/>
                  </a:lnTo>
                  <a:lnTo>
                    <a:pt x="269747" y="56387"/>
                  </a:lnTo>
                  <a:lnTo>
                    <a:pt x="260603" y="44196"/>
                  </a:lnTo>
                  <a:lnTo>
                    <a:pt x="249935" y="35052"/>
                  </a:lnTo>
                  <a:lnTo>
                    <a:pt x="237744" y="25907"/>
                  </a:lnTo>
                  <a:lnTo>
                    <a:pt x="225551" y="18287"/>
                  </a:lnTo>
                  <a:lnTo>
                    <a:pt x="21526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991195" y="4394628"/>
            <a:ext cx="1238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757172" y="5449818"/>
            <a:ext cx="304800" cy="304800"/>
            <a:chOff x="1757172" y="5449818"/>
            <a:chExt cx="304800" cy="304800"/>
          </a:xfrm>
        </p:grpSpPr>
        <p:sp>
          <p:nvSpPr>
            <p:cNvPr id="31" name="object 31"/>
            <p:cNvSpPr/>
            <p:nvPr/>
          </p:nvSpPr>
          <p:spPr>
            <a:xfrm>
              <a:off x="1763268" y="5455914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5" h="292735">
                  <a:moveTo>
                    <a:pt x="146304" y="0"/>
                  </a:moveTo>
                  <a:lnTo>
                    <a:pt x="100071" y="7461"/>
                  </a:lnTo>
                  <a:lnTo>
                    <a:pt x="59911" y="28236"/>
                  </a:lnTo>
                  <a:lnTo>
                    <a:pt x="28236" y="59911"/>
                  </a:lnTo>
                  <a:lnTo>
                    <a:pt x="7461" y="100071"/>
                  </a:lnTo>
                  <a:lnTo>
                    <a:pt x="0" y="146303"/>
                  </a:lnTo>
                  <a:lnTo>
                    <a:pt x="7461" y="192536"/>
                  </a:lnTo>
                  <a:lnTo>
                    <a:pt x="28236" y="232696"/>
                  </a:lnTo>
                  <a:lnTo>
                    <a:pt x="59911" y="264371"/>
                  </a:lnTo>
                  <a:lnTo>
                    <a:pt x="100071" y="285146"/>
                  </a:lnTo>
                  <a:lnTo>
                    <a:pt x="146304" y="292607"/>
                  </a:lnTo>
                  <a:lnTo>
                    <a:pt x="192536" y="285146"/>
                  </a:lnTo>
                  <a:lnTo>
                    <a:pt x="232696" y="264371"/>
                  </a:lnTo>
                  <a:lnTo>
                    <a:pt x="264371" y="232696"/>
                  </a:lnTo>
                  <a:lnTo>
                    <a:pt x="285146" y="192536"/>
                  </a:lnTo>
                  <a:lnTo>
                    <a:pt x="292607" y="146303"/>
                  </a:lnTo>
                  <a:lnTo>
                    <a:pt x="285146" y="100071"/>
                  </a:lnTo>
                  <a:lnTo>
                    <a:pt x="264371" y="59911"/>
                  </a:lnTo>
                  <a:lnTo>
                    <a:pt x="232696" y="28236"/>
                  </a:lnTo>
                  <a:lnTo>
                    <a:pt x="192536" y="7461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757172" y="5449818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06679" y="7619"/>
                  </a:lnTo>
                  <a:lnTo>
                    <a:pt x="67055" y="27431"/>
                  </a:lnTo>
                  <a:lnTo>
                    <a:pt x="56387" y="35052"/>
                  </a:lnTo>
                  <a:lnTo>
                    <a:pt x="25907" y="67056"/>
                  </a:lnTo>
                  <a:lnTo>
                    <a:pt x="3047" y="121919"/>
                  </a:lnTo>
                  <a:lnTo>
                    <a:pt x="0" y="152400"/>
                  </a:lnTo>
                  <a:lnTo>
                    <a:pt x="1523" y="169163"/>
                  </a:lnTo>
                  <a:lnTo>
                    <a:pt x="3047" y="184404"/>
                  </a:lnTo>
                  <a:lnTo>
                    <a:pt x="12191" y="211836"/>
                  </a:lnTo>
                  <a:lnTo>
                    <a:pt x="18287" y="225552"/>
                  </a:lnTo>
                  <a:lnTo>
                    <a:pt x="27431" y="237744"/>
                  </a:lnTo>
                  <a:lnTo>
                    <a:pt x="35051" y="249936"/>
                  </a:lnTo>
                  <a:lnTo>
                    <a:pt x="67055" y="278892"/>
                  </a:lnTo>
                  <a:lnTo>
                    <a:pt x="108203" y="298704"/>
                  </a:lnTo>
                  <a:lnTo>
                    <a:pt x="137159" y="304800"/>
                  </a:lnTo>
                  <a:lnTo>
                    <a:pt x="169163" y="304800"/>
                  </a:lnTo>
                  <a:lnTo>
                    <a:pt x="184403" y="301752"/>
                  </a:lnTo>
                  <a:lnTo>
                    <a:pt x="198119" y="298704"/>
                  </a:lnTo>
                  <a:lnTo>
                    <a:pt x="211836" y="292607"/>
                  </a:lnTo>
                  <a:lnTo>
                    <a:pt x="152400" y="292607"/>
                  </a:lnTo>
                  <a:lnTo>
                    <a:pt x="124967" y="289560"/>
                  </a:lnTo>
                  <a:lnTo>
                    <a:pt x="111251" y="286512"/>
                  </a:lnTo>
                  <a:lnTo>
                    <a:pt x="97535" y="280416"/>
                  </a:lnTo>
                  <a:lnTo>
                    <a:pt x="85343" y="275844"/>
                  </a:lnTo>
                  <a:lnTo>
                    <a:pt x="53339" y="251460"/>
                  </a:lnTo>
                  <a:lnTo>
                    <a:pt x="30479" y="219456"/>
                  </a:lnTo>
                  <a:lnTo>
                    <a:pt x="15239" y="179831"/>
                  </a:lnTo>
                  <a:lnTo>
                    <a:pt x="13715" y="166116"/>
                  </a:lnTo>
                  <a:lnTo>
                    <a:pt x="13715" y="138684"/>
                  </a:lnTo>
                  <a:lnTo>
                    <a:pt x="24383" y="97536"/>
                  </a:lnTo>
                  <a:lnTo>
                    <a:pt x="54863" y="53340"/>
                  </a:lnTo>
                  <a:lnTo>
                    <a:pt x="99059" y="24384"/>
                  </a:lnTo>
                  <a:lnTo>
                    <a:pt x="138683" y="13716"/>
                  </a:lnTo>
                  <a:lnTo>
                    <a:pt x="215264" y="13716"/>
                  </a:lnTo>
                  <a:lnTo>
                    <a:pt x="211835" y="12192"/>
                  </a:lnTo>
                  <a:lnTo>
                    <a:pt x="198119" y="7619"/>
                  </a:lnTo>
                  <a:lnTo>
                    <a:pt x="182879" y="3048"/>
                  </a:lnTo>
                  <a:lnTo>
                    <a:pt x="152400" y="0"/>
                  </a:lnTo>
                  <a:close/>
                </a:path>
                <a:path w="304800" h="304800">
                  <a:moveTo>
                    <a:pt x="215264" y="13716"/>
                  </a:moveTo>
                  <a:lnTo>
                    <a:pt x="167639" y="13716"/>
                  </a:lnTo>
                  <a:lnTo>
                    <a:pt x="195071" y="19812"/>
                  </a:lnTo>
                  <a:lnTo>
                    <a:pt x="207263" y="24384"/>
                  </a:lnTo>
                  <a:lnTo>
                    <a:pt x="242315" y="45719"/>
                  </a:lnTo>
                  <a:lnTo>
                    <a:pt x="268223" y="74675"/>
                  </a:lnTo>
                  <a:lnTo>
                    <a:pt x="286511" y="111252"/>
                  </a:lnTo>
                  <a:lnTo>
                    <a:pt x="292607" y="152400"/>
                  </a:lnTo>
                  <a:lnTo>
                    <a:pt x="291083" y="167640"/>
                  </a:lnTo>
                  <a:lnTo>
                    <a:pt x="289559" y="181356"/>
                  </a:lnTo>
                  <a:lnTo>
                    <a:pt x="286511" y="195072"/>
                  </a:lnTo>
                  <a:lnTo>
                    <a:pt x="280415" y="207263"/>
                  </a:lnTo>
                  <a:lnTo>
                    <a:pt x="275844" y="219456"/>
                  </a:lnTo>
                  <a:lnTo>
                    <a:pt x="251459" y="251460"/>
                  </a:lnTo>
                  <a:lnTo>
                    <a:pt x="219455" y="275844"/>
                  </a:lnTo>
                  <a:lnTo>
                    <a:pt x="179831" y="289560"/>
                  </a:lnTo>
                  <a:lnTo>
                    <a:pt x="152400" y="292607"/>
                  </a:lnTo>
                  <a:lnTo>
                    <a:pt x="211836" y="292607"/>
                  </a:lnTo>
                  <a:lnTo>
                    <a:pt x="249935" y="269748"/>
                  </a:lnTo>
                  <a:lnTo>
                    <a:pt x="278891" y="237744"/>
                  </a:lnTo>
                  <a:lnTo>
                    <a:pt x="298703" y="198119"/>
                  </a:lnTo>
                  <a:lnTo>
                    <a:pt x="304800" y="167640"/>
                  </a:lnTo>
                  <a:lnTo>
                    <a:pt x="304800" y="137160"/>
                  </a:lnTo>
                  <a:lnTo>
                    <a:pt x="298703" y="106680"/>
                  </a:lnTo>
                  <a:lnTo>
                    <a:pt x="286511" y="79248"/>
                  </a:lnTo>
                  <a:lnTo>
                    <a:pt x="278891" y="67056"/>
                  </a:lnTo>
                  <a:lnTo>
                    <a:pt x="269747" y="56387"/>
                  </a:lnTo>
                  <a:lnTo>
                    <a:pt x="260603" y="44196"/>
                  </a:lnTo>
                  <a:lnTo>
                    <a:pt x="249935" y="35052"/>
                  </a:lnTo>
                  <a:lnTo>
                    <a:pt x="237744" y="25907"/>
                  </a:lnTo>
                  <a:lnTo>
                    <a:pt x="225551" y="18287"/>
                  </a:lnTo>
                  <a:lnTo>
                    <a:pt x="215264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851052" y="5461599"/>
            <a:ext cx="1174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891284" y="3482334"/>
            <a:ext cx="2324100" cy="2139950"/>
          </a:xfrm>
          <a:custGeom>
            <a:avLst/>
            <a:gdLst/>
            <a:ahLst/>
            <a:cxnLst/>
            <a:rect l="l" t="t" r="r" b="b"/>
            <a:pathLst>
              <a:path w="2324100" h="2139950">
                <a:moveTo>
                  <a:pt x="42672" y="70104"/>
                </a:moveTo>
                <a:lnTo>
                  <a:pt x="4572" y="70104"/>
                </a:lnTo>
                <a:lnTo>
                  <a:pt x="0" y="1973580"/>
                </a:lnTo>
                <a:lnTo>
                  <a:pt x="38100" y="1975104"/>
                </a:lnTo>
                <a:lnTo>
                  <a:pt x="42672" y="70104"/>
                </a:lnTo>
                <a:close/>
              </a:path>
              <a:path w="2324100" h="2139950">
                <a:moveTo>
                  <a:pt x="1071372" y="1170432"/>
                </a:moveTo>
                <a:lnTo>
                  <a:pt x="1045464" y="1143000"/>
                </a:lnTo>
                <a:lnTo>
                  <a:pt x="108204" y="2002536"/>
                </a:lnTo>
                <a:lnTo>
                  <a:pt x="134112" y="2031492"/>
                </a:lnTo>
                <a:lnTo>
                  <a:pt x="1071372" y="1170432"/>
                </a:lnTo>
                <a:close/>
              </a:path>
              <a:path w="2324100" h="2139950">
                <a:moveTo>
                  <a:pt x="1071372" y="937260"/>
                </a:moveTo>
                <a:lnTo>
                  <a:pt x="140208" y="13716"/>
                </a:lnTo>
                <a:lnTo>
                  <a:pt x="112776" y="41148"/>
                </a:lnTo>
                <a:lnTo>
                  <a:pt x="1045464" y="963168"/>
                </a:lnTo>
                <a:lnTo>
                  <a:pt x="1071372" y="937260"/>
                </a:lnTo>
                <a:close/>
              </a:path>
              <a:path w="2324100" h="2139950">
                <a:moveTo>
                  <a:pt x="2157984" y="2101596"/>
                </a:moveTo>
                <a:lnTo>
                  <a:pt x="164592" y="2101596"/>
                </a:lnTo>
                <a:lnTo>
                  <a:pt x="164592" y="2139696"/>
                </a:lnTo>
                <a:lnTo>
                  <a:pt x="2157984" y="2139696"/>
                </a:lnTo>
                <a:lnTo>
                  <a:pt x="2157984" y="2101596"/>
                </a:lnTo>
                <a:close/>
              </a:path>
              <a:path w="2324100" h="2139950">
                <a:moveTo>
                  <a:pt x="2214372" y="2002536"/>
                </a:moveTo>
                <a:lnTo>
                  <a:pt x="1277112" y="1143000"/>
                </a:lnTo>
                <a:lnTo>
                  <a:pt x="1251204" y="1170432"/>
                </a:lnTo>
                <a:lnTo>
                  <a:pt x="2188464" y="2031492"/>
                </a:lnTo>
                <a:lnTo>
                  <a:pt x="2214372" y="2002536"/>
                </a:lnTo>
                <a:close/>
              </a:path>
              <a:path w="2324100" h="2139950">
                <a:moveTo>
                  <a:pt x="2214372" y="27432"/>
                </a:moveTo>
                <a:lnTo>
                  <a:pt x="2188464" y="0"/>
                </a:lnTo>
                <a:lnTo>
                  <a:pt x="1251204" y="937260"/>
                </a:lnTo>
                <a:lnTo>
                  <a:pt x="1278636" y="963168"/>
                </a:lnTo>
                <a:lnTo>
                  <a:pt x="2214372" y="27432"/>
                </a:lnTo>
                <a:close/>
              </a:path>
              <a:path w="2324100" h="2139950">
                <a:moveTo>
                  <a:pt x="2324100" y="56388"/>
                </a:moveTo>
                <a:lnTo>
                  <a:pt x="2286000" y="56388"/>
                </a:lnTo>
                <a:lnTo>
                  <a:pt x="2284476" y="1975104"/>
                </a:lnTo>
                <a:lnTo>
                  <a:pt x="2322576" y="1975104"/>
                </a:lnTo>
                <a:lnTo>
                  <a:pt x="2324100" y="56388"/>
                </a:lnTo>
                <a:close/>
              </a:path>
            </a:pathLst>
          </a:custGeom>
          <a:solidFill>
            <a:srgbClr val="78AC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977412" y="3044496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2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750397" y="3806416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978831" y="5711518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964927" y="4416113"/>
            <a:ext cx="1466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8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361513" y="4873184"/>
            <a:ext cx="1327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5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056988" y="4416113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361513" y="3806416"/>
            <a:ext cx="127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7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748775" y="4873184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4</a:t>
            </a:r>
            <a:endParaRPr sz="1600">
              <a:latin typeface="Georgia"/>
              <a:cs typeface="Georgia"/>
            </a:endParaRPr>
          </a:p>
        </p:txBody>
      </p:sp>
      <p:pic>
        <p:nvPicPr>
          <p:cNvPr id="43" name="object 4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09971" y="3240018"/>
            <a:ext cx="3886200" cy="2438400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7860262" y="3251648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64" name="object 6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80</a:t>
            </a:fld>
            <a:endParaRPr spc="-25" dirty="0"/>
          </a:p>
        </p:txBody>
      </p:sp>
      <p:sp>
        <p:nvSpPr>
          <p:cNvPr id="45" name="object 45"/>
          <p:cNvSpPr txBox="1"/>
          <p:nvPr/>
        </p:nvSpPr>
        <p:spPr>
          <a:xfrm>
            <a:off x="6037656" y="3251648"/>
            <a:ext cx="127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866343" y="5385386"/>
            <a:ext cx="128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217767" y="4318416"/>
            <a:ext cx="914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f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039075" y="5385386"/>
            <a:ext cx="1238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939838" y="3044496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2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712620" y="3730204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941256" y="5559094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851141" y="4111264"/>
            <a:ext cx="1466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8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247727" y="4873184"/>
            <a:ext cx="1327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5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026913" y="4111264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323736" y="3730204"/>
            <a:ext cx="127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7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711201" y="4873184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4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785349" y="4318416"/>
            <a:ext cx="1174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944297" y="4318416"/>
            <a:ext cx="142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492009" y="4873184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6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505792" y="3730204"/>
            <a:ext cx="113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1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536848" y="3730204"/>
            <a:ext cx="1466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8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539888" y="4873184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4</a:t>
            </a:r>
            <a:endParaRPr sz="1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0132" y="1517500"/>
            <a:ext cx="7366000" cy="818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 marR="5080" indent="-51562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pc="-25" dirty="0"/>
              <a:t>3.</a:t>
            </a:r>
            <a:r>
              <a:rPr dirty="0"/>
              <a:t>	Sử</a:t>
            </a:r>
            <a:r>
              <a:rPr spc="-35" dirty="0"/>
              <a:t> </a:t>
            </a:r>
            <a:r>
              <a:rPr dirty="0"/>
              <a:t>dụng</a:t>
            </a:r>
            <a:r>
              <a:rPr spc="-30" dirty="0"/>
              <a:t> </a:t>
            </a:r>
            <a:r>
              <a:rPr dirty="0"/>
              <a:t>thuật</a:t>
            </a:r>
            <a:r>
              <a:rPr spc="-30" dirty="0"/>
              <a:t> </a:t>
            </a:r>
            <a:r>
              <a:rPr dirty="0"/>
              <a:t>toán</a:t>
            </a:r>
            <a:r>
              <a:rPr spc="-35" dirty="0"/>
              <a:t> </a:t>
            </a:r>
            <a:r>
              <a:rPr dirty="0"/>
              <a:t>Kruskal</a:t>
            </a:r>
            <a:r>
              <a:rPr spc="-60" dirty="0"/>
              <a:t> </a:t>
            </a:r>
            <a:r>
              <a:rPr dirty="0"/>
              <a:t>tìm</a:t>
            </a:r>
            <a:r>
              <a:rPr spc="-20" dirty="0"/>
              <a:t> </a:t>
            </a:r>
            <a:r>
              <a:rPr dirty="0"/>
              <a:t>cây</a:t>
            </a:r>
            <a:r>
              <a:rPr spc="-40" dirty="0"/>
              <a:t> </a:t>
            </a:r>
            <a:r>
              <a:rPr dirty="0"/>
              <a:t>khung</a:t>
            </a:r>
            <a:r>
              <a:rPr spc="-45" dirty="0"/>
              <a:t> </a:t>
            </a:r>
            <a:r>
              <a:rPr spc="-25" dirty="0"/>
              <a:t>nhỏ </a:t>
            </a:r>
            <a:r>
              <a:rPr dirty="0"/>
              <a:t>nhất</a:t>
            </a:r>
            <a:r>
              <a:rPr spc="-25" dirty="0"/>
              <a:t> </a:t>
            </a:r>
            <a:r>
              <a:rPr dirty="0"/>
              <a:t>cho</a:t>
            </a:r>
            <a:r>
              <a:rPr spc="-25" dirty="0"/>
              <a:t> </a:t>
            </a:r>
            <a:r>
              <a:rPr dirty="0"/>
              <a:t>các</a:t>
            </a:r>
            <a:r>
              <a:rPr spc="-25" dirty="0"/>
              <a:t> </a:t>
            </a:r>
            <a:r>
              <a:rPr dirty="0"/>
              <a:t>đồ</a:t>
            </a:r>
            <a:r>
              <a:rPr spc="-20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spc="-20" dirty="0"/>
              <a:t>sau: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04544" y="3026658"/>
            <a:ext cx="2962656" cy="2589276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056341" y="3036794"/>
            <a:ext cx="1174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16750" y="3036794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93982" y="3036794"/>
            <a:ext cx="127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70124" y="4155451"/>
            <a:ext cx="914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f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24452" y="4155451"/>
            <a:ext cx="1238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86280" y="4155451"/>
            <a:ext cx="142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73165" y="5321336"/>
            <a:ext cx="850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15331" y="5321336"/>
            <a:ext cx="1435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h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93982" y="5321336"/>
            <a:ext cx="128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63068" y="2815860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2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36104" y="2815860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00690" y="3501567"/>
            <a:ext cx="113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1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64487" y="3934517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431442" y="3934517"/>
            <a:ext cx="1466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8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589947" y="4873184"/>
            <a:ext cx="1327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5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63068" y="5482881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2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437725" y="5482881"/>
            <a:ext cx="1327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5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26356" y="3577779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38517" y="4720759"/>
            <a:ext cx="113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1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907280" y="3577779"/>
            <a:ext cx="127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7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196604" y="3577779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4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910644" y="3501567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6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902618" y="4644547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210387" y="4720759"/>
            <a:ext cx="113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1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910644" y="4894669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4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725156" y="3011418"/>
            <a:ext cx="300355" cy="300355"/>
            <a:chOff x="7725156" y="3011418"/>
            <a:chExt cx="300355" cy="300355"/>
          </a:xfrm>
        </p:grpSpPr>
        <p:sp>
          <p:nvSpPr>
            <p:cNvPr id="40" name="object 40"/>
            <p:cNvSpPr/>
            <p:nvPr/>
          </p:nvSpPr>
          <p:spPr>
            <a:xfrm>
              <a:off x="7731252" y="3017514"/>
              <a:ext cx="287020" cy="288290"/>
            </a:xfrm>
            <a:custGeom>
              <a:avLst/>
              <a:gdLst/>
              <a:ahLst/>
              <a:cxnLst/>
              <a:rect l="l" t="t" r="r" b="b"/>
              <a:pathLst>
                <a:path w="287020" h="288289">
                  <a:moveTo>
                    <a:pt x="143255" y="0"/>
                  </a:moveTo>
                  <a:lnTo>
                    <a:pt x="97926" y="7449"/>
                  </a:lnTo>
                  <a:lnTo>
                    <a:pt x="58594" y="28139"/>
                  </a:lnTo>
                  <a:lnTo>
                    <a:pt x="27602" y="59582"/>
                  </a:lnTo>
                  <a:lnTo>
                    <a:pt x="7290" y="99291"/>
                  </a:lnTo>
                  <a:lnTo>
                    <a:pt x="0" y="144779"/>
                  </a:lnTo>
                  <a:lnTo>
                    <a:pt x="7290" y="190109"/>
                  </a:lnTo>
                  <a:lnTo>
                    <a:pt x="27602" y="229441"/>
                  </a:lnTo>
                  <a:lnTo>
                    <a:pt x="58594" y="260433"/>
                  </a:lnTo>
                  <a:lnTo>
                    <a:pt x="97926" y="280745"/>
                  </a:lnTo>
                  <a:lnTo>
                    <a:pt x="143255" y="288036"/>
                  </a:lnTo>
                  <a:lnTo>
                    <a:pt x="188585" y="280745"/>
                  </a:lnTo>
                  <a:lnTo>
                    <a:pt x="227917" y="260433"/>
                  </a:lnTo>
                  <a:lnTo>
                    <a:pt x="258909" y="229441"/>
                  </a:lnTo>
                  <a:lnTo>
                    <a:pt x="279221" y="190109"/>
                  </a:lnTo>
                  <a:lnTo>
                    <a:pt x="286512" y="144779"/>
                  </a:lnTo>
                  <a:lnTo>
                    <a:pt x="279221" y="99291"/>
                  </a:lnTo>
                  <a:lnTo>
                    <a:pt x="258909" y="59582"/>
                  </a:lnTo>
                  <a:lnTo>
                    <a:pt x="227917" y="28139"/>
                  </a:lnTo>
                  <a:lnTo>
                    <a:pt x="188585" y="7449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725156" y="3011418"/>
              <a:ext cx="300355" cy="300355"/>
            </a:xfrm>
            <a:custGeom>
              <a:avLst/>
              <a:gdLst/>
              <a:ahLst/>
              <a:cxnLst/>
              <a:rect l="l" t="t" r="r" b="b"/>
              <a:pathLst>
                <a:path w="300354" h="300354">
                  <a:moveTo>
                    <a:pt x="149351" y="0"/>
                  </a:moveTo>
                  <a:lnTo>
                    <a:pt x="91440" y="12191"/>
                  </a:lnTo>
                  <a:lnTo>
                    <a:pt x="44196" y="44196"/>
                  </a:lnTo>
                  <a:lnTo>
                    <a:pt x="18288" y="79248"/>
                  </a:lnTo>
                  <a:lnTo>
                    <a:pt x="3048" y="120396"/>
                  </a:lnTo>
                  <a:lnTo>
                    <a:pt x="0" y="135636"/>
                  </a:lnTo>
                  <a:lnTo>
                    <a:pt x="0" y="166115"/>
                  </a:lnTo>
                  <a:lnTo>
                    <a:pt x="18288" y="222503"/>
                  </a:lnTo>
                  <a:lnTo>
                    <a:pt x="54864" y="266700"/>
                  </a:lnTo>
                  <a:lnTo>
                    <a:pt x="91440" y="288036"/>
                  </a:lnTo>
                  <a:lnTo>
                    <a:pt x="134112" y="298703"/>
                  </a:lnTo>
                  <a:lnTo>
                    <a:pt x="149351" y="300227"/>
                  </a:lnTo>
                  <a:lnTo>
                    <a:pt x="166116" y="298703"/>
                  </a:lnTo>
                  <a:lnTo>
                    <a:pt x="179832" y="297180"/>
                  </a:lnTo>
                  <a:lnTo>
                    <a:pt x="195072" y="292608"/>
                  </a:lnTo>
                  <a:lnTo>
                    <a:pt x="208788" y="288036"/>
                  </a:lnTo>
                  <a:lnTo>
                    <a:pt x="149351" y="288036"/>
                  </a:lnTo>
                  <a:lnTo>
                    <a:pt x="121920" y="284988"/>
                  </a:lnTo>
                  <a:lnTo>
                    <a:pt x="83820" y="271272"/>
                  </a:lnTo>
                  <a:lnTo>
                    <a:pt x="51816" y="246887"/>
                  </a:lnTo>
                  <a:lnTo>
                    <a:pt x="44196" y="237744"/>
                  </a:lnTo>
                  <a:lnTo>
                    <a:pt x="35051" y="227075"/>
                  </a:lnTo>
                  <a:lnTo>
                    <a:pt x="18288" y="190500"/>
                  </a:lnTo>
                  <a:lnTo>
                    <a:pt x="12192" y="149351"/>
                  </a:lnTo>
                  <a:lnTo>
                    <a:pt x="15240" y="121920"/>
                  </a:lnTo>
                  <a:lnTo>
                    <a:pt x="28955" y="85344"/>
                  </a:lnTo>
                  <a:lnTo>
                    <a:pt x="62484" y="44196"/>
                  </a:lnTo>
                  <a:lnTo>
                    <a:pt x="96012" y="24384"/>
                  </a:lnTo>
                  <a:lnTo>
                    <a:pt x="109727" y="19812"/>
                  </a:lnTo>
                  <a:lnTo>
                    <a:pt x="121920" y="15239"/>
                  </a:lnTo>
                  <a:lnTo>
                    <a:pt x="135636" y="13715"/>
                  </a:lnTo>
                  <a:lnTo>
                    <a:pt x="210693" y="13715"/>
                  </a:lnTo>
                  <a:lnTo>
                    <a:pt x="207264" y="12191"/>
                  </a:lnTo>
                  <a:lnTo>
                    <a:pt x="179832" y="3048"/>
                  </a:lnTo>
                  <a:lnTo>
                    <a:pt x="149351" y="0"/>
                  </a:lnTo>
                  <a:close/>
                </a:path>
                <a:path w="300354" h="300354">
                  <a:moveTo>
                    <a:pt x="210693" y="13715"/>
                  </a:moveTo>
                  <a:lnTo>
                    <a:pt x="164592" y="13715"/>
                  </a:lnTo>
                  <a:lnTo>
                    <a:pt x="178308" y="16763"/>
                  </a:lnTo>
                  <a:lnTo>
                    <a:pt x="190500" y="19812"/>
                  </a:lnTo>
                  <a:lnTo>
                    <a:pt x="227075" y="36575"/>
                  </a:lnTo>
                  <a:lnTo>
                    <a:pt x="256032" y="64008"/>
                  </a:lnTo>
                  <a:lnTo>
                    <a:pt x="275844" y="97536"/>
                  </a:lnTo>
                  <a:lnTo>
                    <a:pt x="286512" y="137160"/>
                  </a:lnTo>
                  <a:lnTo>
                    <a:pt x="286512" y="164591"/>
                  </a:lnTo>
                  <a:lnTo>
                    <a:pt x="275844" y="204215"/>
                  </a:lnTo>
                  <a:lnTo>
                    <a:pt x="256032" y="237744"/>
                  </a:lnTo>
                  <a:lnTo>
                    <a:pt x="214884" y="271272"/>
                  </a:lnTo>
                  <a:lnTo>
                    <a:pt x="176784" y="284988"/>
                  </a:lnTo>
                  <a:lnTo>
                    <a:pt x="149351" y="288036"/>
                  </a:lnTo>
                  <a:lnTo>
                    <a:pt x="208788" y="288036"/>
                  </a:lnTo>
                  <a:lnTo>
                    <a:pt x="245364" y="265175"/>
                  </a:lnTo>
                  <a:lnTo>
                    <a:pt x="274320" y="233172"/>
                  </a:lnTo>
                  <a:lnTo>
                    <a:pt x="292608" y="195072"/>
                  </a:lnTo>
                  <a:lnTo>
                    <a:pt x="300227" y="149351"/>
                  </a:lnTo>
                  <a:lnTo>
                    <a:pt x="298703" y="134112"/>
                  </a:lnTo>
                  <a:lnTo>
                    <a:pt x="295655" y="120396"/>
                  </a:lnTo>
                  <a:lnTo>
                    <a:pt x="292608" y="105156"/>
                  </a:lnTo>
                  <a:lnTo>
                    <a:pt x="274320" y="67056"/>
                  </a:lnTo>
                  <a:lnTo>
                    <a:pt x="245364" y="35051"/>
                  </a:lnTo>
                  <a:lnTo>
                    <a:pt x="220979" y="18287"/>
                  </a:lnTo>
                  <a:lnTo>
                    <a:pt x="210693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7817697" y="3019971"/>
            <a:ext cx="1174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417564" y="3011418"/>
            <a:ext cx="300355" cy="300355"/>
            <a:chOff x="6417564" y="3011418"/>
            <a:chExt cx="300355" cy="300355"/>
          </a:xfrm>
        </p:grpSpPr>
        <p:sp>
          <p:nvSpPr>
            <p:cNvPr id="44" name="object 44"/>
            <p:cNvSpPr/>
            <p:nvPr/>
          </p:nvSpPr>
          <p:spPr>
            <a:xfrm>
              <a:off x="6423660" y="301751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143256" y="0"/>
                  </a:moveTo>
                  <a:lnTo>
                    <a:pt x="97926" y="7449"/>
                  </a:lnTo>
                  <a:lnTo>
                    <a:pt x="58594" y="28139"/>
                  </a:lnTo>
                  <a:lnTo>
                    <a:pt x="27602" y="59582"/>
                  </a:lnTo>
                  <a:lnTo>
                    <a:pt x="7290" y="99291"/>
                  </a:lnTo>
                  <a:lnTo>
                    <a:pt x="0" y="144779"/>
                  </a:lnTo>
                  <a:lnTo>
                    <a:pt x="7290" y="190109"/>
                  </a:lnTo>
                  <a:lnTo>
                    <a:pt x="27602" y="229441"/>
                  </a:lnTo>
                  <a:lnTo>
                    <a:pt x="58594" y="260433"/>
                  </a:lnTo>
                  <a:lnTo>
                    <a:pt x="97926" y="280745"/>
                  </a:lnTo>
                  <a:lnTo>
                    <a:pt x="143256" y="288036"/>
                  </a:lnTo>
                  <a:lnTo>
                    <a:pt x="188744" y="280745"/>
                  </a:lnTo>
                  <a:lnTo>
                    <a:pt x="228453" y="260433"/>
                  </a:lnTo>
                  <a:lnTo>
                    <a:pt x="259896" y="229441"/>
                  </a:lnTo>
                  <a:lnTo>
                    <a:pt x="280586" y="190109"/>
                  </a:lnTo>
                  <a:lnTo>
                    <a:pt x="288036" y="144779"/>
                  </a:lnTo>
                  <a:lnTo>
                    <a:pt x="280586" y="99291"/>
                  </a:lnTo>
                  <a:lnTo>
                    <a:pt x="259896" y="59582"/>
                  </a:lnTo>
                  <a:lnTo>
                    <a:pt x="228453" y="28139"/>
                  </a:lnTo>
                  <a:lnTo>
                    <a:pt x="188744" y="7449"/>
                  </a:lnTo>
                  <a:lnTo>
                    <a:pt x="143256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417564" y="3011418"/>
              <a:ext cx="300355" cy="300355"/>
            </a:xfrm>
            <a:custGeom>
              <a:avLst/>
              <a:gdLst/>
              <a:ahLst/>
              <a:cxnLst/>
              <a:rect l="l" t="t" r="r" b="b"/>
              <a:pathLst>
                <a:path w="300354" h="300354">
                  <a:moveTo>
                    <a:pt x="149352" y="0"/>
                  </a:moveTo>
                  <a:lnTo>
                    <a:pt x="91439" y="12191"/>
                  </a:lnTo>
                  <a:lnTo>
                    <a:pt x="44196" y="44196"/>
                  </a:lnTo>
                  <a:lnTo>
                    <a:pt x="18287" y="79248"/>
                  </a:lnTo>
                  <a:lnTo>
                    <a:pt x="3048" y="120396"/>
                  </a:lnTo>
                  <a:lnTo>
                    <a:pt x="0" y="150875"/>
                  </a:lnTo>
                  <a:lnTo>
                    <a:pt x="3048" y="181356"/>
                  </a:lnTo>
                  <a:lnTo>
                    <a:pt x="18287" y="222503"/>
                  </a:lnTo>
                  <a:lnTo>
                    <a:pt x="44196" y="256032"/>
                  </a:lnTo>
                  <a:lnTo>
                    <a:pt x="79248" y="281939"/>
                  </a:lnTo>
                  <a:lnTo>
                    <a:pt x="120395" y="297180"/>
                  </a:lnTo>
                  <a:lnTo>
                    <a:pt x="150876" y="300227"/>
                  </a:lnTo>
                  <a:lnTo>
                    <a:pt x="166115" y="298703"/>
                  </a:lnTo>
                  <a:lnTo>
                    <a:pt x="179832" y="297180"/>
                  </a:lnTo>
                  <a:lnTo>
                    <a:pt x="195071" y="292608"/>
                  </a:lnTo>
                  <a:lnTo>
                    <a:pt x="208787" y="288036"/>
                  </a:lnTo>
                  <a:lnTo>
                    <a:pt x="149352" y="288036"/>
                  </a:lnTo>
                  <a:lnTo>
                    <a:pt x="121919" y="284988"/>
                  </a:lnTo>
                  <a:lnTo>
                    <a:pt x="83820" y="271272"/>
                  </a:lnTo>
                  <a:lnTo>
                    <a:pt x="44196" y="237744"/>
                  </a:lnTo>
                  <a:lnTo>
                    <a:pt x="22860" y="202691"/>
                  </a:lnTo>
                  <a:lnTo>
                    <a:pt x="13715" y="164591"/>
                  </a:lnTo>
                  <a:lnTo>
                    <a:pt x="12191" y="149351"/>
                  </a:lnTo>
                  <a:lnTo>
                    <a:pt x="15239" y="121920"/>
                  </a:lnTo>
                  <a:lnTo>
                    <a:pt x="19812" y="109727"/>
                  </a:lnTo>
                  <a:lnTo>
                    <a:pt x="24384" y="96012"/>
                  </a:lnTo>
                  <a:lnTo>
                    <a:pt x="44196" y="62484"/>
                  </a:lnTo>
                  <a:lnTo>
                    <a:pt x="73151" y="36575"/>
                  </a:lnTo>
                  <a:lnTo>
                    <a:pt x="121919" y="15239"/>
                  </a:lnTo>
                  <a:lnTo>
                    <a:pt x="135636" y="13715"/>
                  </a:lnTo>
                  <a:lnTo>
                    <a:pt x="211836" y="13715"/>
                  </a:lnTo>
                  <a:lnTo>
                    <a:pt x="208787" y="12191"/>
                  </a:lnTo>
                  <a:lnTo>
                    <a:pt x="193547" y="7620"/>
                  </a:lnTo>
                  <a:lnTo>
                    <a:pt x="179832" y="3048"/>
                  </a:lnTo>
                  <a:lnTo>
                    <a:pt x="149352" y="0"/>
                  </a:lnTo>
                  <a:close/>
                </a:path>
                <a:path w="300354" h="300354">
                  <a:moveTo>
                    <a:pt x="211836" y="13715"/>
                  </a:moveTo>
                  <a:lnTo>
                    <a:pt x="164591" y="13715"/>
                  </a:lnTo>
                  <a:lnTo>
                    <a:pt x="178308" y="16763"/>
                  </a:lnTo>
                  <a:lnTo>
                    <a:pt x="190500" y="19812"/>
                  </a:lnTo>
                  <a:lnTo>
                    <a:pt x="227076" y="36575"/>
                  </a:lnTo>
                  <a:lnTo>
                    <a:pt x="256032" y="64008"/>
                  </a:lnTo>
                  <a:lnTo>
                    <a:pt x="280415" y="109727"/>
                  </a:lnTo>
                  <a:lnTo>
                    <a:pt x="286512" y="137160"/>
                  </a:lnTo>
                  <a:lnTo>
                    <a:pt x="286512" y="164591"/>
                  </a:lnTo>
                  <a:lnTo>
                    <a:pt x="275843" y="204215"/>
                  </a:lnTo>
                  <a:lnTo>
                    <a:pt x="256032" y="237744"/>
                  </a:lnTo>
                  <a:lnTo>
                    <a:pt x="227076" y="263651"/>
                  </a:lnTo>
                  <a:lnTo>
                    <a:pt x="190500" y="281939"/>
                  </a:lnTo>
                  <a:lnTo>
                    <a:pt x="149352" y="288036"/>
                  </a:lnTo>
                  <a:lnTo>
                    <a:pt x="208787" y="288036"/>
                  </a:lnTo>
                  <a:lnTo>
                    <a:pt x="256032" y="256032"/>
                  </a:lnTo>
                  <a:lnTo>
                    <a:pt x="281939" y="220980"/>
                  </a:lnTo>
                  <a:lnTo>
                    <a:pt x="297180" y="179832"/>
                  </a:lnTo>
                  <a:lnTo>
                    <a:pt x="300228" y="149351"/>
                  </a:lnTo>
                  <a:lnTo>
                    <a:pt x="298704" y="134112"/>
                  </a:lnTo>
                  <a:lnTo>
                    <a:pt x="288036" y="91439"/>
                  </a:lnTo>
                  <a:lnTo>
                    <a:pt x="265176" y="54863"/>
                  </a:lnTo>
                  <a:lnTo>
                    <a:pt x="233171" y="25908"/>
                  </a:lnTo>
                  <a:lnTo>
                    <a:pt x="220980" y="18287"/>
                  </a:lnTo>
                  <a:lnTo>
                    <a:pt x="211836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497766" y="3019971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b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9032747" y="3011418"/>
            <a:ext cx="299085" cy="300355"/>
            <a:chOff x="9032747" y="3011418"/>
            <a:chExt cx="299085" cy="300355"/>
          </a:xfrm>
        </p:grpSpPr>
        <p:sp>
          <p:nvSpPr>
            <p:cNvPr id="48" name="object 48"/>
            <p:cNvSpPr/>
            <p:nvPr/>
          </p:nvSpPr>
          <p:spPr>
            <a:xfrm>
              <a:off x="9038843" y="3017514"/>
              <a:ext cx="287020" cy="288290"/>
            </a:xfrm>
            <a:custGeom>
              <a:avLst/>
              <a:gdLst/>
              <a:ahLst/>
              <a:cxnLst/>
              <a:rect l="l" t="t" r="r" b="b"/>
              <a:pathLst>
                <a:path w="287020" h="288289">
                  <a:moveTo>
                    <a:pt x="143255" y="0"/>
                  </a:moveTo>
                  <a:lnTo>
                    <a:pt x="97926" y="7449"/>
                  </a:lnTo>
                  <a:lnTo>
                    <a:pt x="58594" y="28139"/>
                  </a:lnTo>
                  <a:lnTo>
                    <a:pt x="27602" y="59582"/>
                  </a:lnTo>
                  <a:lnTo>
                    <a:pt x="7290" y="99291"/>
                  </a:lnTo>
                  <a:lnTo>
                    <a:pt x="0" y="144779"/>
                  </a:lnTo>
                  <a:lnTo>
                    <a:pt x="7290" y="190109"/>
                  </a:lnTo>
                  <a:lnTo>
                    <a:pt x="27602" y="229441"/>
                  </a:lnTo>
                  <a:lnTo>
                    <a:pt x="58594" y="260433"/>
                  </a:lnTo>
                  <a:lnTo>
                    <a:pt x="97926" y="280745"/>
                  </a:lnTo>
                  <a:lnTo>
                    <a:pt x="143255" y="288036"/>
                  </a:lnTo>
                  <a:lnTo>
                    <a:pt x="188585" y="280745"/>
                  </a:lnTo>
                  <a:lnTo>
                    <a:pt x="227917" y="260433"/>
                  </a:lnTo>
                  <a:lnTo>
                    <a:pt x="258909" y="229441"/>
                  </a:lnTo>
                  <a:lnTo>
                    <a:pt x="279221" y="190109"/>
                  </a:lnTo>
                  <a:lnTo>
                    <a:pt x="286511" y="144779"/>
                  </a:lnTo>
                  <a:lnTo>
                    <a:pt x="279221" y="99291"/>
                  </a:lnTo>
                  <a:lnTo>
                    <a:pt x="258909" y="59582"/>
                  </a:lnTo>
                  <a:lnTo>
                    <a:pt x="227917" y="28139"/>
                  </a:lnTo>
                  <a:lnTo>
                    <a:pt x="188585" y="7449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9032747" y="3011418"/>
              <a:ext cx="299085" cy="300355"/>
            </a:xfrm>
            <a:custGeom>
              <a:avLst/>
              <a:gdLst/>
              <a:ahLst/>
              <a:cxnLst/>
              <a:rect l="l" t="t" r="r" b="b"/>
              <a:pathLst>
                <a:path w="299084" h="300354">
                  <a:moveTo>
                    <a:pt x="149351" y="0"/>
                  </a:moveTo>
                  <a:lnTo>
                    <a:pt x="91440" y="12191"/>
                  </a:lnTo>
                  <a:lnTo>
                    <a:pt x="53340" y="35051"/>
                  </a:lnTo>
                  <a:lnTo>
                    <a:pt x="24383" y="67056"/>
                  </a:lnTo>
                  <a:lnTo>
                    <a:pt x="6096" y="106680"/>
                  </a:lnTo>
                  <a:lnTo>
                    <a:pt x="0" y="135636"/>
                  </a:lnTo>
                  <a:lnTo>
                    <a:pt x="0" y="166115"/>
                  </a:lnTo>
                  <a:lnTo>
                    <a:pt x="10668" y="208787"/>
                  </a:lnTo>
                  <a:lnTo>
                    <a:pt x="33527" y="245363"/>
                  </a:lnTo>
                  <a:lnTo>
                    <a:pt x="65531" y="274320"/>
                  </a:lnTo>
                  <a:lnTo>
                    <a:pt x="105155" y="294132"/>
                  </a:lnTo>
                  <a:lnTo>
                    <a:pt x="149351" y="300227"/>
                  </a:lnTo>
                  <a:lnTo>
                    <a:pt x="179831" y="297180"/>
                  </a:lnTo>
                  <a:lnTo>
                    <a:pt x="193548" y="292608"/>
                  </a:lnTo>
                  <a:lnTo>
                    <a:pt x="208787" y="288036"/>
                  </a:lnTo>
                  <a:lnTo>
                    <a:pt x="149351" y="288036"/>
                  </a:lnTo>
                  <a:lnTo>
                    <a:pt x="121920" y="284988"/>
                  </a:lnTo>
                  <a:lnTo>
                    <a:pt x="83820" y="271272"/>
                  </a:lnTo>
                  <a:lnTo>
                    <a:pt x="51816" y="246887"/>
                  </a:lnTo>
                  <a:lnTo>
                    <a:pt x="22859" y="202691"/>
                  </a:lnTo>
                  <a:lnTo>
                    <a:pt x="12192" y="164591"/>
                  </a:lnTo>
                  <a:lnTo>
                    <a:pt x="12192" y="149351"/>
                  </a:lnTo>
                  <a:lnTo>
                    <a:pt x="15240" y="121920"/>
                  </a:lnTo>
                  <a:lnTo>
                    <a:pt x="18287" y="109727"/>
                  </a:lnTo>
                  <a:lnTo>
                    <a:pt x="22859" y="96012"/>
                  </a:lnTo>
                  <a:lnTo>
                    <a:pt x="28955" y="85344"/>
                  </a:lnTo>
                  <a:lnTo>
                    <a:pt x="35051" y="73151"/>
                  </a:lnTo>
                  <a:lnTo>
                    <a:pt x="62483" y="44196"/>
                  </a:lnTo>
                  <a:lnTo>
                    <a:pt x="108203" y="19812"/>
                  </a:lnTo>
                  <a:lnTo>
                    <a:pt x="135635" y="13715"/>
                  </a:lnTo>
                  <a:lnTo>
                    <a:pt x="210692" y="13715"/>
                  </a:lnTo>
                  <a:lnTo>
                    <a:pt x="207263" y="12191"/>
                  </a:lnTo>
                  <a:lnTo>
                    <a:pt x="179831" y="3048"/>
                  </a:lnTo>
                  <a:lnTo>
                    <a:pt x="149351" y="0"/>
                  </a:lnTo>
                  <a:close/>
                </a:path>
                <a:path w="299084" h="300354">
                  <a:moveTo>
                    <a:pt x="210692" y="13715"/>
                  </a:moveTo>
                  <a:lnTo>
                    <a:pt x="163068" y="13715"/>
                  </a:lnTo>
                  <a:lnTo>
                    <a:pt x="190500" y="19812"/>
                  </a:lnTo>
                  <a:lnTo>
                    <a:pt x="202692" y="24384"/>
                  </a:lnTo>
                  <a:lnTo>
                    <a:pt x="236220" y="44196"/>
                  </a:lnTo>
                  <a:lnTo>
                    <a:pt x="263651" y="74675"/>
                  </a:lnTo>
                  <a:lnTo>
                    <a:pt x="280416" y="109727"/>
                  </a:lnTo>
                  <a:lnTo>
                    <a:pt x="286511" y="137160"/>
                  </a:lnTo>
                  <a:lnTo>
                    <a:pt x="286511" y="164591"/>
                  </a:lnTo>
                  <a:lnTo>
                    <a:pt x="275844" y="204215"/>
                  </a:lnTo>
                  <a:lnTo>
                    <a:pt x="254507" y="237744"/>
                  </a:lnTo>
                  <a:lnTo>
                    <a:pt x="246887" y="246887"/>
                  </a:lnTo>
                  <a:lnTo>
                    <a:pt x="214883" y="271272"/>
                  </a:lnTo>
                  <a:lnTo>
                    <a:pt x="176783" y="284988"/>
                  </a:lnTo>
                  <a:lnTo>
                    <a:pt x="149351" y="288036"/>
                  </a:lnTo>
                  <a:lnTo>
                    <a:pt x="208787" y="288036"/>
                  </a:lnTo>
                  <a:lnTo>
                    <a:pt x="245363" y="265175"/>
                  </a:lnTo>
                  <a:lnTo>
                    <a:pt x="274320" y="233172"/>
                  </a:lnTo>
                  <a:lnTo>
                    <a:pt x="292607" y="195072"/>
                  </a:lnTo>
                  <a:lnTo>
                    <a:pt x="298703" y="164591"/>
                  </a:lnTo>
                  <a:lnTo>
                    <a:pt x="298703" y="134112"/>
                  </a:lnTo>
                  <a:lnTo>
                    <a:pt x="295655" y="120396"/>
                  </a:lnTo>
                  <a:lnTo>
                    <a:pt x="292607" y="105156"/>
                  </a:lnTo>
                  <a:lnTo>
                    <a:pt x="265175" y="54863"/>
                  </a:lnTo>
                  <a:lnTo>
                    <a:pt x="233172" y="25908"/>
                  </a:lnTo>
                  <a:lnTo>
                    <a:pt x="220979" y="18287"/>
                  </a:lnTo>
                  <a:lnTo>
                    <a:pt x="210692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9111480" y="3019971"/>
            <a:ext cx="142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d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109971" y="3011418"/>
            <a:ext cx="300355" cy="300355"/>
            <a:chOff x="5109971" y="3011418"/>
            <a:chExt cx="300355" cy="300355"/>
          </a:xfrm>
        </p:grpSpPr>
        <p:sp>
          <p:nvSpPr>
            <p:cNvPr id="52" name="object 52"/>
            <p:cNvSpPr/>
            <p:nvPr/>
          </p:nvSpPr>
          <p:spPr>
            <a:xfrm>
              <a:off x="5116067" y="301751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780" y="0"/>
                  </a:moveTo>
                  <a:lnTo>
                    <a:pt x="99291" y="7449"/>
                  </a:lnTo>
                  <a:lnTo>
                    <a:pt x="59582" y="28139"/>
                  </a:lnTo>
                  <a:lnTo>
                    <a:pt x="28139" y="59582"/>
                  </a:lnTo>
                  <a:lnTo>
                    <a:pt x="7449" y="99291"/>
                  </a:lnTo>
                  <a:lnTo>
                    <a:pt x="0" y="144779"/>
                  </a:lnTo>
                  <a:lnTo>
                    <a:pt x="7449" y="190109"/>
                  </a:lnTo>
                  <a:lnTo>
                    <a:pt x="28139" y="229441"/>
                  </a:lnTo>
                  <a:lnTo>
                    <a:pt x="59582" y="260433"/>
                  </a:lnTo>
                  <a:lnTo>
                    <a:pt x="99291" y="280745"/>
                  </a:lnTo>
                  <a:lnTo>
                    <a:pt x="144780" y="288036"/>
                  </a:lnTo>
                  <a:lnTo>
                    <a:pt x="190109" y="280745"/>
                  </a:lnTo>
                  <a:lnTo>
                    <a:pt x="229441" y="260433"/>
                  </a:lnTo>
                  <a:lnTo>
                    <a:pt x="260433" y="229441"/>
                  </a:lnTo>
                  <a:lnTo>
                    <a:pt x="280745" y="190109"/>
                  </a:lnTo>
                  <a:lnTo>
                    <a:pt x="288036" y="144779"/>
                  </a:lnTo>
                  <a:lnTo>
                    <a:pt x="280745" y="99291"/>
                  </a:lnTo>
                  <a:lnTo>
                    <a:pt x="260433" y="59582"/>
                  </a:lnTo>
                  <a:lnTo>
                    <a:pt x="229441" y="28139"/>
                  </a:lnTo>
                  <a:lnTo>
                    <a:pt x="190109" y="7449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109971" y="3011418"/>
              <a:ext cx="300355" cy="300355"/>
            </a:xfrm>
            <a:custGeom>
              <a:avLst/>
              <a:gdLst/>
              <a:ahLst/>
              <a:cxnLst/>
              <a:rect l="l" t="t" r="r" b="b"/>
              <a:pathLst>
                <a:path w="300354" h="300354">
                  <a:moveTo>
                    <a:pt x="149351" y="0"/>
                  </a:moveTo>
                  <a:lnTo>
                    <a:pt x="105155" y="7620"/>
                  </a:lnTo>
                  <a:lnTo>
                    <a:pt x="67055" y="25908"/>
                  </a:lnTo>
                  <a:lnTo>
                    <a:pt x="35051" y="54863"/>
                  </a:lnTo>
                  <a:lnTo>
                    <a:pt x="12191" y="92963"/>
                  </a:lnTo>
                  <a:lnTo>
                    <a:pt x="0" y="150875"/>
                  </a:lnTo>
                  <a:lnTo>
                    <a:pt x="3048" y="181356"/>
                  </a:lnTo>
                  <a:lnTo>
                    <a:pt x="18287" y="222503"/>
                  </a:lnTo>
                  <a:lnTo>
                    <a:pt x="44195" y="256032"/>
                  </a:lnTo>
                  <a:lnTo>
                    <a:pt x="79248" y="281939"/>
                  </a:lnTo>
                  <a:lnTo>
                    <a:pt x="120395" y="297180"/>
                  </a:lnTo>
                  <a:lnTo>
                    <a:pt x="150875" y="300227"/>
                  </a:lnTo>
                  <a:lnTo>
                    <a:pt x="181355" y="297180"/>
                  </a:lnTo>
                  <a:lnTo>
                    <a:pt x="208787" y="288036"/>
                  </a:lnTo>
                  <a:lnTo>
                    <a:pt x="149351" y="288036"/>
                  </a:lnTo>
                  <a:lnTo>
                    <a:pt x="121919" y="284988"/>
                  </a:lnTo>
                  <a:lnTo>
                    <a:pt x="109727" y="280415"/>
                  </a:lnTo>
                  <a:lnTo>
                    <a:pt x="96012" y="275844"/>
                  </a:lnTo>
                  <a:lnTo>
                    <a:pt x="85343" y="271272"/>
                  </a:lnTo>
                  <a:lnTo>
                    <a:pt x="44195" y="237744"/>
                  </a:lnTo>
                  <a:lnTo>
                    <a:pt x="15239" y="178308"/>
                  </a:lnTo>
                  <a:lnTo>
                    <a:pt x="13715" y="164591"/>
                  </a:lnTo>
                  <a:lnTo>
                    <a:pt x="13715" y="135636"/>
                  </a:lnTo>
                  <a:lnTo>
                    <a:pt x="16763" y="121920"/>
                  </a:lnTo>
                  <a:lnTo>
                    <a:pt x="19812" y="109727"/>
                  </a:lnTo>
                  <a:lnTo>
                    <a:pt x="24383" y="96012"/>
                  </a:lnTo>
                  <a:lnTo>
                    <a:pt x="30479" y="85344"/>
                  </a:lnTo>
                  <a:lnTo>
                    <a:pt x="36575" y="73151"/>
                  </a:lnTo>
                  <a:lnTo>
                    <a:pt x="64007" y="44196"/>
                  </a:lnTo>
                  <a:lnTo>
                    <a:pt x="109727" y="19812"/>
                  </a:lnTo>
                  <a:lnTo>
                    <a:pt x="137160" y="13715"/>
                  </a:lnTo>
                  <a:lnTo>
                    <a:pt x="211836" y="13715"/>
                  </a:lnTo>
                  <a:lnTo>
                    <a:pt x="208787" y="12191"/>
                  </a:lnTo>
                  <a:lnTo>
                    <a:pt x="195072" y="7620"/>
                  </a:lnTo>
                  <a:lnTo>
                    <a:pt x="179831" y="3048"/>
                  </a:lnTo>
                  <a:lnTo>
                    <a:pt x="149351" y="0"/>
                  </a:lnTo>
                  <a:close/>
                </a:path>
                <a:path w="300354" h="300354">
                  <a:moveTo>
                    <a:pt x="211836" y="13715"/>
                  </a:moveTo>
                  <a:lnTo>
                    <a:pt x="164591" y="13715"/>
                  </a:lnTo>
                  <a:lnTo>
                    <a:pt x="192024" y="19812"/>
                  </a:lnTo>
                  <a:lnTo>
                    <a:pt x="204215" y="24384"/>
                  </a:lnTo>
                  <a:lnTo>
                    <a:pt x="237743" y="44196"/>
                  </a:lnTo>
                  <a:lnTo>
                    <a:pt x="271272" y="85344"/>
                  </a:lnTo>
                  <a:lnTo>
                    <a:pt x="284988" y="123444"/>
                  </a:lnTo>
                  <a:lnTo>
                    <a:pt x="288036" y="150875"/>
                  </a:lnTo>
                  <a:lnTo>
                    <a:pt x="284988" y="178308"/>
                  </a:lnTo>
                  <a:lnTo>
                    <a:pt x="271272" y="216408"/>
                  </a:lnTo>
                  <a:lnTo>
                    <a:pt x="237743" y="256032"/>
                  </a:lnTo>
                  <a:lnTo>
                    <a:pt x="202691" y="277368"/>
                  </a:lnTo>
                  <a:lnTo>
                    <a:pt x="164591" y="286512"/>
                  </a:lnTo>
                  <a:lnTo>
                    <a:pt x="149351" y="288036"/>
                  </a:lnTo>
                  <a:lnTo>
                    <a:pt x="208787" y="288036"/>
                  </a:lnTo>
                  <a:lnTo>
                    <a:pt x="256031" y="256032"/>
                  </a:lnTo>
                  <a:lnTo>
                    <a:pt x="281939" y="220980"/>
                  </a:lnTo>
                  <a:lnTo>
                    <a:pt x="297179" y="179832"/>
                  </a:lnTo>
                  <a:lnTo>
                    <a:pt x="300227" y="149351"/>
                  </a:lnTo>
                  <a:lnTo>
                    <a:pt x="298703" y="134112"/>
                  </a:lnTo>
                  <a:lnTo>
                    <a:pt x="288036" y="91439"/>
                  </a:lnTo>
                  <a:lnTo>
                    <a:pt x="265175" y="54863"/>
                  </a:lnTo>
                  <a:lnTo>
                    <a:pt x="233172" y="25908"/>
                  </a:lnTo>
                  <a:lnTo>
                    <a:pt x="220979" y="18287"/>
                  </a:lnTo>
                  <a:lnTo>
                    <a:pt x="211836" y="13715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5196281" y="3019971"/>
            <a:ext cx="127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a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5404103" y="3142482"/>
            <a:ext cx="3634740" cy="1270000"/>
            <a:chOff x="5404103" y="3142482"/>
            <a:chExt cx="3634740" cy="1270000"/>
          </a:xfrm>
        </p:grpSpPr>
        <p:sp>
          <p:nvSpPr>
            <p:cNvPr id="56" name="object 56"/>
            <p:cNvSpPr/>
            <p:nvPr/>
          </p:nvSpPr>
          <p:spPr>
            <a:xfrm>
              <a:off x="5404104" y="3142482"/>
              <a:ext cx="3634740" cy="40005"/>
            </a:xfrm>
            <a:custGeom>
              <a:avLst/>
              <a:gdLst/>
              <a:ahLst/>
              <a:cxnLst/>
              <a:rect l="l" t="t" r="r" b="b"/>
              <a:pathLst>
                <a:path w="3634740" h="40005">
                  <a:moveTo>
                    <a:pt x="1019556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019556" y="39624"/>
                  </a:lnTo>
                  <a:lnTo>
                    <a:pt x="1019556" y="1524"/>
                  </a:lnTo>
                  <a:close/>
                </a:path>
                <a:path w="3634740" h="40005">
                  <a:moveTo>
                    <a:pt x="2327148" y="1524"/>
                  </a:moveTo>
                  <a:lnTo>
                    <a:pt x="1307592" y="0"/>
                  </a:lnTo>
                  <a:lnTo>
                    <a:pt x="1307592" y="38100"/>
                  </a:lnTo>
                  <a:lnTo>
                    <a:pt x="2327148" y="39624"/>
                  </a:lnTo>
                  <a:lnTo>
                    <a:pt x="2327148" y="1524"/>
                  </a:lnTo>
                  <a:close/>
                </a:path>
                <a:path w="3634740" h="40005">
                  <a:moveTo>
                    <a:pt x="3634740" y="1524"/>
                  </a:moveTo>
                  <a:lnTo>
                    <a:pt x="2613660" y="0"/>
                  </a:lnTo>
                  <a:lnTo>
                    <a:pt x="2613660" y="38100"/>
                  </a:lnTo>
                  <a:lnTo>
                    <a:pt x="3634740" y="39624"/>
                  </a:lnTo>
                  <a:lnTo>
                    <a:pt x="3634740" y="1524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731251" y="4117842"/>
              <a:ext cx="287020" cy="288290"/>
            </a:xfrm>
            <a:custGeom>
              <a:avLst/>
              <a:gdLst/>
              <a:ahLst/>
              <a:cxnLst/>
              <a:rect l="l" t="t" r="r" b="b"/>
              <a:pathLst>
                <a:path w="287020" h="288289">
                  <a:moveTo>
                    <a:pt x="143255" y="0"/>
                  </a:moveTo>
                  <a:lnTo>
                    <a:pt x="97926" y="7290"/>
                  </a:lnTo>
                  <a:lnTo>
                    <a:pt x="58594" y="27602"/>
                  </a:lnTo>
                  <a:lnTo>
                    <a:pt x="27602" y="58594"/>
                  </a:lnTo>
                  <a:lnTo>
                    <a:pt x="7290" y="97926"/>
                  </a:lnTo>
                  <a:lnTo>
                    <a:pt x="0" y="143256"/>
                  </a:lnTo>
                  <a:lnTo>
                    <a:pt x="7290" y="188744"/>
                  </a:lnTo>
                  <a:lnTo>
                    <a:pt x="27602" y="228453"/>
                  </a:lnTo>
                  <a:lnTo>
                    <a:pt x="58594" y="259896"/>
                  </a:lnTo>
                  <a:lnTo>
                    <a:pt x="97926" y="280586"/>
                  </a:lnTo>
                  <a:lnTo>
                    <a:pt x="143255" y="288036"/>
                  </a:lnTo>
                  <a:lnTo>
                    <a:pt x="188585" y="280586"/>
                  </a:lnTo>
                  <a:lnTo>
                    <a:pt x="227917" y="259896"/>
                  </a:lnTo>
                  <a:lnTo>
                    <a:pt x="258909" y="228453"/>
                  </a:lnTo>
                  <a:lnTo>
                    <a:pt x="279221" y="188744"/>
                  </a:lnTo>
                  <a:lnTo>
                    <a:pt x="286512" y="143256"/>
                  </a:lnTo>
                  <a:lnTo>
                    <a:pt x="279221" y="97926"/>
                  </a:lnTo>
                  <a:lnTo>
                    <a:pt x="258909" y="58594"/>
                  </a:lnTo>
                  <a:lnTo>
                    <a:pt x="227917" y="27602"/>
                  </a:lnTo>
                  <a:lnTo>
                    <a:pt x="188585" y="7290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725155" y="4111746"/>
              <a:ext cx="300355" cy="300355"/>
            </a:xfrm>
            <a:custGeom>
              <a:avLst/>
              <a:gdLst/>
              <a:ahLst/>
              <a:cxnLst/>
              <a:rect l="l" t="t" r="r" b="b"/>
              <a:pathLst>
                <a:path w="300354" h="300354">
                  <a:moveTo>
                    <a:pt x="149351" y="0"/>
                  </a:moveTo>
                  <a:lnTo>
                    <a:pt x="91440" y="12192"/>
                  </a:lnTo>
                  <a:lnTo>
                    <a:pt x="44196" y="44196"/>
                  </a:lnTo>
                  <a:lnTo>
                    <a:pt x="18288" y="79248"/>
                  </a:lnTo>
                  <a:lnTo>
                    <a:pt x="0" y="135636"/>
                  </a:lnTo>
                  <a:lnTo>
                    <a:pt x="0" y="166116"/>
                  </a:lnTo>
                  <a:lnTo>
                    <a:pt x="12192" y="208788"/>
                  </a:lnTo>
                  <a:lnTo>
                    <a:pt x="33527" y="245364"/>
                  </a:lnTo>
                  <a:lnTo>
                    <a:pt x="65532" y="274320"/>
                  </a:lnTo>
                  <a:lnTo>
                    <a:pt x="105155" y="292608"/>
                  </a:lnTo>
                  <a:lnTo>
                    <a:pt x="149351" y="300228"/>
                  </a:lnTo>
                  <a:lnTo>
                    <a:pt x="166116" y="298704"/>
                  </a:lnTo>
                  <a:lnTo>
                    <a:pt x="179832" y="297180"/>
                  </a:lnTo>
                  <a:lnTo>
                    <a:pt x="195072" y="292608"/>
                  </a:lnTo>
                  <a:lnTo>
                    <a:pt x="208788" y="288036"/>
                  </a:lnTo>
                  <a:lnTo>
                    <a:pt x="211835" y="286512"/>
                  </a:lnTo>
                  <a:lnTo>
                    <a:pt x="135636" y="286512"/>
                  </a:lnTo>
                  <a:lnTo>
                    <a:pt x="121920" y="284988"/>
                  </a:lnTo>
                  <a:lnTo>
                    <a:pt x="83820" y="269748"/>
                  </a:lnTo>
                  <a:lnTo>
                    <a:pt x="51816" y="246888"/>
                  </a:lnTo>
                  <a:lnTo>
                    <a:pt x="44196" y="237744"/>
                  </a:lnTo>
                  <a:lnTo>
                    <a:pt x="35051" y="227076"/>
                  </a:lnTo>
                  <a:lnTo>
                    <a:pt x="22860" y="202692"/>
                  </a:lnTo>
                  <a:lnTo>
                    <a:pt x="18288" y="190500"/>
                  </a:lnTo>
                  <a:lnTo>
                    <a:pt x="15240" y="176784"/>
                  </a:lnTo>
                  <a:lnTo>
                    <a:pt x="12192" y="149352"/>
                  </a:lnTo>
                  <a:lnTo>
                    <a:pt x="15240" y="121920"/>
                  </a:lnTo>
                  <a:lnTo>
                    <a:pt x="28955" y="83820"/>
                  </a:lnTo>
                  <a:lnTo>
                    <a:pt x="62484" y="44196"/>
                  </a:lnTo>
                  <a:lnTo>
                    <a:pt x="96012" y="22860"/>
                  </a:lnTo>
                  <a:lnTo>
                    <a:pt x="149351" y="12192"/>
                  </a:lnTo>
                  <a:lnTo>
                    <a:pt x="207264" y="12192"/>
                  </a:lnTo>
                  <a:lnTo>
                    <a:pt x="193548" y="6096"/>
                  </a:lnTo>
                  <a:lnTo>
                    <a:pt x="179832" y="3048"/>
                  </a:lnTo>
                  <a:lnTo>
                    <a:pt x="149351" y="0"/>
                  </a:lnTo>
                  <a:close/>
                </a:path>
                <a:path w="300354" h="300354">
                  <a:moveTo>
                    <a:pt x="207264" y="12192"/>
                  </a:moveTo>
                  <a:lnTo>
                    <a:pt x="149351" y="12192"/>
                  </a:lnTo>
                  <a:lnTo>
                    <a:pt x="164592" y="13716"/>
                  </a:lnTo>
                  <a:lnTo>
                    <a:pt x="178308" y="15240"/>
                  </a:lnTo>
                  <a:lnTo>
                    <a:pt x="214884" y="28956"/>
                  </a:lnTo>
                  <a:lnTo>
                    <a:pt x="256032" y="62484"/>
                  </a:lnTo>
                  <a:lnTo>
                    <a:pt x="275844" y="97536"/>
                  </a:lnTo>
                  <a:lnTo>
                    <a:pt x="283464" y="123444"/>
                  </a:lnTo>
                  <a:lnTo>
                    <a:pt x="286512" y="135636"/>
                  </a:lnTo>
                  <a:lnTo>
                    <a:pt x="286512" y="164592"/>
                  </a:lnTo>
                  <a:lnTo>
                    <a:pt x="283464" y="178308"/>
                  </a:lnTo>
                  <a:lnTo>
                    <a:pt x="269748" y="216408"/>
                  </a:lnTo>
                  <a:lnTo>
                    <a:pt x="236220" y="256032"/>
                  </a:lnTo>
                  <a:lnTo>
                    <a:pt x="190500" y="280416"/>
                  </a:lnTo>
                  <a:lnTo>
                    <a:pt x="163068" y="286512"/>
                  </a:lnTo>
                  <a:lnTo>
                    <a:pt x="211835" y="286512"/>
                  </a:lnTo>
                  <a:lnTo>
                    <a:pt x="245364" y="265176"/>
                  </a:lnTo>
                  <a:lnTo>
                    <a:pt x="274320" y="233172"/>
                  </a:lnTo>
                  <a:lnTo>
                    <a:pt x="292608" y="195072"/>
                  </a:lnTo>
                  <a:lnTo>
                    <a:pt x="300227" y="149352"/>
                  </a:lnTo>
                  <a:lnTo>
                    <a:pt x="298703" y="134112"/>
                  </a:lnTo>
                  <a:lnTo>
                    <a:pt x="288036" y="91440"/>
                  </a:lnTo>
                  <a:lnTo>
                    <a:pt x="256032" y="44196"/>
                  </a:lnTo>
                  <a:lnTo>
                    <a:pt x="220979" y="18287"/>
                  </a:lnTo>
                  <a:lnTo>
                    <a:pt x="207264" y="12192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7811616" y="4120386"/>
            <a:ext cx="128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6417564" y="4111746"/>
            <a:ext cx="300355" cy="300355"/>
            <a:chOff x="6417564" y="4111746"/>
            <a:chExt cx="300355" cy="300355"/>
          </a:xfrm>
        </p:grpSpPr>
        <p:sp>
          <p:nvSpPr>
            <p:cNvPr id="61" name="object 61"/>
            <p:cNvSpPr/>
            <p:nvPr/>
          </p:nvSpPr>
          <p:spPr>
            <a:xfrm>
              <a:off x="6423660" y="4117842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143256" y="0"/>
                  </a:moveTo>
                  <a:lnTo>
                    <a:pt x="97926" y="7290"/>
                  </a:lnTo>
                  <a:lnTo>
                    <a:pt x="58594" y="27602"/>
                  </a:lnTo>
                  <a:lnTo>
                    <a:pt x="27602" y="58594"/>
                  </a:lnTo>
                  <a:lnTo>
                    <a:pt x="7290" y="97926"/>
                  </a:lnTo>
                  <a:lnTo>
                    <a:pt x="0" y="143256"/>
                  </a:lnTo>
                  <a:lnTo>
                    <a:pt x="7290" y="188744"/>
                  </a:lnTo>
                  <a:lnTo>
                    <a:pt x="27602" y="228453"/>
                  </a:lnTo>
                  <a:lnTo>
                    <a:pt x="58594" y="259896"/>
                  </a:lnTo>
                  <a:lnTo>
                    <a:pt x="97926" y="280586"/>
                  </a:lnTo>
                  <a:lnTo>
                    <a:pt x="143256" y="288036"/>
                  </a:lnTo>
                  <a:lnTo>
                    <a:pt x="188744" y="280586"/>
                  </a:lnTo>
                  <a:lnTo>
                    <a:pt x="228453" y="259896"/>
                  </a:lnTo>
                  <a:lnTo>
                    <a:pt x="259896" y="228453"/>
                  </a:lnTo>
                  <a:lnTo>
                    <a:pt x="280586" y="188744"/>
                  </a:lnTo>
                  <a:lnTo>
                    <a:pt x="288036" y="143256"/>
                  </a:lnTo>
                  <a:lnTo>
                    <a:pt x="280586" y="97926"/>
                  </a:lnTo>
                  <a:lnTo>
                    <a:pt x="259896" y="58594"/>
                  </a:lnTo>
                  <a:lnTo>
                    <a:pt x="228453" y="27602"/>
                  </a:lnTo>
                  <a:lnTo>
                    <a:pt x="188744" y="7290"/>
                  </a:lnTo>
                  <a:lnTo>
                    <a:pt x="143256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417564" y="4111746"/>
              <a:ext cx="300355" cy="300355"/>
            </a:xfrm>
            <a:custGeom>
              <a:avLst/>
              <a:gdLst/>
              <a:ahLst/>
              <a:cxnLst/>
              <a:rect l="l" t="t" r="r" b="b"/>
              <a:pathLst>
                <a:path w="300354" h="300354">
                  <a:moveTo>
                    <a:pt x="149352" y="0"/>
                  </a:moveTo>
                  <a:lnTo>
                    <a:pt x="91439" y="12192"/>
                  </a:lnTo>
                  <a:lnTo>
                    <a:pt x="44196" y="44196"/>
                  </a:lnTo>
                  <a:lnTo>
                    <a:pt x="18287" y="79248"/>
                  </a:lnTo>
                  <a:lnTo>
                    <a:pt x="3048" y="120396"/>
                  </a:lnTo>
                  <a:lnTo>
                    <a:pt x="0" y="150875"/>
                  </a:lnTo>
                  <a:lnTo>
                    <a:pt x="3048" y="181356"/>
                  </a:lnTo>
                  <a:lnTo>
                    <a:pt x="18287" y="220980"/>
                  </a:lnTo>
                  <a:lnTo>
                    <a:pt x="44196" y="256032"/>
                  </a:lnTo>
                  <a:lnTo>
                    <a:pt x="79248" y="281940"/>
                  </a:lnTo>
                  <a:lnTo>
                    <a:pt x="120395" y="297180"/>
                  </a:lnTo>
                  <a:lnTo>
                    <a:pt x="150876" y="300228"/>
                  </a:lnTo>
                  <a:lnTo>
                    <a:pt x="166115" y="298704"/>
                  </a:lnTo>
                  <a:lnTo>
                    <a:pt x="179832" y="297180"/>
                  </a:lnTo>
                  <a:lnTo>
                    <a:pt x="195071" y="292608"/>
                  </a:lnTo>
                  <a:lnTo>
                    <a:pt x="208787" y="288036"/>
                  </a:lnTo>
                  <a:lnTo>
                    <a:pt x="211836" y="286512"/>
                  </a:lnTo>
                  <a:lnTo>
                    <a:pt x="135636" y="286512"/>
                  </a:lnTo>
                  <a:lnTo>
                    <a:pt x="121919" y="284988"/>
                  </a:lnTo>
                  <a:lnTo>
                    <a:pt x="83820" y="269748"/>
                  </a:lnTo>
                  <a:lnTo>
                    <a:pt x="44196" y="237744"/>
                  </a:lnTo>
                  <a:lnTo>
                    <a:pt x="22860" y="202692"/>
                  </a:lnTo>
                  <a:lnTo>
                    <a:pt x="12191" y="149352"/>
                  </a:lnTo>
                  <a:lnTo>
                    <a:pt x="15239" y="121920"/>
                  </a:lnTo>
                  <a:lnTo>
                    <a:pt x="19812" y="109728"/>
                  </a:lnTo>
                  <a:lnTo>
                    <a:pt x="24384" y="96012"/>
                  </a:lnTo>
                  <a:lnTo>
                    <a:pt x="44196" y="62484"/>
                  </a:lnTo>
                  <a:lnTo>
                    <a:pt x="73151" y="36575"/>
                  </a:lnTo>
                  <a:lnTo>
                    <a:pt x="109728" y="18287"/>
                  </a:lnTo>
                  <a:lnTo>
                    <a:pt x="150876" y="12192"/>
                  </a:lnTo>
                  <a:lnTo>
                    <a:pt x="208787" y="12192"/>
                  </a:lnTo>
                  <a:lnTo>
                    <a:pt x="193547" y="6096"/>
                  </a:lnTo>
                  <a:lnTo>
                    <a:pt x="179832" y="3048"/>
                  </a:lnTo>
                  <a:lnTo>
                    <a:pt x="149352" y="0"/>
                  </a:lnTo>
                  <a:close/>
                </a:path>
                <a:path w="300354" h="300354">
                  <a:moveTo>
                    <a:pt x="208787" y="12192"/>
                  </a:moveTo>
                  <a:lnTo>
                    <a:pt x="150876" y="12192"/>
                  </a:lnTo>
                  <a:lnTo>
                    <a:pt x="178308" y="15240"/>
                  </a:lnTo>
                  <a:lnTo>
                    <a:pt x="190500" y="19812"/>
                  </a:lnTo>
                  <a:lnTo>
                    <a:pt x="237743" y="44196"/>
                  </a:lnTo>
                  <a:lnTo>
                    <a:pt x="263652" y="73152"/>
                  </a:lnTo>
                  <a:lnTo>
                    <a:pt x="280415" y="109728"/>
                  </a:lnTo>
                  <a:lnTo>
                    <a:pt x="286512" y="135636"/>
                  </a:lnTo>
                  <a:lnTo>
                    <a:pt x="286512" y="164592"/>
                  </a:lnTo>
                  <a:lnTo>
                    <a:pt x="284988" y="178308"/>
                  </a:lnTo>
                  <a:lnTo>
                    <a:pt x="280415" y="190500"/>
                  </a:lnTo>
                  <a:lnTo>
                    <a:pt x="275843" y="204216"/>
                  </a:lnTo>
                  <a:lnTo>
                    <a:pt x="256032" y="237744"/>
                  </a:lnTo>
                  <a:lnTo>
                    <a:pt x="227076" y="263652"/>
                  </a:lnTo>
                  <a:lnTo>
                    <a:pt x="190500" y="280416"/>
                  </a:lnTo>
                  <a:lnTo>
                    <a:pt x="163067" y="286512"/>
                  </a:lnTo>
                  <a:lnTo>
                    <a:pt x="211836" y="286512"/>
                  </a:lnTo>
                  <a:lnTo>
                    <a:pt x="256032" y="256032"/>
                  </a:lnTo>
                  <a:lnTo>
                    <a:pt x="281939" y="220980"/>
                  </a:lnTo>
                  <a:lnTo>
                    <a:pt x="297180" y="179832"/>
                  </a:lnTo>
                  <a:lnTo>
                    <a:pt x="300228" y="149352"/>
                  </a:lnTo>
                  <a:lnTo>
                    <a:pt x="297180" y="118872"/>
                  </a:lnTo>
                  <a:lnTo>
                    <a:pt x="281939" y="77724"/>
                  </a:lnTo>
                  <a:lnTo>
                    <a:pt x="256032" y="44196"/>
                  </a:lnTo>
                  <a:lnTo>
                    <a:pt x="220980" y="18287"/>
                  </a:lnTo>
                  <a:lnTo>
                    <a:pt x="208787" y="12192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6522292" y="4120386"/>
            <a:ext cx="914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f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9032747" y="4111746"/>
            <a:ext cx="299085" cy="300355"/>
            <a:chOff x="9032747" y="4111746"/>
            <a:chExt cx="299085" cy="300355"/>
          </a:xfrm>
        </p:grpSpPr>
        <p:sp>
          <p:nvSpPr>
            <p:cNvPr id="65" name="object 65"/>
            <p:cNvSpPr/>
            <p:nvPr/>
          </p:nvSpPr>
          <p:spPr>
            <a:xfrm>
              <a:off x="9038843" y="4117842"/>
              <a:ext cx="287020" cy="288290"/>
            </a:xfrm>
            <a:custGeom>
              <a:avLst/>
              <a:gdLst/>
              <a:ahLst/>
              <a:cxnLst/>
              <a:rect l="l" t="t" r="r" b="b"/>
              <a:pathLst>
                <a:path w="287020" h="288289">
                  <a:moveTo>
                    <a:pt x="143255" y="0"/>
                  </a:moveTo>
                  <a:lnTo>
                    <a:pt x="97926" y="7290"/>
                  </a:lnTo>
                  <a:lnTo>
                    <a:pt x="58594" y="27602"/>
                  </a:lnTo>
                  <a:lnTo>
                    <a:pt x="27602" y="58594"/>
                  </a:lnTo>
                  <a:lnTo>
                    <a:pt x="7290" y="97926"/>
                  </a:lnTo>
                  <a:lnTo>
                    <a:pt x="0" y="143256"/>
                  </a:lnTo>
                  <a:lnTo>
                    <a:pt x="7290" y="188744"/>
                  </a:lnTo>
                  <a:lnTo>
                    <a:pt x="27602" y="228453"/>
                  </a:lnTo>
                  <a:lnTo>
                    <a:pt x="58594" y="259896"/>
                  </a:lnTo>
                  <a:lnTo>
                    <a:pt x="97926" y="280586"/>
                  </a:lnTo>
                  <a:lnTo>
                    <a:pt x="143255" y="288036"/>
                  </a:lnTo>
                  <a:lnTo>
                    <a:pt x="188585" y="280586"/>
                  </a:lnTo>
                  <a:lnTo>
                    <a:pt x="227917" y="259896"/>
                  </a:lnTo>
                  <a:lnTo>
                    <a:pt x="258909" y="228453"/>
                  </a:lnTo>
                  <a:lnTo>
                    <a:pt x="279221" y="188744"/>
                  </a:lnTo>
                  <a:lnTo>
                    <a:pt x="286511" y="143256"/>
                  </a:lnTo>
                  <a:lnTo>
                    <a:pt x="279221" y="97926"/>
                  </a:lnTo>
                  <a:lnTo>
                    <a:pt x="258909" y="58594"/>
                  </a:lnTo>
                  <a:lnTo>
                    <a:pt x="227917" y="27602"/>
                  </a:lnTo>
                  <a:lnTo>
                    <a:pt x="188585" y="7290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9032747" y="4111746"/>
              <a:ext cx="299085" cy="300355"/>
            </a:xfrm>
            <a:custGeom>
              <a:avLst/>
              <a:gdLst/>
              <a:ahLst/>
              <a:cxnLst/>
              <a:rect l="l" t="t" r="r" b="b"/>
              <a:pathLst>
                <a:path w="299084" h="300354">
                  <a:moveTo>
                    <a:pt x="149351" y="0"/>
                  </a:moveTo>
                  <a:lnTo>
                    <a:pt x="91440" y="12192"/>
                  </a:lnTo>
                  <a:lnTo>
                    <a:pt x="53340" y="35052"/>
                  </a:lnTo>
                  <a:lnTo>
                    <a:pt x="24383" y="67056"/>
                  </a:lnTo>
                  <a:lnTo>
                    <a:pt x="6096" y="105156"/>
                  </a:lnTo>
                  <a:lnTo>
                    <a:pt x="0" y="135636"/>
                  </a:lnTo>
                  <a:lnTo>
                    <a:pt x="0" y="166116"/>
                  </a:lnTo>
                  <a:lnTo>
                    <a:pt x="3048" y="181356"/>
                  </a:lnTo>
                  <a:lnTo>
                    <a:pt x="6096" y="195072"/>
                  </a:lnTo>
                  <a:lnTo>
                    <a:pt x="10668" y="208788"/>
                  </a:lnTo>
                  <a:lnTo>
                    <a:pt x="18287" y="220980"/>
                  </a:lnTo>
                  <a:lnTo>
                    <a:pt x="25907" y="234696"/>
                  </a:lnTo>
                  <a:lnTo>
                    <a:pt x="65531" y="274320"/>
                  </a:lnTo>
                  <a:lnTo>
                    <a:pt x="118872" y="297180"/>
                  </a:lnTo>
                  <a:lnTo>
                    <a:pt x="149351" y="300228"/>
                  </a:lnTo>
                  <a:lnTo>
                    <a:pt x="179831" y="297180"/>
                  </a:lnTo>
                  <a:lnTo>
                    <a:pt x="193548" y="292608"/>
                  </a:lnTo>
                  <a:lnTo>
                    <a:pt x="208787" y="288036"/>
                  </a:lnTo>
                  <a:lnTo>
                    <a:pt x="211835" y="286512"/>
                  </a:lnTo>
                  <a:lnTo>
                    <a:pt x="135635" y="286512"/>
                  </a:lnTo>
                  <a:lnTo>
                    <a:pt x="121920" y="284988"/>
                  </a:lnTo>
                  <a:lnTo>
                    <a:pt x="83820" y="269748"/>
                  </a:lnTo>
                  <a:lnTo>
                    <a:pt x="51816" y="246888"/>
                  </a:lnTo>
                  <a:lnTo>
                    <a:pt x="22859" y="202692"/>
                  </a:lnTo>
                  <a:lnTo>
                    <a:pt x="12192" y="163068"/>
                  </a:lnTo>
                  <a:lnTo>
                    <a:pt x="12192" y="149352"/>
                  </a:lnTo>
                  <a:lnTo>
                    <a:pt x="18287" y="109728"/>
                  </a:lnTo>
                  <a:lnTo>
                    <a:pt x="35051" y="73152"/>
                  </a:lnTo>
                  <a:lnTo>
                    <a:pt x="62483" y="44196"/>
                  </a:lnTo>
                  <a:lnTo>
                    <a:pt x="96011" y="22860"/>
                  </a:lnTo>
                  <a:lnTo>
                    <a:pt x="149351" y="12192"/>
                  </a:lnTo>
                  <a:lnTo>
                    <a:pt x="207264" y="12192"/>
                  </a:lnTo>
                  <a:lnTo>
                    <a:pt x="193548" y="6096"/>
                  </a:lnTo>
                  <a:lnTo>
                    <a:pt x="179831" y="3048"/>
                  </a:lnTo>
                  <a:lnTo>
                    <a:pt x="149351" y="0"/>
                  </a:lnTo>
                  <a:close/>
                </a:path>
                <a:path w="299084" h="300354">
                  <a:moveTo>
                    <a:pt x="207264" y="12192"/>
                  </a:moveTo>
                  <a:lnTo>
                    <a:pt x="149351" y="12192"/>
                  </a:lnTo>
                  <a:lnTo>
                    <a:pt x="176783" y="15240"/>
                  </a:lnTo>
                  <a:lnTo>
                    <a:pt x="190500" y="19812"/>
                  </a:lnTo>
                  <a:lnTo>
                    <a:pt x="227075" y="36575"/>
                  </a:lnTo>
                  <a:lnTo>
                    <a:pt x="256031" y="62484"/>
                  </a:lnTo>
                  <a:lnTo>
                    <a:pt x="275844" y="97536"/>
                  </a:lnTo>
                  <a:lnTo>
                    <a:pt x="283463" y="123444"/>
                  </a:lnTo>
                  <a:lnTo>
                    <a:pt x="286511" y="135636"/>
                  </a:lnTo>
                  <a:lnTo>
                    <a:pt x="286511" y="164592"/>
                  </a:lnTo>
                  <a:lnTo>
                    <a:pt x="283463" y="178308"/>
                  </a:lnTo>
                  <a:lnTo>
                    <a:pt x="269748" y="216408"/>
                  </a:lnTo>
                  <a:lnTo>
                    <a:pt x="254507" y="237744"/>
                  </a:lnTo>
                  <a:lnTo>
                    <a:pt x="246887" y="246888"/>
                  </a:lnTo>
                  <a:lnTo>
                    <a:pt x="214883" y="271272"/>
                  </a:lnTo>
                  <a:lnTo>
                    <a:pt x="176783" y="284988"/>
                  </a:lnTo>
                  <a:lnTo>
                    <a:pt x="163068" y="286512"/>
                  </a:lnTo>
                  <a:lnTo>
                    <a:pt x="211835" y="286512"/>
                  </a:lnTo>
                  <a:lnTo>
                    <a:pt x="245363" y="265176"/>
                  </a:lnTo>
                  <a:lnTo>
                    <a:pt x="274320" y="233172"/>
                  </a:lnTo>
                  <a:lnTo>
                    <a:pt x="292607" y="195072"/>
                  </a:lnTo>
                  <a:lnTo>
                    <a:pt x="298703" y="164592"/>
                  </a:lnTo>
                  <a:lnTo>
                    <a:pt x="298703" y="134112"/>
                  </a:lnTo>
                  <a:lnTo>
                    <a:pt x="288035" y="91440"/>
                  </a:lnTo>
                  <a:lnTo>
                    <a:pt x="265175" y="54863"/>
                  </a:lnTo>
                  <a:lnTo>
                    <a:pt x="233172" y="25908"/>
                  </a:lnTo>
                  <a:lnTo>
                    <a:pt x="220979" y="18287"/>
                  </a:lnTo>
                  <a:lnTo>
                    <a:pt x="207264" y="12192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9110061" y="4120386"/>
            <a:ext cx="1435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h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5109971" y="4111746"/>
            <a:ext cx="300355" cy="300355"/>
            <a:chOff x="5109971" y="4111746"/>
            <a:chExt cx="300355" cy="300355"/>
          </a:xfrm>
        </p:grpSpPr>
        <p:sp>
          <p:nvSpPr>
            <p:cNvPr id="69" name="object 69"/>
            <p:cNvSpPr/>
            <p:nvPr/>
          </p:nvSpPr>
          <p:spPr>
            <a:xfrm>
              <a:off x="5116067" y="4117842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780" y="0"/>
                  </a:moveTo>
                  <a:lnTo>
                    <a:pt x="99291" y="7290"/>
                  </a:lnTo>
                  <a:lnTo>
                    <a:pt x="59582" y="27602"/>
                  </a:lnTo>
                  <a:lnTo>
                    <a:pt x="28139" y="58594"/>
                  </a:lnTo>
                  <a:lnTo>
                    <a:pt x="7449" y="97926"/>
                  </a:lnTo>
                  <a:lnTo>
                    <a:pt x="0" y="143256"/>
                  </a:lnTo>
                  <a:lnTo>
                    <a:pt x="7449" y="188744"/>
                  </a:lnTo>
                  <a:lnTo>
                    <a:pt x="28139" y="228453"/>
                  </a:lnTo>
                  <a:lnTo>
                    <a:pt x="59582" y="259896"/>
                  </a:lnTo>
                  <a:lnTo>
                    <a:pt x="99291" y="280586"/>
                  </a:lnTo>
                  <a:lnTo>
                    <a:pt x="144780" y="288036"/>
                  </a:lnTo>
                  <a:lnTo>
                    <a:pt x="190109" y="280586"/>
                  </a:lnTo>
                  <a:lnTo>
                    <a:pt x="229441" y="259896"/>
                  </a:lnTo>
                  <a:lnTo>
                    <a:pt x="260433" y="228453"/>
                  </a:lnTo>
                  <a:lnTo>
                    <a:pt x="280745" y="188744"/>
                  </a:lnTo>
                  <a:lnTo>
                    <a:pt x="288036" y="143256"/>
                  </a:lnTo>
                  <a:lnTo>
                    <a:pt x="280745" y="97926"/>
                  </a:lnTo>
                  <a:lnTo>
                    <a:pt x="260433" y="58594"/>
                  </a:lnTo>
                  <a:lnTo>
                    <a:pt x="229441" y="27602"/>
                  </a:lnTo>
                  <a:lnTo>
                    <a:pt x="190109" y="729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109971" y="4111746"/>
              <a:ext cx="300355" cy="300355"/>
            </a:xfrm>
            <a:custGeom>
              <a:avLst/>
              <a:gdLst/>
              <a:ahLst/>
              <a:cxnLst/>
              <a:rect l="l" t="t" r="r" b="b"/>
              <a:pathLst>
                <a:path w="300354" h="300354">
                  <a:moveTo>
                    <a:pt x="149351" y="0"/>
                  </a:moveTo>
                  <a:lnTo>
                    <a:pt x="105155" y="7620"/>
                  </a:lnTo>
                  <a:lnTo>
                    <a:pt x="67055" y="25908"/>
                  </a:lnTo>
                  <a:lnTo>
                    <a:pt x="35051" y="54863"/>
                  </a:lnTo>
                  <a:lnTo>
                    <a:pt x="12191" y="91440"/>
                  </a:lnTo>
                  <a:lnTo>
                    <a:pt x="0" y="150875"/>
                  </a:lnTo>
                  <a:lnTo>
                    <a:pt x="3048" y="181356"/>
                  </a:lnTo>
                  <a:lnTo>
                    <a:pt x="18287" y="220980"/>
                  </a:lnTo>
                  <a:lnTo>
                    <a:pt x="44195" y="256032"/>
                  </a:lnTo>
                  <a:lnTo>
                    <a:pt x="79248" y="281940"/>
                  </a:lnTo>
                  <a:lnTo>
                    <a:pt x="120395" y="297180"/>
                  </a:lnTo>
                  <a:lnTo>
                    <a:pt x="150875" y="300228"/>
                  </a:lnTo>
                  <a:lnTo>
                    <a:pt x="181355" y="297180"/>
                  </a:lnTo>
                  <a:lnTo>
                    <a:pt x="208787" y="288036"/>
                  </a:lnTo>
                  <a:lnTo>
                    <a:pt x="212216" y="286512"/>
                  </a:lnTo>
                  <a:lnTo>
                    <a:pt x="135636" y="286512"/>
                  </a:lnTo>
                  <a:lnTo>
                    <a:pt x="121919" y="284988"/>
                  </a:lnTo>
                  <a:lnTo>
                    <a:pt x="109727" y="280416"/>
                  </a:lnTo>
                  <a:lnTo>
                    <a:pt x="96012" y="275844"/>
                  </a:lnTo>
                  <a:lnTo>
                    <a:pt x="85343" y="269748"/>
                  </a:lnTo>
                  <a:lnTo>
                    <a:pt x="44195" y="237744"/>
                  </a:lnTo>
                  <a:lnTo>
                    <a:pt x="19812" y="190500"/>
                  </a:lnTo>
                  <a:lnTo>
                    <a:pt x="13715" y="163068"/>
                  </a:lnTo>
                  <a:lnTo>
                    <a:pt x="13715" y="135636"/>
                  </a:lnTo>
                  <a:lnTo>
                    <a:pt x="24383" y="96012"/>
                  </a:lnTo>
                  <a:lnTo>
                    <a:pt x="44195" y="62484"/>
                  </a:lnTo>
                  <a:lnTo>
                    <a:pt x="85343" y="28956"/>
                  </a:lnTo>
                  <a:lnTo>
                    <a:pt x="123443" y="15240"/>
                  </a:lnTo>
                  <a:lnTo>
                    <a:pt x="150875" y="12192"/>
                  </a:lnTo>
                  <a:lnTo>
                    <a:pt x="208787" y="12192"/>
                  </a:lnTo>
                  <a:lnTo>
                    <a:pt x="195072" y="6096"/>
                  </a:lnTo>
                  <a:lnTo>
                    <a:pt x="179831" y="3048"/>
                  </a:lnTo>
                  <a:lnTo>
                    <a:pt x="149351" y="0"/>
                  </a:lnTo>
                  <a:close/>
                </a:path>
                <a:path w="300354" h="300354">
                  <a:moveTo>
                    <a:pt x="208787" y="12192"/>
                  </a:moveTo>
                  <a:lnTo>
                    <a:pt x="150875" y="12192"/>
                  </a:lnTo>
                  <a:lnTo>
                    <a:pt x="178307" y="15240"/>
                  </a:lnTo>
                  <a:lnTo>
                    <a:pt x="192024" y="19812"/>
                  </a:lnTo>
                  <a:lnTo>
                    <a:pt x="237743" y="44196"/>
                  </a:lnTo>
                  <a:lnTo>
                    <a:pt x="263651" y="73152"/>
                  </a:lnTo>
                  <a:lnTo>
                    <a:pt x="281939" y="109728"/>
                  </a:lnTo>
                  <a:lnTo>
                    <a:pt x="288036" y="150875"/>
                  </a:lnTo>
                  <a:lnTo>
                    <a:pt x="284988" y="178308"/>
                  </a:lnTo>
                  <a:lnTo>
                    <a:pt x="280415" y="190500"/>
                  </a:lnTo>
                  <a:lnTo>
                    <a:pt x="275843" y="204216"/>
                  </a:lnTo>
                  <a:lnTo>
                    <a:pt x="256031" y="237744"/>
                  </a:lnTo>
                  <a:lnTo>
                    <a:pt x="227075" y="263652"/>
                  </a:lnTo>
                  <a:lnTo>
                    <a:pt x="178307" y="284988"/>
                  </a:lnTo>
                  <a:lnTo>
                    <a:pt x="164591" y="286512"/>
                  </a:lnTo>
                  <a:lnTo>
                    <a:pt x="212216" y="286512"/>
                  </a:lnTo>
                  <a:lnTo>
                    <a:pt x="256031" y="256032"/>
                  </a:lnTo>
                  <a:lnTo>
                    <a:pt x="281939" y="220980"/>
                  </a:lnTo>
                  <a:lnTo>
                    <a:pt x="297179" y="179832"/>
                  </a:lnTo>
                  <a:lnTo>
                    <a:pt x="300227" y="149352"/>
                  </a:lnTo>
                  <a:lnTo>
                    <a:pt x="297179" y="118872"/>
                  </a:lnTo>
                  <a:lnTo>
                    <a:pt x="281939" y="77724"/>
                  </a:lnTo>
                  <a:lnTo>
                    <a:pt x="256031" y="44196"/>
                  </a:lnTo>
                  <a:lnTo>
                    <a:pt x="220979" y="18287"/>
                  </a:lnTo>
                  <a:lnTo>
                    <a:pt x="208787" y="12192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5199322" y="4120386"/>
            <a:ext cx="1238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5404103" y="4242810"/>
            <a:ext cx="3634740" cy="1316990"/>
            <a:chOff x="5404103" y="4242810"/>
            <a:chExt cx="3634740" cy="1316990"/>
          </a:xfrm>
        </p:grpSpPr>
        <p:sp>
          <p:nvSpPr>
            <p:cNvPr id="73" name="object 73"/>
            <p:cNvSpPr/>
            <p:nvPr/>
          </p:nvSpPr>
          <p:spPr>
            <a:xfrm>
              <a:off x="5404104" y="4242810"/>
              <a:ext cx="3634740" cy="40005"/>
            </a:xfrm>
            <a:custGeom>
              <a:avLst/>
              <a:gdLst/>
              <a:ahLst/>
              <a:cxnLst/>
              <a:rect l="l" t="t" r="r" b="b"/>
              <a:pathLst>
                <a:path w="3634740" h="40004">
                  <a:moveTo>
                    <a:pt x="1019556" y="1524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019556" y="39624"/>
                  </a:lnTo>
                  <a:lnTo>
                    <a:pt x="1019556" y="1524"/>
                  </a:lnTo>
                  <a:close/>
                </a:path>
                <a:path w="3634740" h="40004">
                  <a:moveTo>
                    <a:pt x="2327148" y="1524"/>
                  </a:moveTo>
                  <a:lnTo>
                    <a:pt x="1307592" y="0"/>
                  </a:lnTo>
                  <a:lnTo>
                    <a:pt x="1307592" y="38100"/>
                  </a:lnTo>
                  <a:lnTo>
                    <a:pt x="2327148" y="39624"/>
                  </a:lnTo>
                  <a:lnTo>
                    <a:pt x="2327148" y="1524"/>
                  </a:lnTo>
                  <a:close/>
                </a:path>
                <a:path w="3634740" h="40004">
                  <a:moveTo>
                    <a:pt x="3634740" y="1524"/>
                  </a:moveTo>
                  <a:lnTo>
                    <a:pt x="2613660" y="0"/>
                  </a:lnTo>
                  <a:lnTo>
                    <a:pt x="2613660" y="38100"/>
                  </a:lnTo>
                  <a:lnTo>
                    <a:pt x="3634740" y="39624"/>
                  </a:lnTo>
                  <a:lnTo>
                    <a:pt x="3634740" y="1524"/>
                  </a:lnTo>
                  <a:close/>
                </a:path>
              </a:pathLst>
            </a:custGeom>
            <a:solidFill>
              <a:srgbClr val="78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731251" y="5265414"/>
              <a:ext cx="287020" cy="288290"/>
            </a:xfrm>
            <a:custGeom>
              <a:avLst/>
              <a:gdLst/>
              <a:ahLst/>
              <a:cxnLst/>
              <a:rect l="l" t="t" r="r" b="b"/>
              <a:pathLst>
                <a:path w="287020" h="288289">
                  <a:moveTo>
                    <a:pt x="143255" y="0"/>
                  </a:moveTo>
                  <a:lnTo>
                    <a:pt x="97926" y="7449"/>
                  </a:lnTo>
                  <a:lnTo>
                    <a:pt x="58594" y="28139"/>
                  </a:lnTo>
                  <a:lnTo>
                    <a:pt x="27602" y="59582"/>
                  </a:lnTo>
                  <a:lnTo>
                    <a:pt x="7290" y="99291"/>
                  </a:lnTo>
                  <a:lnTo>
                    <a:pt x="0" y="144779"/>
                  </a:lnTo>
                  <a:lnTo>
                    <a:pt x="7290" y="190109"/>
                  </a:lnTo>
                  <a:lnTo>
                    <a:pt x="27602" y="229441"/>
                  </a:lnTo>
                  <a:lnTo>
                    <a:pt x="58594" y="260433"/>
                  </a:lnTo>
                  <a:lnTo>
                    <a:pt x="97926" y="280745"/>
                  </a:lnTo>
                  <a:lnTo>
                    <a:pt x="143255" y="288035"/>
                  </a:lnTo>
                  <a:lnTo>
                    <a:pt x="188585" y="280745"/>
                  </a:lnTo>
                  <a:lnTo>
                    <a:pt x="227917" y="260433"/>
                  </a:lnTo>
                  <a:lnTo>
                    <a:pt x="258909" y="229441"/>
                  </a:lnTo>
                  <a:lnTo>
                    <a:pt x="279221" y="190109"/>
                  </a:lnTo>
                  <a:lnTo>
                    <a:pt x="286512" y="144779"/>
                  </a:lnTo>
                  <a:lnTo>
                    <a:pt x="279221" y="99291"/>
                  </a:lnTo>
                  <a:lnTo>
                    <a:pt x="258909" y="59582"/>
                  </a:lnTo>
                  <a:lnTo>
                    <a:pt x="227917" y="28139"/>
                  </a:lnTo>
                  <a:lnTo>
                    <a:pt x="188585" y="7449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725155" y="5259318"/>
              <a:ext cx="300355" cy="300355"/>
            </a:xfrm>
            <a:custGeom>
              <a:avLst/>
              <a:gdLst/>
              <a:ahLst/>
              <a:cxnLst/>
              <a:rect l="l" t="t" r="r" b="b"/>
              <a:pathLst>
                <a:path w="300354" h="300354">
                  <a:moveTo>
                    <a:pt x="149351" y="0"/>
                  </a:moveTo>
                  <a:lnTo>
                    <a:pt x="91440" y="12192"/>
                  </a:lnTo>
                  <a:lnTo>
                    <a:pt x="44196" y="44196"/>
                  </a:lnTo>
                  <a:lnTo>
                    <a:pt x="18288" y="79248"/>
                  </a:lnTo>
                  <a:lnTo>
                    <a:pt x="3048" y="120396"/>
                  </a:lnTo>
                  <a:lnTo>
                    <a:pt x="0" y="135636"/>
                  </a:lnTo>
                  <a:lnTo>
                    <a:pt x="0" y="166116"/>
                  </a:lnTo>
                  <a:lnTo>
                    <a:pt x="18288" y="222504"/>
                  </a:lnTo>
                  <a:lnTo>
                    <a:pt x="54864" y="266700"/>
                  </a:lnTo>
                  <a:lnTo>
                    <a:pt x="91440" y="288036"/>
                  </a:lnTo>
                  <a:lnTo>
                    <a:pt x="134112" y="298704"/>
                  </a:lnTo>
                  <a:lnTo>
                    <a:pt x="149351" y="300228"/>
                  </a:lnTo>
                  <a:lnTo>
                    <a:pt x="166116" y="298704"/>
                  </a:lnTo>
                  <a:lnTo>
                    <a:pt x="179832" y="297180"/>
                  </a:lnTo>
                  <a:lnTo>
                    <a:pt x="195072" y="292607"/>
                  </a:lnTo>
                  <a:lnTo>
                    <a:pt x="208788" y="288036"/>
                  </a:lnTo>
                  <a:lnTo>
                    <a:pt x="149351" y="288036"/>
                  </a:lnTo>
                  <a:lnTo>
                    <a:pt x="121920" y="284988"/>
                  </a:lnTo>
                  <a:lnTo>
                    <a:pt x="83820" y="271272"/>
                  </a:lnTo>
                  <a:lnTo>
                    <a:pt x="51816" y="246887"/>
                  </a:lnTo>
                  <a:lnTo>
                    <a:pt x="44196" y="237744"/>
                  </a:lnTo>
                  <a:lnTo>
                    <a:pt x="35051" y="227075"/>
                  </a:lnTo>
                  <a:lnTo>
                    <a:pt x="18288" y="190500"/>
                  </a:lnTo>
                  <a:lnTo>
                    <a:pt x="12192" y="149352"/>
                  </a:lnTo>
                  <a:lnTo>
                    <a:pt x="15240" y="121919"/>
                  </a:lnTo>
                  <a:lnTo>
                    <a:pt x="28955" y="85343"/>
                  </a:lnTo>
                  <a:lnTo>
                    <a:pt x="62484" y="44196"/>
                  </a:lnTo>
                  <a:lnTo>
                    <a:pt x="96012" y="24384"/>
                  </a:lnTo>
                  <a:lnTo>
                    <a:pt x="109727" y="19812"/>
                  </a:lnTo>
                  <a:lnTo>
                    <a:pt x="121920" y="15240"/>
                  </a:lnTo>
                  <a:lnTo>
                    <a:pt x="135636" y="13716"/>
                  </a:lnTo>
                  <a:lnTo>
                    <a:pt x="210693" y="13716"/>
                  </a:lnTo>
                  <a:lnTo>
                    <a:pt x="207264" y="12192"/>
                  </a:lnTo>
                  <a:lnTo>
                    <a:pt x="179832" y="3048"/>
                  </a:lnTo>
                  <a:lnTo>
                    <a:pt x="149351" y="0"/>
                  </a:lnTo>
                  <a:close/>
                </a:path>
                <a:path w="300354" h="300354">
                  <a:moveTo>
                    <a:pt x="210693" y="13716"/>
                  </a:moveTo>
                  <a:lnTo>
                    <a:pt x="164592" y="13716"/>
                  </a:lnTo>
                  <a:lnTo>
                    <a:pt x="178308" y="16763"/>
                  </a:lnTo>
                  <a:lnTo>
                    <a:pt x="190500" y="19812"/>
                  </a:lnTo>
                  <a:lnTo>
                    <a:pt x="227075" y="36575"/>
                  </a:lnTo>
                  <a:lnTo>
                    <a:pt x="256032" y="64007"/>
                  </a:lnTo>
                  <a:lnTo>
                    <a:pt x="275844" y="97536"/>
                  </a:lnTo>
                  <a:lnTo>
                    <a:pt x="286512" y="137160"/>
                  </a:lnTo>
                  <a:lnTo>
                    <a:pt x="286512" y="164592"/>
                  </a:lnTo>
                  <a:lnTo>
                    <a:pt x="275844" y="204216"/>
                  </a:lnTo>
                  <a:lnTo>
                    <a:pt x="256032" y="237744"/>
                  </a:lnTo>
                  <a:lnTo>
                    <a:pt x="214884" y="271272"/>
                  </a:lnTo>
                  <a:lnTo>
                    <a:pt x="176784" y="284988"/>
                  </a:lnTo>
                  <a:lnTo>
                    <a:pt x="149351" y="288036"/>
                  </a:lnTo>
                  <a:lnTo>
                    <a:pt x="208788" y="288036"/>
                  </a:lnTo>
                  <a:lnTo>
                    <a:pt x="245364" y="265175"/>
                  </a:lnTo>
                  <a:lnTo>
                    <a:pt x="274320" y="233172"/>
                  </a:lnTo>
                  <a:lnTo>
                    <a:pt x="292608" y="195072"/>
                  </a:lnTo>
                  <a:lnTo>
                    <a:pt x="300227" y="149352"/>
                  </a:lnTo>
                  <a:lnTo>
                    <a:pt x="298703" y="134112"/>
                  </a:lnTo>
                  <a:lnTo>
                    <a:pt x="295655" y="120396"/>
                  </a:lnTo>
                  <a:lnTo>
                    <a:pt x="292608" y="105156"/>
                  </a:lnTo>
                  <a:lnTo>
                    <a:pt x="274320" y="67056"/>
                  </a:lnTo>
                  <a:lnTo>
                    <a:pt x="245364" y="35052"/>
                  </a:lnTo>
                  <a:lnTo>
                    <a:pt x="220979" y="18287"/>
                  </a:lnTo>
                  <a:lnTo>
                    <a:pt x="210693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7808373" y="5268028"/>
            <a:ext cx="1339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k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6417564" y="5259318"/>
            <a:ext cx="300355" cy="300355"/>
            <a:chOff x="6417564" y="5259318"/>
            <a:chExt cx="300355" cy="300355"/>
          </a:xfrm>
        </p:grpSpPr>
        <p:sp>
          <p:nvSpPr>
            <p:cNvPr id="78" name="object 78"/>
            <p:cNvSpPr/>
            <p:nvPr/>
          </p:nvSpPr>
          <p:spPr>
            <a:xfrm>
              <a:off x="6423660" y="526541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143256" y="0"/>
                  </a:moveTo>
                  <a:lnTo>
                    <a:pt x="97926" y="7449"/>
                  </a:lnTo>
                  <a:lnTo>
                    <a:pt x="58594" y="28139"/>
                  </a:lnTo>
                  <a:lnTo>
                    <a:pt x="27602" y="59582"/>
                  </a:lnTo>
                  <a:lnTo>
                    <a:pt x="7290" y="99291"/>
                  </a:lnTo>
                  <a:lnTo>
                    <a:pt x="0" y="144779"/>
                  </a:lnTo>
                  <a:lnTo>
                    <a:pt x="7290" y="190109"/>
                  </a:lnTo>
                  <a:lnTo>
                    <a:pt x="27602" y="229441"/>
                  </a:lnTo>
                  <a:lnTo>
                    <a:pt x="58594" y="260433"/>
                  </a:lnTo>
                  <a:lnTo>
                    <a:pt x="97926" y="280745"/>
                  </a:lnTo>
                  <a:lnTo>
                    <a:pt x="143256" y="288035"/>
                  </a:lnTo>
                  <a:lnTo>
                    <a:pt x="188744" y="280745"/>
                  </a:lnTo>
                  <a:lnTo>
                    <a:pt x="228453" y="260433"/>
                  </a:lnTo>
                  <a:lnTo>
                    <a:pt x="259896" y="229441"/>
                  </a:lnTo>
                  <a:lnTo>
                    <a:pt x="280586" y="190109"/>
                  </a:lnTo>
                  <a:lnTo>
                    <a:pt x="288036" y="144779"/>
                  </a:lnTo>
                  <a:lnTo>
                    <a:pt x="280586" y="99291"/>
                  </a:lnTo>
                  <a:lnTo>
                    <a:pt x="259896" y="59582"/>
                  </a:lnTo>
                  <a:lnTo>
                    <a:pt x="228453" y="28139"/>
                  </a:lnTo>
                  <a:lnTo>
                    <a:pt x="188744" y="7449"/>
                  </a:lnTo>
                  <a:lnTo>
                    <a:pt x="143256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417564" y="5259318"/>
              <a:ext cx="300355" cy="300355"/>
            </a:xfrm>
            <a:custGeom>
              <a:avLst/>
              <a:gdLst/>
              <a:ahLst/>
              <a:cxnLst/>
              <a:rect l="l" t="t" r="r" b="b"/>
              <a:pathLst>
                <a:path w="300354" h="300354">
                  <a:moveTo>
                    <a:pt x="149352" y="0"/>
                  </a:moveTo>
                  <a:lnTo>
                    <a:pt x="91439" y="12192"/>
                  </a:lnTo>
                  <a:lnTo>
                    <a:pt x="44196" y="44196"/>
                  </a:lnTo>
                  <a:lnTo>
                    <a:pt x="18287" y="79248"/>
                  </a:lnTo>
                  <a:lnTo>
                    <a:pt x="3048" y="120396"/>
                  </a:lnTo>
                  <a:lnTo>
                    <a:pt x="0" y="150875"/>
                  </a:lnTo>
                  <a:lnTo>
                    <a:pt x="3048" y="181356"/>
                  </a:lnTo>
                  <a:lnTo>
                    <a:pt x="18287" y="222504"/>
                  </a:lnTo>
                  <a:lnTo>
                    <a:pt x="44196" y="256031"/>
                  </a:lnTo>
                  <a:lnTo>
                    <a:pt x="79248" y="281940"/>
                  </a:lnTo>
                  <a:lnTo>
                    <a:pt x="120395" y="297180"/>
                  </a:lnTo>
                  <a:lnTo>
                    <a:pt x="150876" y="300228"/>
                  </a:lnTo>
                  <a:lnTo>
                    <a:pt x="166115" y="298704"/>
                  </a:lnTo>
                  <a:lnTo>
                    <a:pt x="179832" y="297180"/>
                  </a:lnTo>
                  <a:lnTo>
                    <a:pt x="195071" y="292607"/>
                  </a:lnTo>
                  <a:lnTo>
                    <a:pt x="208787" y="288036"/>
                  </a:lnTo>
                  <a:lnTo>
                    <a:pt x="149352" y="288036"/>
                  </a:lnTo>
                  <a:lnTo>
                    <a:pt x="121919" y="284988"/>
                  </a:lnTo>
                  <a:lnTo>
                    <a:pt x="83820" y="271272"/>
                  </a:lnTo>
                  <a:lnTo>
                    <a:pt x="44196" y="237744"/>
                  </a:lnTo>
                  <a:lnTo>
                    <a:pt x="22860" y="202692"/>
                  </a:lnTo>
                  <a:lnTo>
                    <a:pt x="13715" y="164592"/>
                  </a:lnTo>
                  <a:lnTo>
                    <a:pt x="12191" y="149352"/>
                  </a:lnTo>
                  <a:lnTo>
                    <a:pt x="15239" y="121919"/>
                  </a:lnTo>
                  <a:lnTo>
                    <a:pt x="19812" y="109728"/>
                  </a:lnTo>
                  <a:lnTo>
                    <a:pt x="24384" y="96012"/>
                  </a:lnTo>
                  <a:lnTo>
                    <a:pt x="44196" y="62484"/>
                  </a:lnTo>
                  <a:lnTo>
                    <a:pt x="73151" y="36575"/>
                  </a:lnTo>
                  <a:lnTo>
                    <a:pt x="121919" y="15240"/>
                  </a:lnTo>
                  <a:lnTo>
                    <a:pt x="135636" y="13716"/>
                  </a:lnTo>
                  <a:lnTo>
                    <a:pt x="211836" y="13716"/>
                  </a:lnTo>
                  <a:lnTo>
                    <a:pt x="208787" y="12192"/>
                  </a:lnTo>
                  <a:lnTo>
                    <a:pt x="193547" y="7619"/>
                  </a:lnTo>
                  <a:lnTo>
                    <a:pt x="179832" y="3048"/>
                  </a:lnTo>
                  <a:lnTo>
                    <a:pt x="149352" y="0"/>
                  </a:lnTo>
                  <a:close/>
                </a:path>
                <a:path w="300354" h="300354">
                  <a:moveTo>
                    <a:pt x="211836" y="13716"/>
                  </a:moveTo>
                  <a:lnTo>
                    <a:pt x="164591" y="13716"/>
                  </a:lnTo>
                  <a:lnTo>
                    <a:pt x="178308" y="16763"/>
                  </a:lnTo>
                  <a:lnTo>
                    <a:pt x="190500" y="19812"/>
                  </a:lnTo>
                  <a:lnTo>
                    <a:pt x="227076" y="36575"/>
                  </a:lnTo>
                  <a:lnTo>
                    <a:pt x="256032" y="64007"/>
                  </a:lnTo>
                  <a:lnTo>
                    <a:pt x="280415" y="109728"/>
                  </a:lnTo>
                  <a:lnTo>
                    <a:pt x="286512" y="137160"/>
                  </a:lnTo>
                  <a:lnTo>
                    <a:pt x="286512" y="164592"/>
                  </a:lnTo>
                  <a:lnTo>
                    <a:pt x="275843" y="204216"/>
                  </a:lnTo>
                  <a:lnTo>
                    <a:pt x="256032" y="237744"/>
                  </a:lnTo>
                  <a:lnTo>
                    <a:pt x="227076" y="263652"/>
                  </a:lnTo>
                  <a:lnTo>
                    <a:pt x="190500" y="281940"/>
                  </a:lnTo>
                  <a:lnTo>
                    <a:pt x="149352" y="288036"/>
                  </a:lnTo>
                  <a:lnTo>
                    <a:pt x="208787" y="288036"/>
                  </a:lnTo>
                  <a:lnTo>
                    <a:pt x="256032" y="256031"/>
                  </a:lnTo>
                  <a:lnTo>
                    <a:pt x="281939" y="220980"/>
                  </a:lnTo>
                  <a:lnTo>
                    <a:pt x="297180" y="179831"/>
                  </a:lnTo>
                  <a:lnTo>
                    <a:pt x="300228" y="149352"/>
                  </a:lnTo>
                  <a:lnTo>
                    <a:pt x="298704" y="134112"/>
                  </a:lnTo>
                  <a:lnTo>
                    <a:pt x="288036" y="91440"/>
                  </a:lnTo>
                  <a:lnTo>
                    <a:pt x="265176" y="54863"/>
                  </a:lnTo>
                  <a:lnTo>
                    <a:pt x="233171" y="25907"/>
                  </a:lnTo>
                  <a:lnTo>
                    <a:pt x="220980" y="18287"/>
                  </a:lnTo>
                  <a:lnTo>
                    <a:pt x="211836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6526752" y="5268028"/>
            <a:ext cx="850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j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9032747" y="5259318"/>
            <a:ext cx="299085" cy="300355"/>
            <a:chOff x="9032747" y="5259318"/>
            <a:chExt cx="299085" cy="300355"/>
          </a:xfrm>
        </p:grpSpPr>
        <p:sp>
          <p:nvSpPr>
            <p:cNvPr id="82" name="object 82"/>
            <p:cNvSpPr/>
            <p:nvPr/>
          </p:nvSpPr>
          <p:spPr>
            <a:xfrm>
              <a:off x="9038843" y="5265414"/>
              <a:ext cx="287020" cy="288290"/>
            </a:xfrm>
            <a:custGeom>
              <a:avLst/>
              <a:gdLst/>
              <a:ahLst/>
              <a:cxnLst/>
              <a:rect l="l" t="t" r="r" b="b"/>
              <a:pathLst>
                <a:path w="287020" h="288289">
                  <a:moveTo>
                    <a:pt x="143255" y="0"/>
                  </a:moveTo>
                  <a:lnTo>
                    <a:pt x="97926" y="7449"/>
                  </a:lnTo>
                  <a:lnTo>
                    <a:pt x="58594" y="28139"/>
                  </a:lnTo>
                  <a:lnTo>
                    <a:pt x="27602" y="59582"/>
                  </a:lnTo>
                  <a:lnTo>
                    <a:pt x="7290" y="99291"/>
                  </a:lnTo>
                  <a:lnTo>
                    <a:pt x="0" y="144779"/>
                  </a:lnTo>
                  <a:lnTo>
                    <a:pt x="7290" y="190109"/>
                  </a:lnTo>
                  <a:lnTo>
                    <a:pt x="27602" y="229441"/>
                  </a:lnTo>
                  <a:lnTo>
                    <a:pt x="58594" y="260433"/>
                  </a:lnTo>
                  <a:lnTo>
                    <a:pt x="97926" y="280745"/>
                  </a:lnTo>
                  <a:lnTo>
                    <a:pt x="143255" y="288035"/>
                  </a:lnTo>
                  <a:lnTo>
                    <a:pt x="188585" y="280745"/>
                  </a:lnTo>
                  <a:lnTo>
                    <a:pt x="227917" y="260433"/>
                  </a:lnTo>
                  <a:lnTo>
                    <a:pt x="258909" y="229441"/>
                  </a:lnTo>
                  <a:lnTo>
                    <a:pt x="279221" y="190109"/>
                  </a:lnTo>
                  <a:lnTo>
                    <a:pt x="286511" y="144779"/>
                  </a:lnTo>
                  <a:lnTo>
                    <a:pt x="279221" y="99291"/>
                  </a:lnTo>
                  <a:lnTo>
                    <a:pt x="258909" y="59582"/>
                  </a:lnTo>
                  <a:lnTo>
                    <a:pt x="227917" y="28139"/>
                  </a:lnTo>
                  <a:lnTo>
                    <a:pt x="188585" y="7449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9032747" y="5259318"/>
              <a:ext cx="299085" cy="300355"/>
            </a:xfrm>
            <a:custGeom>
              <a:avLst/>
              <a:gdLst/>
              <a:ahLst/>
              <a:cxnLst/>
              <a:rect l="l" t="t" r="r" b="b"/>
              <a:pathLst>
                <a:path w="299084" h="300354">
                  <a:moveTo>
                    <a:pt x="149351" y="0"/>
                  </a:moveTo>
                  <a:lnTo>
                    <a:pt x="91440" y="12192"/>
                  </a:lnTo>
                  <a:lnTo>
                    <a:pt x="53340" y="35052"/>
                  </a:lnTo>
                  <a:lnTo>
                    <a:pt x="24383" y="67056"/>
                  </a:lnTo>
                  <a:lnTo>
                    <a:pt x="6096" y="106680"/>
                  </a:lnTo>
                  <a:lnTo>
                    <a:pt x="0" y="135636"/>
                  </a:lnTo>
                  <a:lnTo>
                    <a:pt x="0" y="166116"/>
                  </a:lnTo>
                  <a:lnTo>
                    <a:pt x="10668" y="208787"/>
                  </a:lnTo>
                  <a:lnTo>
                    <a:pt x="33527" y="245363"/>
                  </a:lnTo>
                  <a:lnTo>
                    <a:pt x="65531" y="274319"/>
                  </a:lnTo>
                  <a:lnTo>
                    <a:pt x="105155" y="294131"/>
                  </a:lnTo>
                  <a:lnTo>
                    <a:pt x="149351" y="300228"/>
                  </a:lnTo>
                  <a:lnTo>
                    <a:pt x="179831" y="297180"/>
                  </a:lnTo>
                  <a:lnTo>
                    <a:pt x="193548" y="292607"/>
                  </a:lnTo>
                  <a:lnTo>
                    <a:pt x="208787" y="288036"/>
                  </a:lnTo>
                  <a:lnTo>
                    <a:pt x="149351" y="288036"/>
                  </a:lnTo>
                  <a:lnTo>
                    <a:pt x="121920" y="284988"/>
                  </a:lnTo>
                  <a:lnTo>
                    <a:pt x="83820" y="271272"/>
                  </a:lnTo>
                  <a:lnTo>
                    <a:pt x="51816" y="246887"/>
                  </a:lnTo>
                  <a:lnTo>
                    <a:pt x="22859" y="202692"/>
                  </a:lnTo>
                  <a:lnTo>
                    <a:pt x="12192" y="164592"/>
                  </a:lnTo>
                  <a:lnTo>
                    <a:pt x="12192" y="149352"/>
                  </a:lnTo>
                  <a:lnTo>
                    <a:pt x="15240" y="121919"/>
                  </a:lnTo>
                  <a:lnTo>
                    <a:pt x="18287" y="109728"/>
                  </a:lnTo>
                  <a:lnTo>
                    <a:pt x="22859" y="96012"/>
                  </a:lnTo>
                  <a:lnTo>
                    <a:pt x="28955" y="85343"/>
                  </a:lnTo>
                  <a:lnTo>
                    <a:pt x="35051" y="73152"/>
                  </a:lnTo>
                  <a:lnTo>
                    <a:pt x="62483" y="44196"/>
                  </a:lnTo>
                  <a:lnTo>
                    <a:pt x="108203" y="19812"/>
                  </a:lnTo>
                  <a:lnTo>
                    <a:pt x="135635" y="13716"/>
                  </a:lnTo>
                  <a:lnTo>
                    <a:pt x="210692" y="13716"/>
                  </a:lnTo>
                  <a:lnTo>
                    <a:pt x="207263" y="12192"/>
                  </a:lnTo>
                  <a:lnTo>
                    <a:pt x="179831" y="3048"/>
                  </a:lnTo>
                  <a:lnTo>
                    <a:pt x="149351" y="0"/>
                  </a:lnTo>
                  <a:close/>
                </a:path>
                <a:path w="299084" h="300354">
                  <a:moveTo>
                    <a:pt x="210692" y="13716"/>
                  </a:moveTo>
                  <a:lnTo>
                    <a:pt x="163068" y="13716"/>
                  </a:lnTo>
                  <a:lnTo>
                    <a:pt x="190500" y="19812"/>
                  </a:lnTo>
                  <a:lnTo>
                    <a:pt x="202692" y="24384"/>
                  </a:lnTo>
                  <a:lnTo>
                    <a:pt x="236220" y="44196"/>
                  </a:lnTo>
                  <a:lnTo>
                    <a:pt x="263651" y="74675"/>
                  </a:lnTo>
                  <a:lnTo>
                    <a:pt x="280416" y="109728"/>
                  </a:lnTo>
                  <a:lnTo>
                    <a:pt x="286511" y="137160"/>
                  </a:lnTo>
                  <a:lnTo>
                    <a:pt x="286511" y="164592"/>
                  </a:lnTo>
                  <a:lnTo>
                    <a:pt x="275844" y="204216"/>
                  </a:lnTo>
                  <a:lnTo>
                    <a:pt x="254507" y="237744"/>
                  </a:lnTo>
                  <a:lnTo>
                    <a:pt x="246887" y="246887"/>
                  </a:lnTo>
                  <a:lnTo>
                    <a:pt x="214883" y="271272"/>
                  </a:lnTo>
                  <a:lnTo>
                    <a:pt x="176783" y="284988"/>
                  </a:lnTo>
                  <a:lnTo>
                    <a:pt x="149351" y="288036"/>
                  </a:lnTo>
                  <a:lnTo>
                    <a:pt x="208787" y="288036"/>
                  </a:lnTo>
                  <a:lnTo>
                    <a:pt x="245363" y="265175"/>
                  </a:lnTo>
                  <a:lnTo>
                    <a:pt x="274320" y="233172"/>
                  </a:lnTo>
                  <a:lnTo>
                    <a:pt x="292607" y="195072"/>
                  </a:lnTo>
                  <a:lnTo>
                    <a:pt x="298703" y="164592"/>
                  </a:lnTo>
                  <a:lnTo>
                    <a:pt x="298703" y="134112"/>
                  </a:lnTo>
                  <a:lnTo>
                    <a:pt x="295655" y="120396"/>
                  </a:lnTo>
                  <a:lnTo>
                    <a:pt x="292607" y="105156"/>
                  </a:lnTo>
                  <a:lnTo>
                    <a:pt x="265175" y="54863"/>
                  </a:lnTo>
                  <a:lnTo>
                    <a:pt x="233172" y="25907"/>
                  </a:lnTo>
                  <a:lnTo>
                    <a:pt x="220979" y="18287"/>
                  </a:lnTo>
                  <a:lnTo>
                    <a:pt x="210692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9140465" y="5268028"/>
            <a:ext cx="838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l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5109971" y="5259318"/>
            <a:ext cx="300355" cy="300355"/>
            <a:chOff x="5109971" y="5259318"/>
            <a:chExt cx="300355" cy="300355"/>
          </a:xfrm>
        </p:grpSpPr>
        <p:sp>
          <p:nvSpPr>
            <p:cNvPr id="86" name="object 86"/>
            <p:cNvSpPr/>
            <p:nvPr/>
          </p:nvSpPr>
          <p:spPr>
            <a:xfrm>
              <a:off x="5116067" y="526541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780" y="0"/>
                  </a:moveTo>
                  <a:lnTo>
                    <a:pt x="99291" y="7449"/>
                  </a:lnTo>
                  <a:lnTo>
                    <a:pt x="59582" y="28139"/>
                  </a:lnTo>
                  <a:lnTo>
                    <a:pt x="28139" y="59582"/>
                  </a:lnTo>
                  <a:lnTo>
                    <a:pt x="7449" y="99291"/>
                  </a:lnTo>
                  <a:lnTo>
                    <a:pt x="0" y="144779"/>
                  </a:lnTo>
                  <a:lnTo>
                    <a:pt x="7449" y="190109"/>
                  </a:lnTo>
                  <a:lnTo>
                    <a:pt x="28139" y="229441"/>
                  </a:lnTo>
                  <a:lnTo>
                    <a:pt x="59582" y="260433"/>
                  </a:lnTo>
                  <a:lnTo>
                    <a:pt x="99291" y="280745"/>
                  </a:lnTo>
                  <a:lnTo>
                    <a:pt x="144780" y="288035"/>
                  </a:lnTo>
                  <a:lnTo>
                    <a:pt x="190109" y="280745"/>
                  </a:lnTo>
                  <a:lnTo>
                    <a:pt x="229441" y="260433"/>
                  </a:lnTo>
                  <a:lnTo>
                    <a:pt x="260433" y="229441"/>
                  </a:lnTo>
                  <a:lnTo>
                    <a:pt x="280745" y="190109"/>
                  </a:lnTo>
                  <a:lnTo>
                    <a:pt x="288036" y="144779"/>
                  </a:lnTo>
                  <a:lnTo>
                    <a:pt x="280745" y="99291"/>
                  </a:lnTo>
                  <a:lnTo>
                    <a:pt x="260433" y="59582"/>
                  </a:lnTo>
                  <a:lnTo>
                    <a:pt x="229441" y="28139"/>
                  </a:lnTo>
                  <a:lnTo>
                    <a:pt x="190109" y="7449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EFAB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5109971" y="5259318"/>
              <a:ext cx="300355" cy="300355"/>
            </a:xfrm>
            <a:custGeom>
              <a:avLst/>
              <a:gdLst/>
              <a:ahLst/>
              <a:cxnLst/>
              <a:rect l="l" t="t" r="r" b="b"/>
              <a:pathLst>
                <a:path w="300354" h="300354">
                  <a:moveTo>
                    <a:pt x="149351" y="0"/>
                  </a:moveTo>
                  <a:lnTo>
                    <a:pt x="105155" y="7619"/>
                  </a:lnTo>
                  <a:lnTo>
                    <a:pt x="67055" y="25907"/>
                  </a:lnTo>
                  <a:lnTo>
                    <a:pt x="35051" y="54863"/>
                  </a:lnTo>
                  <a:lnTo>
                    <a:pt x="12191" y="92963"/>
                  </a:lnTo>
                  <a:lnTo>
                    <a:pt x="0" y="150875"/>
                  </a:lnTo>
                  <a:lnTo>
                    <a:pt x="3048" y="181356"/>
                  </a:lnTo>
                  <a:lnTo>
                    <a:pt x="18287" y="222504"/>
                  </a:lnTo>
                  <a:lnTo>
                    <a:pt x="44195" y="256031"/>
                  </a:lnTo>
                  <a:lnTo>
                    <a:pt x="79248" y="281940"/>
                  </a:lnTo>
                  <a:lnTo>
                    <a:pt x="120395" y="297180"/>
                  </a:lnTo>
                  <a:lnTo>
                    <a:pt x="150875" y="300228"/>
                  </a:lnTo>
                  <a:lnTo>
                    <a:pt x="181355" y="297180"/>
                  </a:lnTo>
                  <a:lnTo>
                    <a:pt x="208787" y="288036"/>
                  </a:lnTo>
                  <a:lnTo>
                    <a:pt x="149351" y="288036"/>
                  </a:lnTo>
                  <a:lnTo>
                    <a:pt x="121919" y="284988"/>
                  </a:lnTo>
                  <a:lnTo>
                    <a:pt x="109727" y="280416"/>
                  </a:lnTo>
                  <a:lnTo>
                    <a:pt x="96012" y="275844"/>
                  </a:lnTo>
                  <a:lnTo>
                    <a:pt x="85343" y="271272"/>
                  </a:lnTo>
                  <a:lnTo>
                    <a:pt x="44195" y="237744"/>
                  </a:lnTo>
                  <a:lnTo>
                    <a:pt x="15239" y="178307"/>
                  </a:lnTo>
                  <a:lnTo>
                    <a:pt x="13715" y="164592"/>
                  </a:lnTo>
                  <a:lnTo>
                    <a:pt x="13715" y="135636"/>
                  </a:lnTo>
                  <a:lnTo>
                    <a:pt x="16763" y="121919"/>
                  </a:lnTo>
                  <a:lnTo>
                    <a:pt x="19812" y="109728"/>
                  </a:lnTo>
                  <a:lnTo>
                    <a:pt x="24383" y="96012"/>
                  </a:lnTo>
                  <a:lnTo>
                    <a:pt x="30479" y="85343"/>
                  </a:lnTo>
                  <a:lnTo>
                    <a:pt x="36575" y="73152"/>
                  </a:lnTo>
                  <a:lnTo>
                    <a:pt x="64007" y="44196"/>
                  </a:lnTo>
                  <a:lnTo>
                    <a:pt x="109727" y="19812"/>
                  </a:lnTo>
                  <a:lnTo>
                    <a:pt x="137160" y="13716"/>
                  </a:lnTo>
                  <a:lnTo>
                    <a:pt x="211836" y="13716"/>
                  </a:lnTo>
                  <a:lnTo>
                    <a:pt x="208787" y="12192"/>
                  </a:lnTo>
                  <a:lnTo>
                    <a:pt x="195072" y="7619"/>
                  </a:lnTo>
                  <a:lnTo>
                    <a:pt x="179831" y="3048"/>
                  </a:lnTo>
                  <a:lnTo>
                    <a:pt x="149351" y="0"/>
                  </a:lnTo>
                  <a:close/>
                </a:path>
                <a:path w="300354" h="300354">
                  <a:moveTo>
                    <a:pt x="211836" y="13716"/>
                  </a:moveTo>
                  <a:lnTo>
                    <a:pt x="164591" y="13716"/>
                  </a:lnTo>
                  <a:lnTo>
                    <a:pt x="192024" y="19812"/>
                  </a:lnTo>
                  <a:lnTo>
                    <a:pt x="204215" y="24384"/>
                  </a:lnTo>
                  <a:lnTo>
                    <a:pt x="237743" y="44196"/>
                  </a:lnTo>
                  <a:lnTo>
                    <a:pt x="271272" y="85343"/>
                  </a:lnTo>
                  <a:lnTo>
                    <a:pt x="284988" y="123443"/>
                  </a:lnTo>
                  <a:lnTo>
                    <a:pt x="288036" y="150875"/>
                  </a:lnTo>
                  <a:lnTo>
                    <a:pt x="284988" y="178307"/>
                  </a:lnTo>
                  <a:lnTo>
                    <a:pt x="271272" y="216407"/>
                  </a:lnTo>
                  <a:lnTo>
                    <a:pt x="237743" y="256031"/>
                  </a:lnTo>
                  <a:lnTo>
                    <a:pt x="202691" y="277368"/>
                  </a:lnTo>
                  <a:lnTo>
                    <a:pt x="164591" y="286512"/>
                  </a:lnTo>
                  <a:lnTo>
                    <a:pt x="149351" y="288036"/>
                  </a:lnTo>
                  <a:lnTo>
                    <a:pt x="208787" y="288036"/>
                  </a:lnTo>
                  <a:lnTo>
                    <a:pt x="256031" y="256031"/>
                  </a:lnTo>
                  <a:lnTo>
                    <a:pt x="281939" y="220980"/>
                  </a:lnTo>
                  <a:lnTo>
                    <a:pt x="297179" y="179831"/>
                  </a:lnTo>
                  <a:lnTo>
                    <a:pt x="300227" y="149352"/>
                  </a:lnTo>
                  <a:lnTo>
                    <a:pt x="298703" y="134112"/>
                  </a:lnTo>
                  <a:lnTo>
                    <a:pt x="288036" y="91440"/>
                  </a:lnTo>
                  <a:lnTo>
                    <a:pt x="265175" y="54863"/>
                  </a:lnTo>
                  <a:lnTo>
                    <a:pt x="233172" y="25907"/>
                  </a:lnTo>
                  <a:lnTo>
                    <a:pt x="220979" y="18287"/>
                  </a:lnTo>
                  <a:lnTo>
                    <a:pt x="211836" y="13716"/>
                  </a:lnTo>
                  <a:close/>
                </a:path>
              </a:pathLst>
            </a:custGeom>
            <a:solidFill>
              <a:srgbClr val="B07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5217767" y="5268028"/>
            <a:ext cx="850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5241036" y="3305550"/>
            <a:ext cx="3961129" cy="2124710"/>
          </a:xfrm>
          <a:custGeom>
            <a:avLst/>
            <a:gdLst/>
            <a:ahLst/>
            <a:cxnLst/>
            <a:rect l="l" t="t" r="r" b="b"/>
            <a:pathLst>
              <a:path w="3961129" h="2124710">
                <a:moveTo>
                  <a:pt x="38100" y="1100328"/>
                </a:moveTo>
                <a:lnTo>
                  <a:pt x="0" y="1100328"/>
                </a:lnTo>
                <a:lnTo>
                  <a:pt x="0" y="1961388"/>
                </a:lnTo>
                <a:lnTo>
                  <a:pt x="38100" y="1961388"/>
                </a:lnTo>
                <a:lnTo>
                  <a:pt x="38100" y="1100328"/>
                </a:lnTo>
                <a:close/>
              </a:path>
              <a:path w="3961129" h="2124710">
                <a:moveTo>
                  <a:pt x="38100" y="0"/>
                </a:moveTo>
                <a:lnTo>
                  <a:pt x="0" y="0"/>
                </a:lnTo>
                <a:lnTo>
                  <a:pt x="0" y="813816"/>
                </a:lnTo>
                <a:lnTo>
                  <a:pt x="38100" y="813816"/>
                </a:lnTo>
                <a:lnTo>
                  <a:pt x="38100" y="0"/>
                </a:lnTo>
                <a:close/>
              </a:path>
              <a:path w="3961129" h="2124710">
                <a:moveTo>
                  <a:pt x="1182624" y="2086356"/>
                </a:moveTo>
                <a:lnTo>
                  <a:pt x="163068" y="2084832"/>
                </a:lnTo>
                <a:lnTo>
                  <a:pt x="163068" y="2122932"/>
                </a:lnTo>
                <a:lnTo>
                  <a:pt x="1182624" y="2124456"/>
                </a:lnTo>
                <a:lnTo>
                  <a:pt x="1182624" y="2086356"/>
                </a:lnTo>
                <a:close/>
              </a:path>
              <a:path w="3961129" h="2124710">
                <a:moveTo>
                  <a:pt x="1345692" y="1100328"/>
                </a:moveTo>
                <a:lnTo>
                  <a:pt x="1307592" y="1100328"/>
                </a:lnTo>
                <a:lnTo>
                  <a:pt x="1307592" y="1961388"/>
                </a:lnTo>
                <a:lnTo>
                  <a:pt x="1345692" y="1961388"/>
                </a:lnTo>
                <a:lnTo>
                  <a:pt x="1345692" y="1100328"/>
                </a:lnTo>
                <a:close/>
              </a:path>
              <a:path w="3961129" h="2124710">
                <a:moveTo>
                  <a:pt x="1345692" y="0"/>
                </a:moveTo>
                <a:lnTo>
                  <a:pt x="1307592" y="0"/>
                </a:lnTo>
                <a:lnTo>
                  <a:pt x="1307592" y="813816"/>
                </a:lnTo>
                <a:lnTo>
                  <a:pt x="1345692" y="813816"/>
                </a:lnTo>
                <a:lnTo>
                  <a:pt x="1345692" y="0"/>
                </a:lnTo>
                <a:close/>
              </a:path>
              <a:path w="3961129" h="2124710">
                <a:moveTo>
                  <a:pt x="2490216" y="2086356"/>
                </a:moveTo>
                <a:lnTo>
                  <a:pt x="1470660" y="2084832"/>
                </a:lnTo>
                <a:lnTo>
                  <a:pt x="1470660" y="2122932"/>
                </a:lnTo>
                <a:lnTo>
                  <a:pt x="2490216" y="2124456"/>
                </a:lnTo>
                <a:lnTo>
                  <a:pt x="2490216" y="2086356"/>
                </a:lnTo>
                <a:close/>
              </a:path>
              <a:path w="3961129" h="2124710">
                <a:moveTo>
                  <a:pt x="2653284" y="1100328"/>
                </a:moveTo>
                <a:lnTo>
                  <a:pt x="2615184" y="1100328"/>
                </a:lnTo>
                <a:lnTo>
                  <a:pt x="2613660" y="1961388"/>
                </a:lnTo>
                <a:lnTo>
                  <a:pt x="2651760" y="1961388"/>
                </a:lnTo>
                <a:lnTo>
                  <a:pt x="2653284" y="1100328"/>
                </a:lnTo>
                <a:close/>
              </a:path>
              <a:path w="3961129" h="2124710">
                <a:moveTo>
                  <a:pt x="2653284" y="0"/>
                </a:moveTo>
                <a:lnTo>
                  <a:pt x="2615184" y="0"/>
                </a:lnTo>
                <a:lnTo>
                  <a:pt x="2613660" y="813816"/>
                </a:lnTo>
                <a:lnTo>
                  <a:pt x="2651760" y="813816"/>
                </a:lnTo>
                <a:lnTo>
                  <a:pt x="2653284" y="0"/>
                </a:lnTo>
                <a:close/>
              </a:path>
              <a:path w="3961129" h="2124710">
                <a:moveTo>
                  <a:pt x="3797808" y="2086356"/>
                </a:moveTo>
                <a:lnTo>
                  <a:pt x="2776728" y="2084832"/>
                </a:lnTo>
                <a:lnTo>
                  <a:pt x="2776728" y="2122932"/>
                </a:lnTo>
                <a:lnTo>
                  <a:pt x="3797808" y="2124456"/>
                </a:lnTo>
                <a:lnTo>
                  <a:pt x="3797808" y="2086356"/>
                </a:lnTo>
                <a:close/>
              </a:path>
              <a:path w="3961129" h="2124710">
                <a:moveTo>
                  <a:pt x="3960876" y="1100328"/>
                </a:moveTo>
                <a:lnTo>
                  <a:pt x="3922776" y="1100328"/>
                </a:lnTo>
                <a:lnTo>
                  <a:pt x="3921252" y="1961388"/>
                </a:lnTo>
                <a:lnTo>
                  <a:pt x="3959352" y="1961388"/>
                </a:lnTo>
                <a:lnTo>
                  <a:pt x="3960876" y="1100328"/>
                </a:lnTo>
                <a:close/>
              </a:path>
              <a:path w="3961129" h="2124710">
                <a:moveTo>
                  <a:pt x="3960876" y="0"/>
                </a:moveTo>
                <a:lnTo>
                  <a:pt x="3922776" y="0"/>
                </a:lnTo>
                <a:lnTo>
                  <a:pt x="3921252" y="813816"/>
                </a:lnTo>
                <a:lnTo>
                  <a:pt x="3959352" y="813816"/>
                </a:lnTo>
                <a:lnTo>
                  <a:pt x="3960876" y="0"/>
                </a:lnTo>
                <a:close/>
              </a:path>
            </a:pathLst>
          </a:custGeom>
          <a:solidFill>
            <a:srgbClr val="78AC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5947660" y="2815860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2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07" name="object 10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08" name="object 10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09" name="object 10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81</a:t>
            </a:fld>
            <a:endParaRPr spc="-25" dirty="0"/>
          </a:p>
        </p:txBody>
      </p:sp>
      <p:sp>
        <p:nvSpPr>
          <p:cNvPr id="91" name="object 91"/>
          <p:cNvSpPr txBox="1"/>
          <p:nvPr/>
        </p:nvSpPr>
        <p:spPr>
          <a:xfrm>
            <a:off x="7240025" y="2815860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8543132" y="2815860"/>
            <a:ext cx="113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1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5947660" y="3916072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7235363" y="3916072"/>
            <a:ext cx="1466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8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8533808" y="3916072"/>
            <a:ext cx="1327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5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5947660" y="5063714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2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243065" y="5063714"/>
            <a:ext cx="1327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5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8529349" y="5063714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6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5322761" y="3484946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5347287" y="4634007"/>
            <a:ext cx="113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1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6671474" y="3484946"/>
            <a:ext cx="127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7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7950258" y="3484946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4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9241000" y="3484946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6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6662353" y="4634007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3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7977621" y="4634007"/>
            <a:ext cx="113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1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9241000" y="4634007"/>
            <a:ext cx="140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Georgia"/>
                <a:cs typeface="Georgia"/>
              </a:rPr>
              <a:t>4</a:t>
            </a:r>
            <a:endParaRPr sz="1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0132" y="1517500"/>
            <a:ext cx="7910195" cy="1214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 marR="5080" indent="-51562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</a:pPr>
            <a:r>
              <a:rPr spc="-25" dirty="0"/>
              <a:t>4.</a:t>
            </a:r>
            <a:r>
              <a:rPr dirty="0"/>
              <a:t>	Áp</a:t>
            </a:r>
            <a:r>
              <a:rPr spc="-20" dirty="0"/>
              <a:t> </a:t>
            </a:r>
            <a:r>
              <a:rPr dirty="0"/>
              <a:t>dụng</a:t>
            </a:r>
            <a:r>
              <a:rPr spc="-20" dirty="0"/>
              <a:t> </a:t>
            </a:r>
            <a:r>
              <a:rPr dirty="0"/>
              <a:t>giải</a:t>
            </a:r>
            <a:r>
              <a:rPr spc="-25" dirty="0"/>
              <a:t> </a:t>
            </a:r>
            <a:r>
              <a:rPr dirty="0"/>
              <a:t>thuật</a:t>
            </a:r>
            <a:r>
              <a:rPr spc="-35" dirty="0"/>
              <a:t> </a:t>
            </a:r>
            <a:r>
              <a:rPr dirty="0"/>
              <a:t>Prim</a:t>
            </a:r>
            <a:r>
              <a:rPr spc="-20" dirty="0"/>
              <a:t> </a:t>
            </a:r>
            <a:r>
              <a:rPr dirty="0"/>
              <a:t>và</a:t>
            </a:r>
            <a:r>
              <a:rPr spc="-30" dirty="0"/>
              <a:t> </a:t>
            </a:r>
            <a:r>
              <a:rPr dirty="0"/>
              <a:t>Kruskal</a:t>
            </a:r>
            <a:r>
              <a:rPr spc="-40" dirty="0"/>
              <a:t> </a:t>
            </a:r>
            <a:r>
              <a:rPr dirty="0"/>
              <a:t>tìm</a:t>
            </a:r>
            <a:r>
              <a:rPr spc="-25" dirty="0"/>
              <a:t> </a:t>
            </a:r>
            <a:r>
              <a:rPr dirty="0"/>
              <a:t>cây</a:t>
            </a:r>
            <a:r>
              <a:rPr spc="-30" dirty="0"/>
              <a:t> </a:t>
            </a:r>
            <a:r>
              <a:rPr spc="-10" dirty="0"/>
              <a:t>khung </a:t>
            </a:r>
            <a:r>
              <a:rPr dirty="0"/>
              <a:t>LỚN</a:t>
            </a:r>
            <a:r>
              <a:rPr spc="-35" dirty="0"/>
              <a:t> </a:t>
            </a:r>
            <a:r>
              <a:rPr dirty="0"/>
              <a:t>NHẤT</a:t>
            </a:r>
            <a:r>
              <a:rPr spc="-85" dirty="0"/>
              <a:t> </a:t>
            </a:r>
            <a:r>
              <a:rPr dirty="0"/>
              <a:t>cho</a:t>
            </a:r>
            <a:r>
              <a:rPr spc="-40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0" dirty="0"/>
              <a:t> </a:t>
            </a:r>
            <a:r>
              <a:rPr dirty="0"/>
              <a:t>bên</a:t>
            </a:r>
            <a:r>
              <a:rPr spc="-15" dirty="0"/>
              <a:t> </a:t>
            </a:r>
            <a:r>
              <a:rPr dirty="0"/>
              <a:t>dưới.</a:t>
            </a:r>
            <a:r>
              <a:rPr spc="-30" dirty="0"/>
              <a:t> </a:t>
            </a:r>
            <a:r>
              <a:rPr dirty="0"/>
              <a:t>Minh</a:t>
            </a:r>
            <a:r>
              <a:rPr spc="-35" dirty="0"/>
              <a:t> </a:t>
            </a:r>
            <a:r>
              <a:rPr dirty="0"/>
              <a:t>họa</a:t>
            </a:r>
            <a:r>
              <a:rPr spc="-20" dirty="0"/>
              <a:t> </a:t>
            </a:r>
            <a:r>
              <a:rPr dirty="0"/>
              <a:t>kết</a:t>
            </a:r>
            <a:r>
              <a:rPr spc="-20" dirty="0"/>
              <a:t> </a:t>
            </a:r>
            <a:r>
              <a:rPr spc="-25" dirty="0"/>
              <a:t>quả </a:t>
            </a:r>
            <a:r>
              <a:rPr dirty="0"/>
              <a:t>cụ</a:t>
            </a:r>
            <a:r>
              <a:rPr spc="-20" dirty="0"/>
              <a:t> </a:t>
            </a:r>
            <a:r>
              <a:rPr dirty="0"/>
              <a:t>thể</a:t>
            </a:r>
            <a:r>
              <a:rPr spc="-20" dirty="0"/>
              <a:t> </a:t>
            </a:r>
            <a:r>
              <a:rPr dirty="0"/>
              <a:t>của</a:t>
            </a:r>
            <a:r>
              <a:rPr spc="-25" dirty="0"/>
              <a:t> </a:t>
            </a:r>
            <a:r>
              <a:rPr dirty="0"/>
              <a:t>từng</a:t>
            </a:r>
            <a:r>
              <a:rPr spc="-25" dirty="0"/>
              <a:t> </a:t>
            </a:r>
            <a:r>
              <a:rPr dirty="0"/>
              <a:t>bước</a:t>
            </a:r>
            <a:r>
              <a:rPr spc="-40" dirty="0"/>
              <a:t> </a:t>
            </a:r>
            <a:r>
              <a:rPr dirty="0"/>
              <a:t>thuật</a:t>
            </a:r>
            <a:r>
              <a:rPr spc="-25" dirty="0"/>
              <a:t> </a:t>
            </a:r>
            <a:r>
              <a:rPr spc="-10" dirty="0"/>
              <a:t>toán.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281172" y="3163818"/>
          <a:ext cx="4185283" cy="2713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8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8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75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79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33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17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∞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∞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∞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33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18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∞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∞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2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17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18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∞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∞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∞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∞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7B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2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∞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∞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∞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200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2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82</a:t>
            </a:fld>
            <a:endParaRPr spc="-25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443" y="748278"/>
              <a:ext cx="1223771" cy="43281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10132" y="1517500"/>
            <a:ext cx="7805420" cy="2083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 marR="93345" indent="-515620">
              <a:lnSpc>
                <a:spcPct val="100000"/>
              </a:lnSpc>
              <a:spcBef>
                <a:spcPts val="105"/>
              </a:spcBef>
              <a:buAutoNum type="arabicPeriod" startAt="5"/>
              <a:tabLst>
                <a:tab pos="527685" algn="l"/>
              </a:tabLst>
            </a:pPr>
            <a:r>
              <a:rPr sz="2600" dirty="0">
                <a:latin typeface="Arial"/>
                <a:cs typeface="Arial"/>
              </a:rPr>
              <a:t>Hãy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đề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xuất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thuật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toán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tìm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ngắn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thứ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spc="-50" dirty="0">
                <a:latin typeface="Arial"/>
                <a:cs typeface="Arial"/>
              </a:rPr>
              <a:t>2 </a:t>
            </a:r>
            <a:r>
              <a:rPr sz="2600" dirty="0">
                <a:latin typeface="Arial"/>
                <a:cs typeface="Arial"/>
              </a:rPr>
              <a:t>trong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một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liên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thông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trọng</a:t>
            </a:r>
            <a:r>
              <a:rPr sz="2600" spc="-25" dirty="0">
                <a:latin typeface="Arial"/>
                <a:cs typeface="Arial"/>
              </a:rPr>
              <a:t> số.</a:t>
            </a:r>
            <a:endParaRPr sz="2600">
              <a:latin typeface="Arial"/>
              <a:cs typeface="Arial"/>
            </a:endParaRPr>
          </a:p>
          <a:p>
            <a:pPr marL="527685" marR="5080" indent="-515620">
              <a:lnSpc>
                <a:spcPct val="100000"/>
              </a:lnSpc>
              <a:spcBef>
                <a:spcPts val="595"/>
              </a:spcBef>
              <a:buAutoNum type="arabicPeriod" startAt="5"/>
              <a:tabLst>
                <a:tab pos="527685" algn="l"/>
              </a:tabLst>
            </a:pPr>
            <a:r>
              <a:rPr sz="2600" dirty="0">
                <a:latin typeface="Arial"/>
                <a:cs typeface="Arial"/>
              </a:rPr>
              <a:t>Chứng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minh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rằng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duy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nhất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một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cây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khung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nhỏ </a:t>
            </a:r>
            <a:r>
              <a:rPr sz="2600" dirty="0">
                <a:latin typeface="Arial"/>
                <a:cs typeface="Arial"/>
              </a:rPr>
              <a:t>nhất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trong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một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đồ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thị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liên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thông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có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trọng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số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nếu </a:t>
            </a:r>
            <a:r>
              <a:rPr sz="2600" dirty="0">
                <a:latin typeface="Arial"/>
                <a:cs typeface="Arial"/>
              </a:rPr>
              <a:t>trọng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số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tất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cả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các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cạnh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là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khác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nhau.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83</a:t>
            </a:fld>
            <a:endParaRPr spc="-25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2668" y="350514"/>
            <a:ext cx="9144000" cy="920750"/>
            <a:chOff x="772668" y="350514"/>
            <a:chExt cx="9144000" cy="920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443" y="748278"/>
              <a:ext cx="1764791" cy="43281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9668" y="350514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26670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667000" y="9144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595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72668" y="6975342"/>
            <a:ext cx="9144000" cy="233679"/>
            <a:chOff x="772668" y="6975342"/>
            <a:chExt cx="9144000" cy="2336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668" y="6975342"/>
              <a:ext cx="1376171" cy="2331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6975342"/>
              <a:ext cx="1377695" cy="23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2668" y="6975342"/>
              <a:ext cx="1377950" cy="233679"/>
            </a:xfrm>
            <a:custGeom>
              <a:avLst/>
              <a:gdLst/>
              <a:ahLst/>
              <a:cxnLst/>
              <a:rect l="l" t="t" r="r" b="b"/>
              <a:pathLst>
                <a:path w="1377950" h="233679">
                  <a:moveTo>
                    <a:pt x="0" y="228600"/>
                  </a:moveTo>
                  <a:lnTo>
                    <a:pt x="0" y="233172"/>
                  </a:lnTo>
                  <a:lnTo>
                    <a:pt x="6095" y="233172"/>
                  </a:lnTo>
                  <a:lnTo>
                    <a:pt x="0" y="228600"/>
                  </a:lnTo>
                  <a:close/>
                </a:path>
                <a:path w="1377950" h="233679">
                  <a:moveTo>
                    <a:pt x="6095" y="4572"/>
                  </a:moveTo>
                  <a:lnTo>
                    <a:pt x="0" y="10668"/>
                  </a:lnTo>
                  <a:lnTo>
                    <a:pt x="0" y="228600"/>
                  </a:lnTo>
                  <a:lnTo>
                    <a:pt x="6095" y="233172"/>
                  </a:lnTo>
                  <a:lnTo>
                    <a:pt x="6095" y="4572"/>
                  </a:lnTo>
                  <a:close/>
                </a:path>
                <a:path w="1377950" h="233679">
                  <a:moveTo>
                    <a:pt x="1367027" y="228600"/>
                  </a:moveTo>
                  <a:lnTo>
                    <a:pt x="6095" y="228600"/>
                  </a:lnTo>
                  <a:lnTo>
                    <a:pt x="6095" y="233172"/>
                  </a:lnTo>
                  <a:lnTo>
                    <a:pt x="1367027" y="233172"/>
                  </a:lnTo>
                  <a:lnTo>
                    <a:pt x="1367027" y="22860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1367027" y="233172"/>
                  </a:lnTo>
                  <a:lnTo>
                    <a:pt x="1371600" y="228600"/>
                  </a:lnTo>
                  <a:lnTo>
                    <a:pt x="1377695" y="228600"/>
                  </a:lnTo>
                  <a:lnTo>
                    <a:pt x="1377695" y="10668"/>
                  </a:lnTo>
                  <a:lnTo>
                    <a:pt x="1371600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228600"/>
                  </a:moveTo>
                  <a:lnTo>
                    <a:pt x="1371600" y="228600"/>
                  </a:lnTo>
                  <a:lnTo>
                    <a:pt x="1367027" y="233172"/>
                  </a:lnTo>
                  <a:lnTo>
                    <a:pt x="1377695" y="233172"/>
                  </a:lnTo>
                  <a:lnTo>
                    <a:pt x="1377695" y="228600"/>
                  </a:lnTo>
                  <a:close/>
                </a:path>
                <a:path w="1377950" h="233679">
                  <a:moveTo>
                    <a:pt x="1374648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095" y="4572"/>
                  </a:lnTo>
                  <a:lnTo>
                    <a:pt x="1377695" y="4572"/>
                  </a:lnTo>
                  <a:lnTo>
                    <a:pt x="1377695" y="3048"/>
                  </a:lnTo>
                  <a:lnTo>
                    <a:pt x="1374648" y="0"/>
                  </a:lnTo>
                  <a:close/>
                </a:path>
                <a:path w="1377950" h="233679">
                  <a:moveTo>
                    <a:pt x="1367027" y="4572"/>
                  </a:moveTo>
                  <a:lnTo>
                    <a:pt x="6095" y="4572"/>
                  </a:lnTo>
                  <a:lnTo>
                    <a:pt x="6095" y="10668"/>
                  </a:lnTo>
                  <a:lnTo>
                    <a:pt x="1367027" y="10668"/>
                  </a:lnTo>
                  <a:lnTo>
                    <a:pt x="1367027" y="4572"/>
                  </a:lnTo>
                  <a:close/>
                </a:path>
                <a:path w="1377950" h="233679">
                  <a:moveTo>
                    <a:pt x="1377695" y="4572"/>
                  </a:moveTo>
                  <a:lnTo>
                    <a:pt x="1367027" y="4572"/>
                  </a:lnTo>
                  <a:lnTo>
                    <a:pt x="1371600" y="10668"/>
                  </a:lnTo>
                  <a:lnTo>
                    <a:pt x="1377695" y="10668"/>
                  </a:lnTo>
                  <a:lnTo>
                    <a:pt x="1377695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9695" y="6975342"/>
              <a:ext cx="7095744" cy="2331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9695" y="6975342"/>
              <a:ext cx="7097268" cy="2331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9695" y="6975342"/>
              <a:ext cx="7097395" cy="233679"/>
            </a:xfrm>
            <a:custGeom>
              <a:avLst/>
              <a:gdLst/>
              <a:ahLst/>
              <a:cxnLst/>
              <a:rect l="l" t="t" r="r" b="b"/>
              <a:pathLst>
                <a:path w="7097395" h="233679">
                  <a:moveTo>
                    <a:pt x="7094220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7097268" y="4572"/>
                  </a:lnTo>
                  <a:lnTo>
                    <a:pt x="7097268" y="3048"/>
                  </a:lnTo>
                  <a:lnTo>
                    <a:pt x="7094220" y="0"/>
                  </a:lnTo>
                  <a:close/>
                </a:path>
                <a:path w="7097395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7097395" h="233679">
                  <a:moveTo>
                    <a:pt x="70866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7086600" y="233172"/>
                  </a:lnTo>
                  <a:lnTo>
                    <a:pt x="7086600" y="228600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7086600" y="233172"/>
                  </a:lnTo>
                  <a:lnTo>
                    <a:pt x="7091172" y="228600"/>
                  </a:lnTo>
                  <a:lnTo>
                    <a:pt x="7097268" y="228600"/>
                  </a:lnTo>
                  <a:lnTo>
                    <a:pt x="7097268" y="10668"/>
                  </a:lnTo>
                  <a:lnTo>
                    <a:pt x="7091172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228600"/>
                  </a:moveTo>
                  <a:lnTo>
                    <a:pt x="7091172" y="228600"/>
                  </a:lnTo>
                  <a:lnTo>
                    <a:pt x="7086600" y="233172"/>
                  </a:lnTo>
                  <a:lnTo>
                    <a:pt x="7097268" y="233172"/>
                  </a:lnTo>
                  <a:lnTo>
                    <a:pt x="7097268" y="228600"/>
                  </a:lnTo>
                  <a:close/>
                </a:path>
                <a:path w="7097395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7097395" h="233679">
                  <a:moveTo>
                    <a:pt x="70866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7086600" y="10668"/>
                  </a:lnTo>
                  <a:lnTo>
                    <a:pt x="7086600" y="4572"/>
                  </a:lnTo>
                  <a:close/>
                </a:path>
                <a:path w="7097395" h="233679">
                  <a:moveTo>
                    <a:pt x="7097268" y="4572"/>
                  </a:moveTo>
                  <a:lnTo>
                    <a:pt x="7086600" y="4572"/>
                  </a:lnTo>
                  <a:lnTo>
                    <a:pt x="7091172" y="10668"/>
                  </a:lnTo>
                  <a:lnTo>
                    <a:pt x="7097268" y="10668"/>
                  </a:lnTo>
                  <a:lnTo>
                    <a:pt x="7097268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26296" y="6975342"/>
              <a:ext cx="690372" cy="2331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26296" y="6975342"/>
              <a:ext cx="690880" cy="233679"/>
            </a:xfrm>
            <a:custGeom>
              <a:avLst/>
              <a:gdLst/>
              <a:ahLst/>
              <a:cxnLst/>
              <a:rect l="l" t="t" r="r" b="b"/>
              <a:pathLst>
                <a:path w="690879" h="233679">
                  <a:moveTo>
                    <a:pt x="690372" y="0"/>
                  </a:moveTo>
                  <a:lnTo>
                    <a:pt x="3048" y="0"/>
                  </a:lnTo>
                  <a:lnTo>
                    <a:pt x="0" y="3048"/>
                  </a:lnTo>
                  <a:lnTo>
                    <a:pt x="0" y="233172"/>
                  </a:lnTo>
                  <a:lnTo>
                    <a:pt x="10668" y="233172"/>
                  </a:lnTo>
                  <a:lnTo>
                    <a:pt x="4572" y="228600"/>
                  </a:lnTo>
                  <a:lnTo>
                    <a:pt x="10668" y="228600"/>
                  </a:lnTo>
                  <a:lnTo>
                    <a:pt x="10668" y="10668"/>
                  </a:lnTo>
                  <a:lnTo>
                    <a:pt x="4572" y="10668"/>
                  </a:lnTo>
                  <a:lnTo>
                    <a:pt x="10668" y="4572"/>
                  </a:lnTo>
                  <a:lnTo>
                    <a:pt x="690372" y="4572"/>
                  </a:lnTo>
                  <a:lnTo>
                    <a:pt x="690372" y="0"/>
                  </a:lnTo>
                  <a:close/>
                </a:path>
                <a:path w="690879" h="233679">
                  <a:moveTo>
                    <a:pt x="10668" y="228600"/>
                  </a:moveTo>
                  <a:lnTo>
                    <a:pt x="4572" y="228600"/>
                  </a:lnTo>
                  <a:lnTo>
                    <a:pt x="10668" y="233172"/>
                  </a:lnTo>
                  <a:lnTo>
                    <a:pt x="10668" y="228600"/>
                  </a:lnTo>
                  <a:close/>
                </a:path>
                <a:path w="690879" h="233679">
                  <a:moveTo>
                    <a:pt x="685800" y="228600"/>
                  </a:moveTo>
                  <a:lnTo>
                    <a:pt x="10668" y="228600"/>
                  </a:lnTo>
                  <a:lnTo>
                    <a:pt x="10668" y="233172"/>
                  </a:lnTo>
                  <a:lnTo>
                    <a:pt x="685800" y="233172"/>
                  </a:lnTo>
                  <a:lnTo>
                    <a:pt x="685800" y="228600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685800" y="233172"/>
                  </a:lnTo>
                  <a:lnTo>
                    <a:pt x="690372" y="228600"/>
                  </a:lnTo>
                  <a:lnTo>
                    <a:pt x="690372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228600"/>
                  </a:moveTo>
                  <a:lnTo>
                    <a:pt x="685800" y="233172"/>
                  </a:lnTo>
                  <a:lnTo>
                    <a:pt x="690372" y="233172"/>
                  </a:lnTo>
                  <a:lnTo>
                    <a:pt x="690372" y="228600"/>
                  </a:lnTo>
                  <a:close/>
                </a:path>
                <a:path w="690879" h="233679">
                  <a:moveTo>
                    <a:pt x="10668" y="4572"/>
                  </a:moveTo>
                  <a:lnTo>
                    <a:pt x="4572" y="10668"/>
                  </a:lnTo>
                  <a:lnTo>
                    <a:pt x="10668" y="10668"/>
                  </a:lnTo>
                  <a:lnTo>
                    <a:pt x="10668" y="4572"/>
                  </a:lnTo>
                  <a:close/>
                </a:path>
                <a:path w="690879" h="233679">
                  <a:moveTo>
                    <a:pt x="685800" y="4572"/>
                  </a:moveTo>
                  <a:lnTo>
                    <a:pt x="10668" y="4572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572"/>
                  </a:lnTo>
                  <a:close/>
                </a:path>
                <a:path w="690879" h="233679">
                  <a:moveTo>
                    <a:pt x="690372" y="4572"/>
                  </a:moveTo>
                  <a:lnTo>
                    <a:pt x="685800" y="4572"/>
                  </a:lnTo>
                  <a:lnTo>
                    <a:pt x="690372" y="10668"/>
                  </a:lnTo>
                  <a:lnTo>
                    <a:pt x="690372" y="4572"/>
                  </a:lnTo>
                  <a:close/>
                </a:path>
              </a:pathLst>
            </a:custGeom>
            <a:solidFill>
              <a:srgbClr val="7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HCMUS</a:t>
            </a:r>
            <a:r>
              <a:rPr spc="-3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2010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Bài</a:t>
            </a:r>
            <a:r>
              <a:rPr spc="-10" dirty="0"/>
              <a:t> </a:t>
            </a:r>
            <a:r>
              <a:rPr dirty="0"/>
              <a:t>giảng</a:t>
            </a:r>
            <a:r>
              <a:rPr spc="-20" dirty="0"/>
              <a:t> </a:t>
            </a:r>
            <a:r>
              <a:rPr dirty="0"/>
              <a:t>Lý</a:t>
            </a:r>
            <a:r>
              <a:rPr spc="5" dirty="0"/>
              <a:t> </a:t>
            </a:r>
            <a:r>
              <a:rPr dirty="0"/>
              <a:t>thuyết</a:t>
            </a:r>
            <a:r>
              <a:rPr spc="-35" dirty="0"/>
              <a:t> </a:t>
            </a:r>
            <a:r>
              <a:rPr dirty="0"/>
              <a:t>đồ</a:t>
            </a:r>
            <a:r>
              <a:rPr spc="-5" dirty="0"/>
              <a:t> </a:t>
            </a:r>
            <a:r>
              <a:rPr dirty="0"/>
              <a:t>thị</a:t>
            </a:r>
            <a:r>
              <a:rPr spc="-25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dirty="0"/>
              <a:t>Đặng</a:t>
            </a:r>
            <a:r>
              <a:rPr spc="-20" dirty="0"/>
              <a:t> </a:t>
            </a:r>
            <a:r>
              <a:rPr dirty="0"/>
              <a:t>Nguyễn</a:t>
            </a:r>
            <a:r>
              <a:rPr spc="-25" dirty="0"/>
              <a:t> </a:t>
            </a:r>
            <a:r>
              <a:rPr dirty="0"/>
              <a:t>Đức</a:t>
            </a:r>
            <a:r>
              <a:rPr spc="-5" dirty="0"/>
              <a:t> </a:t>
            </a:r>
            <a:r>
              <a:rPr spc="-20" dirty="0"/>
              <a:t>Tiến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84</a:t>
            </a:fld>
            <a:endParaRPr spc="-25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997AF-8867-6FAF-F8EB-E45ECC695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732" y="1517500"/>
            <a:ext cx="8044815" cy="492443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800000"/>
                </a:solidFill>
              </a:rPr>
              <a:t>ÔN TẬP CUỐI KỲ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55EC9-33D4-12FD-840C-6DDF91CF9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4528" y="2757977"/>
            <a:ext cx="7566025" cy="3600216"/>
          </a:xfrm>
        </p:spPr>
        <p:txBody>
          <a:bodyPr/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lang="en-US"/>
              <a:t> </a:t>
            </a:r>
            <a:r>
              <a:rPr lang="en-US" b="1">
                <a:solidFill>
                  <a:srgbClr val="7030A0"/>
                </a:solidFill>
              </a:rPr>
              <a:t>Các phần còn lại :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lang="en-US"/>
              <a:t> </a:t>
            </a:r>
            <a:r>
              <a:rPr lang="en-US">
                <a:solidFill>
                  <a:srgbClr val="800000"/>
                </a:solidFill>
              </a:rPr>
              <a:t>1. Biễu diễn đồ thị: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lang="en-US"/>
              <a:t> + </a:t>
            </a:r>
            <a:r>
              <a:rPr lang="en-US">
                <a:solidFill>
                  <a:srgbClr val="0070C0"/>
                </a:solidFill>
              </a:rPr>
              <a:t>Ma trận kề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lang="en-US"/>
              <a:t> + </a:t>
            </a:r>
            <a:r>
              <a:rPr lang="en-US">
                <a:solidFill>
                  <a:srgbClr val="0070C0"/>
                </a:solidFill>
              </a:rPr>
              <a:t>Ma trận trọng số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lang="en-US"/>
              <a:t> + </a:t>
            </a:r>
            <a:r>
              <a:rPr lang="en-US">
                <a:solidFill>
                  <a:srgbClr val="0070C0"/>
                </a:solidFill>
              </a:rPr>
              <a:t>Danh sách kề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lang="en-US"/>
              <a:t> </a:t>
            </a:r>
            <a:r>
              <a:rPr lang="en-US">
                <a:solidFill>
                  <a:srgbClr val="800000"/>
                </a:solidFill>
              </a:rPr>
              <a:t>2. Tìm kiếm trên đồ thị: </a:t>
            </a:r>
            <a:r>
              <a:rPr lang="en-US"/>
              <a:t>Thuật toán DFS, và BFS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lang="en-US"/>
              <a:t> </a:t>
            </a:r>
            <a:r>
              <a:rPr lang="en-US">
                <a:solidFill>
                  <a:srgbClr val="800000"/>
                </a:solidFill>
              </a:rPr>
              <a:t>3. Tìm đường đi ngắn nhất – Thuật toán Dijkstra</a:t>
            </a:r>
          </a:p>
        </p:txBody>
      </p:sp>
    </p:spTree>
    <p:extLst>
      <p:ext uri="{BB962C8B-B14F-4D97-AF65-F5344CB8AC3E}">
        <p14:creationId xmlns:p14="http://schemas.microsoft.com/office/powerpoint/2010/main" val="316903774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E5C5CB-C487-0469-BC65-18FD0AA17D55}"/>
              </a:ext>
            </a:extLst>
          </p:cNvPr>
          <p:cNvSpPr txBox="1"/>
          <p:nvPr/>
        </p:nvSpPr>
        <p:spPr>
          <a:xfrm>
            <a:off x="1155700" y="1343025"/>
            <a:ext cx="8382000" cy="5209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>
                <a:latin typeface="+mj-lt"/>
              </a:rPr>
              <a:t> </a:t>
            </a:r>
            <a:r>
              <a:rPr lang="en-US" sz="32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 cáo đồ án giữa kỳ </a:t>
            </a:r>
          </a:p>
          <a:p>
            <a:pPr>
              <a:spcAft>
                <a:spcPts val="500"/>
              </a:spcAft>
              <a:buFont typeface="+mj-lt"/>
              <a:buAutoNum type="arabicPeriod"/>
            </a:pPr>
            <a:r>
              <a:rPr lang="en-US" sz="280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nhóm</a:t>
            </a:r>
          </a:p>
          <a:p>
            <a:pPr>
              <a:spcAft>
                <a:spcPts val="500"/>
              </a:spcAft>
              <a:buFont typeface="+mj-lt"/>
              <a:buAutoNum type="arabicPeriod"/>
            </a:pPr>
            <a:r>
              <a:rPr lang="en-US" sz="280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 bày nội dung đề tài</a:t>
            </a:r>
          </a:p>
          <a:p>
            <a:pPr>
              <a:spcAft>
                <a:spcPts val="500"/>
              </a:spcAft>
            </a:pP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2.1. Gới thiệu thuật toán</a:t>
            </a:r>
          </a:p>
          <a:p>
            <a:pPr>
              <a:spcAft>
                <a:spcPts val="500"/>
              </a:spcAft>
            </a:pP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2.2 Chạy tay thuật toán theo INPUT : Đồ thị đã cho trong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đề tài</a:t>
            </a:r>
          </a:p>
          <a:p>
            <a:pPr>
              <a:spcAft>
                <a:spcPts val="500"/>
              </a:spcAft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80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 tả quá trình cài đặt thuật toán </a:t>
            </a:r>
          </a:p>
          <a:p>
            <a:pPr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vi-VN" sz="2500">
                <a:latin typeface="Times New Roman" panose="02020603050405020304" pitchFamily="18" charset="0"/>
                <a:cs typeface="Times New Roman" panose="02020603050405020304" pitchFamily="18" charset="0"/>
              </a:rPr>
              <a:t>Biểu diễn đồ thị: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 Lưu đồ thị: Ma trận kề, Ma trận trọng số, Danh sách kề</a:t>
            </a:r>
            <a:endParaRPr lang="vi-VN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sz="2500">
                <a:latin typeface="Times New Roman" panose="02020603050405020304" pitchFamily="18" charset="0"/>
                <a:cs typeface="Times New Roman" panose="02020603050405020304" pitchFamily="18" charset="0"/>
              </a:rPr>
              <a:t>ài đặt thuật toán sử dụng C/C++ </a:t>
            </a:r>
          </a:p>
          <a:p>
            <a:pPr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vi-VN" sz="2500">
                <a:latin typeface="Times New Roman" panose="02020603050405020304" pitchFamily="18" charset="0"/>
                <a:cs typeface="Times New Roman" panose="02020603050405020304" pitchFamily="18" charset="0"/>
              </a:rPr>
              <a:t>Chạy chương trình với Input đã cho và Xuất ra kết quả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File đánh giá của nhóm: Phân công công việc (90%)</a:t>
            </a:r>
          </a:p>
        </p:txBody>
      </p:sp>
    </p:spTree>
    <p:extLst>
      <p:ext uri="{BB962C8B-B14F-4D97-AF65-F5344CB8AC3E}">
        <p14:creationId xmlns:p14="http://schemas.microsoft.com/office/powerpoint/2010/main" val="1274773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Words>5753</Words>
  <Application>Microsoft Office PowerPoint</Application>
  <PresentationFormat>Custom</PresentationFormat>
  <Paragraphs>2296</Paragraphs>
  <Slides>86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4" baseType="lpstr">
      <vt:lpstr>Arial</vt:lpstr>
      <vt:lpstr>Cambria</vt:lpstr>
      <vt:lpstr>Georgia</vt:lpstr>
      <vt:lpstr>Segoe UI Symbol</vt:lpstr>
      <vt:lpstr>Symbol</vt:lpstr>
      <vt:lpstr>Tahoma</vt:lpstr>
      <vt:lpstr>Times New Roman</vt:lpstr>
      <vt:lpstr>Office Theme</vt:lpstr>
      <vt:lpstr>PowerPoint Presentation</vt:lpstr>
      <vt:lpstr>CÂY KHUNG CỦA ĐỒ THỊ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 Giả sử đồ thị G liên thông, có 13 đỉnh và 20 cạnh. Cây bao trùm của G có bao nhiêu đỉnh? Có bao nhiêu cạnh?</vt:lpstr>
      <vt:lpstr>2. Đồ thị đầy đủ K5 có bao nhiêu cây khung?</vt:lpstr>
      <vt:lpstr>3. Tìm cây khung của đồ thị sau lần lượt bằng DFS rồi BFS. Chọn đỉnh đầu tiên làm gốc:</vt:lpstr>
      <vt:lpstr>4. Tìm cây khung của đồ thị sau lần lượt bằng DFS rồi BFS. Chọn đỉnh đầu tiên làm gốc:</vt:lpstr>
      <vt:lpstr>CÂY KHUNG NHỎ NHẤT &amp; CÂY KHUNG LỚN NHẤT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 Dưới đây là một số giải thuật tìm cây khung của đồ thị liên thông G cho trước. Hãy cho biết các giải thuật này có đúng không?</vt:lpstr>
      <vt:lpstr>2. Sử dụng thuật toán Prim tìm cây khung nhỏ nhất cho các đồ thị có trọng số sau:</vt:lpstr>
      <vt:lpstr>3. Sử dụng thuật toán Kruskal tìm cây khung nhỏ nhất cho các đồ thị sau:</vt:lpstr>
      <vt:lpstr>4. Áp dụng giải thuật Prim và Kruskal tìm cây khung LỚN NHẤT cho đồ thị bên dưới. Minh họa kết quả cụ thể của từng bước thuật toán.</vt:lpstr>
      <vt:lpstr>PowerPoint Presentation</vt:lpstr>
      <vt:lpstr>PowerPoint Presentation</vt:lpstr>
      <vt:lpstr>ÔN TẬP CUỐI KỲ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 Tuan Thu</cp:lastModifiedBy>
  <cp:revision>18</cp:revision>
  <dcterms:created xsi:type="dcterms:W3CDTF">2024-05-06T13:52:33Z</dcterms:created>
  <dcterms:modified xsi:type="dcterms:W3CDTF">2025-05-26T12:46:07Z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2015-03-31T00:00:00Z</vt:filetime>
  </property>
  <property fmtid="{D5CDD505-2E9C-101B-9397-08002B2CF9AE}" pid="3" name="LastSaved">
    <vt:filetime>2024-05-06T00:00:00Z</vt:filetime>
  </property>
  <property fmtid="{D5CDD505-2E9C-101B-9397-08002B2CF9AE}" pid="4" name="Producer">
    <vt:lpwstr>Foxit Reader PDF Printer Version 7.0.6.1107</vt:lpwstr>
  </property>
</Properties>
</file>