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91" r:id="rId31"/>
    <p:sldId id="289" r:id="rId32"/>
    <p:sldId id="288" r:id="rId33"/>
    <p:sldId id="292" r:id="rId34"/>
    <p:sldId id="290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</p:sldIdLst>
  <p:sldSz cx="9118600" cy="6832600"/>
  <p:notesSz cx="9118600" cy="683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0066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94660"/>
  </p:normalViewPr>
  <p:slideViewPr>
    <p:cSldViewPr>
      <p:cViewPr varScale="1">
        <p:scale>
          <a:sx n="58" d="100"/>
          <a:sy n="58" d="100"/>
        </p:scale>
        <p:origin x="48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65725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E5862-A67F-4B6E-8150-5A43E4636D2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19425" y="854075"/>
            <a:ext cx="3079750" cy="2306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1225" y="3287713"/>
            <a:ext cx="7296150" cy="269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65725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8B484-F0ED-4AFB-86DE-FBA75BF70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3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18600" cy="6832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5315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4001" y="1454403"/>
            <a:ext cx="678116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623564"/>
            <a:ext cx="6383020" cy="1617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6275"/>
            <a:ext cx="9118600" cy="7924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18600" cy="22885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15316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386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0324" y="6017704"/>
            <a:ext cx="2917952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017704"/>
            <a:ext cx="2097278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4321" y="6556071"/>
            <a:ext cx="27051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8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1.png"/><Relationship Id="rId21" Type="http://schemas.openxmlformats.org/officeDocument/2006/relationships/image" Target="../media/image99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500" y="215900"/>
            <a:ext cx="8305800" cy="1926624"/>
          </a:xfrm>
          <a:custGeom>
            <a:avLst/>
            <a:gdLst/>
            <a:ahLst/>
            <a:cxnLst/>
            <a:rect l="l" t="t" r="r" b="b"/>
            <a:pathLst>
              <a:path w="6765290" h="789939">
                <a:moveTo>
                  <a:pt x="6764666" y="0"/>
                </a:moveTo>
                <a:lnTo>
                  <a:pt x="0" y="0"/>
                </a:lnTo>
                <a:lnTo>
                  <a:pt x="0" y="789700"/>
                </a:lnTo>
                <a:lnTo>
                  <a:pt x="22081" y="789700"/>
                </a:lnTo>
                <a:lnTo>
                  <a:pt x="22081" y="22080"/>
                </a:lnTo>
                <a:lnTo>
                  <a:pt x="10391" y="22080"/>
                </a:lnTo>
                <a:lnTo>
                  <a:pt x="22081" y="10390"/>
                </a:lnTo>
                <a:lnTo>
                  <a:pt x="6764666" y="10390"/>
                </a:lnTo>
                <a:lnTo>
                  <a:pt x="6764666" y="0"/>
                </a:lnTo>
                <a:close/>
              </a:path>
              <a:path w="6765290" h="789939">
                <a:moveTo>
                  <a:pt x="22081" y="10390"/>
                </a:moveTo>
                <a:lnTo>
                  <a:pt x="10391" y="22080"/>
                </a:lnTo>
                <a:lnTo>
                  <a:pt x="22081" y="22080"/>
                </a:lnTo>
                <a:lnTo>
                  <a:pt x="22081" y="10390"/>
                </a:lnTo>
                <a:close/>
              </a:path>
              <a:path w="6765290" h="789939">
                <a:moveTo>
                  <a:pt x="6764666" y="10390"/>
                </a:moveTo>
                <a:lnTo>
                  <a:pt x="22081" y="10390"/>
                </a:lnTo>
                <a:lnTo>
                  <a:pt x="22081" y="22080"/>
                </a:lnTo>
                <a:lnTo>
                  <a:pt x="6764666" y="22080"/>
                </a:lnTo>
                <a:lnTo>
                  <a:pt x="6764666" y="1039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3700" y="2806700"/>
            <a:ext cx="5867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828675" algn="l"/>
                <a:tab pos="2873375" algn="l"/>
                <a:tab pos="3739515" algn="l"/>
              </a:tabLst>
            </a:pPr>
            <a:r>
              <a:rPr sz="4000" b="1" spc="-25" dirty="0">
                <a:solidFill>
                  <a:srgbClr val="6C0000"/>
                </a:solidFill>
                <a:latin typeface="Times New Roman"/>
                <a:cs typeface="Times New Roman"/>
              </a:rPr>
              <a:t>LÝ</a:t>
            </a:r>
            <a:r>
              <a:rPr sz="4000" b="1">
                <a:solidFill>
                  <a:srgbClr val="6C0000"/>
                </a:solidFill>
                <a:latin typeface="Times New Roman"/>
                <a:cs typeface="Times New Roman"/>
              </a:rPr>
              <a:t>	</a:t>
            </a:r>
            <a:r>
              <a:rPr sz="4000" b="1" spc="-10">
                <a:solidFill>
                  <a:srgbClr val="6C0000"/>
                </a:solidFill>
                <a:latin typeface="Times New Roman"/>
                <a:cs typeface="Times New Roman"/>
              </a:rPr>
              <a:t>THUYẾT</a:t>
            </a:r>
            <a:r>
              <a:rPr lang="en-US" sz="4000" b="1" spc="-1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4000" b="1" spc="-25">
                <a:solidFill>
                  <a:srgbClr val="6C0000"/>
                </a:solidFill>
                <a:latin typeface="Times New Roman"/>
                <a:cs typeface="Times New Roman"/>
              </a:rPr>
              <a:t>ĐỒ</a:t>
            </a:r>
            <a:r>
              <a:rPr lang="en-US" sz="4000" b="1" spc="-25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4000" b="1" spc="-25">
                <a:solidFill>
                  <a:srgbClr val="6C0000"/>
                </a:solidFill>
                <a:latin typeface="Times New Roman"/>
                <a:cs typeface="Times New Roman"/>
              </a:rPr>
              <a:t>THỊ</a:t>
            </a:r>
            <a:endParaRPr sz="4000">
              <a:solidFill>
                <a:srgbClr val="6C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0035" y="4787900"/>
            <a:ext cx="4507865" cy="86472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710"/>
              </a:spcBef>
              <a:spcAft>
                <a:spcPts val="500"/>
              </a:spcAft>
            </a:pPr>
            <a:r>
              <a:rPr lang="en-US" sz="1900">
                <a:latin typeface="Times New Roman"/>
                <a:cs typeface="Times New Roman"/>
              </a:rPr>
              <a:t>GVHD: </a:t>
            </a:r>
            <a:r>
              <a:rPr sz="1900">
                <a:latin typeface="Times New Roman"/>
                <a:cs typeface="Times New Roman"/>
              </a:rPr>
              <a:t>T</a:t>
            </a:r>
            <a:r>
              <a:rPr lang="en-GB" sz="1900">
                <a:latin typeface="Times New Roman"/>
                <a:cs typeface="Times New Roman"/>
              </a:rPr>
              <a:t>hS.</a:t>
            </a:r>
            <a:r>
              <a:rPr sz="1900" spc="20">
                <a:latin typeface="Times New Roman"/>
                <a:cs typeface="Times New Roman"/>
              </a:rPr>
              <a:t> </a:t>
            </a:r>
            <a:r>
              <a:rPr sz="1900">
                <a:latin typeface="Times New Roman"/>
                <a:cs typeface="Times New Roman"/>
              </a:rPr>
              <a:t>Lê</a:t>
            </a:r>
            <a:r>
              <a:rPr sz="1900" spc="30">
                <a:latin typeface="Times New Roman"/>
                <a:cs typeface="Times New Roman"/>
              </a:rPr>
              <a:t> </a:t>
            </a:r>
            <a:r>
              <a:rPr lang="en-GB" sz="1900" spc="30">
                <a:latin typeface="Times New Roman"/>
                <a:cs typeface="Times New Roman"/>
              </a:rPr>
              <a:t>Tuấn Thu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  <a:spcBef>
                <a:spcPts val="95"/>
              </a:spcBef>
              <a:spcAft>
                <a:spcPts val="500"/>
              </a:spcAft>
            </a:pPr>
            <a:r>
              <a:rPr sz="1900">
                <a:solidFill>
                  <a:schemeClr val="tx1"/>
                </a:solidFill>
                <a:latin typeface="Times New Roman"/>
                <a:cs typeface="Times New Roman"/>
              </a:rPr>
              <a:t>Email</a:t>
            </a:r>
            <a:r>
              <a:rPr lang="en-US" sz="1900">
                <a:solidFill>
                  <a:schemeClr val="tx1"/>
                </a:solidFill>
                <a:latin typeface="Times New Roman"/>
                <a:cs typeface="Times New Roman"/>
              </a:rPr>
              <a:t>   </a:t>
            </a:r>
            <a:r>
              <a:rPr sz="1900" b="1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r>
              <a:rPr sz="1900" b="1" spc="5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GB" sz="1900" spc="50">
                <a:solidFill>
                  <a:schemeClr val="tx1"/>
                </a:solidFill>
                <a:latin typeface="Times New Roman"/>
                <a:cs typeface="Times New Roman"/>
              </a:rPr>
              <a:t>thult@hcmunre.edu.vn</a:t>
            </a:r>
            <a:endParaRPr sz="19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2C4956-DE6B-F78F-7ADB-64F1EF8C8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437312"/>
            <a:ext cx="1524001" cy="154425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CD823-2C8B-C4AA-2051-DCC9DAA0E7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816100" y="5905915"/>
            <a:ext cx="5485301" cy="553998"/>
          </a:xfrm>
          <a:noFill/>
          <a:ln w="1270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KHOA CÔNG NGHỆ THÔNG TIN</a:t>
            </a:r>
          </a:p>
          <a:p>
            <a:r>
              <a:rPr lang="en-US">
                <a:solidFill>
                  <a:schemeClr val="tx1"/>
                </a:solidFill>
              </a:rPr>
              <a:t>Jan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EB42F-4876-BB59-4D3D-12B88EB28DEE}"/>
              </a:ext>
            </a:extLst>
          </p:cNvPr>
          <p:cNvSpPr txBox="1"/>
          <p:nvPr/>
        </p:nvSpPr>
        <p:spPr>
          <a:xfrm>
            <a:off x="2120901" y="596900"/>
            <a:ext cx="6629399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lang="en-US" sz="2100" b="1"/>
              <a:t>TRƯỜNG ĐẠI HỌC TÀI NGUYÊN VÀ MÔI TRƯỜNG TP. HỒ CHÍ MINH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3445" y="571344"/>
            <a:ext cx="4186554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dirty="0">
                <a:solidFill>
                  <a:srgbClr val="6C0000"/>
                </a:solidFill>
                <a:latin typeface="Times New Roman"/>
                <a:cs typeface="Times New Roman"/>
              </a:rPr>
              <a:t>Nội</a:t>
            </a:r>
            <a:r>
              <a:rPr sz="3550" spc="-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6C0000"/>
                </a:solidFill>
                <a:latin typeface="Times New Roman"/>
                <a:cs typeface="Times New Roman"/>
              </a:rPr>
              <a:t>dung</a:t>
            </a:r>
            <a:r>
              <a:rPr sz="3550" spc="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6C0000"/>
                </a:solidFill>
                <a:latin typeface="Times New Roman"/>
                <a:cs typeface="Times New Roman"/>
              </a:rPr>
              <a:t>chương</a:t>
            </a:r>
            <a:r>
              <a:rPr sz="3550" spc="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spc="-10" dirty="0">
                <a:solidFill>
                  <a:srgbClr val="6C0000"/>
                </a:solidFill>
                <a:latin typeface="Times New Roman"/>
                <a:cs typeface="Times New Roman"/>
              </a:rPr>
              <a:t>trình</a:t>
            </a:r>
            <a:endParaRPr sz="3550">
              <a:solidFill>
                <a:srgbClr val="6C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445" y="1246886"/>
            <a:ext cx="6884670" cy="371005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04165" indent="-291465" algn="just">
              <a:lnSpc>
                <a:spcPct val="100000"/>
              </a:lnSpc>
              <a:spcBef>
                <a:spcPts val="645"/>
              </a:spcBef>
              <a:buClr>
                <a:srgbClr val="CC9900"/>
              </a:buClr>
              <a:buSzPct val="65909"/>
              <a:buFont typeface="Wingdings"/>
              <a:buChar char=""/>
              <a:tabLst>
                <a:tab pos="304165" algn="l"/>
              </a:tabLst>
            </a:pPr>
            <a:r>
              <a:rPr sz="2200" b="1" dirty="0">
                <a:solidFill>
                  <a:srgbClr val="6C0000"/>
                </a:solidFill>
                <a:latin typeface="Times New Roman"/>
                <a:cs typeface="Times New Roman"/>
              </a:rPr>
              <a:t>Mục</a:t>
            </a:r>
            <a:r>
              <a:rPr sz="2200" b="1" spc="-2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C0000"/>
                </a:solidFill>
                <a:latin typeface="Times New Roman"/>
                <a:cs typeface="Times New Roman"/>
              </a:rPr>
              <a:t>tiêu môn</a:t>
            </a:r>
            <a:r>
              <a:rPr sz="2200" b="1" spc="-5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6C0000"/>
                </a:solidFill>
                <a:latin typeface="Times New Roman"/>
                <a:cs typeface="Times New Roman"/>
              </a:rPr>
              <a:t>học</a:t>
            </a:r>
            <a:endParaRPr sz="2200">
              <a:solidFill>
                <a:srgbClr val="6C0000"/>
              </a:solidFill>
              <a:latin typeface="Times New Roman"/>
              <a:cs typeface="Times New Roman"/>
            </a:endParaRPr>
          </a:p>
          <a:p>
            <a:pPr marL="304800" marR="5080" algn="just">
              <a:lnSpc>
                <a:spcPct val="100699"/>
              </a:lnSpc>
              <a:spcBef>
                <a:spcPts val="535"/>
              </a:spcBef>
            </a:pPr>
            <a:r>
              <a:rPr sz="2200" dirty="0">
                <a:latin typeface="Times New Roman"/>
                <a:cs typeface="Times New Roman"/>
              </a:rPr>
              <a:t>Cung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cấp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cho</a:t>
            </a:r>
            <a:r>
              <a:rPr sz="2200" spc="5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sinh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viên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khái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niệm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cơ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bản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của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lý </a:t>
            </a:r>
            <a:r>
              <a:rPr sz="2200" dirty="0">
                <a:latin typeface="Times New Roman"/>
                <a:cs typeface="Times New Roman"/>
              </a:rPr>
              <a:t>thuyết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đồ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thị,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đồ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thị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Euler,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Hamilton,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cây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và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cây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khung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bé </a:t>
            </a:r>
            <a:r>
              <a:rPr sz="2200" dirty="0">
                <a:latin typeface="Times New Roman"/>
                <a:cs typeface="Times New Roman"/>
              </a:rPr>
              <a:t>nhất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của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đồ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thị,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bài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toán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đường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đi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>
                <a:latin typeface="Times New Roman"/>
                <a:cs typeface="Times New Roman"/>
              </a:rPr>
              <a:t>ngắn</a:t>
            </a:r>
            <a:r>
              <a:rPr sz="2200" spc="200">
                <a:latin typeface="Times New Roman"/>
                <a:cs typeface="Times New Roman"/>
              </a:rPr>
              <a:t> </a:t>
            </a:r>
            <a:r>
              <a:rPr sz="2200">
                <a:latin typeface="Times New Roman"/>
                <a:cs typeface="Times New Roman"/>
              </a:rPr>
              <a:t>nhất</a:t>
            </a:r>
            <a:r>
              <a:rPr lang="en-US" sz="2200" spc="190">
                <a:latin typeface="Times New Roman"/>
                <a:cs typeface="Times New Roman"/>
              </a:rPr>
              <a:t>. </a:t>
            </a:r>
            <a:r>
              <a:rPr sz="2200">
                <a:latin typeface="Times New Roman"/>
                <a:cs typeface="Times New Roman"/>
              </a:rPr>
              <a:t>Giúp</a:t>
            </a:r>
            <a:r>
              <a:rPr sz="2200" spc="35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sinh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viên</a:t>
            </a:r>
            <a:r>
              <a:rPr sz="2200" spc="3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thể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sử </a:t>
            </a:r>
            <a:r>
              <a:rPr sz="2200" dirty="0">
                <a:latin typeface="Times New Roman"/>
                <a:cs typeface="Times New Roman"/>
              </a:rPr>
              <a:t>dụng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mô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lý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thuyết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đồ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thị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để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mô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hóa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vấn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đề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bài </a:t>
            </a:r>
            <a:r>
              <a:rPr sz="2200" dirty="0">
                <a:latin typeface="Times New Roman"/>
                <a:cs typeface="Times New Roman"/>
              </a:rPr>
              <a:t>toán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thực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tế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một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cách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hiệu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quả.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Học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phần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này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trang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bị </a:t>
            </a:r>
            <a:r>
              <a:rPr sz="2200" dirty="0">
                <a:latin typeface="Times New Roman"/>
                <a:cs typeface="Times New Roman"/>
              </a:rPr>
              <a:t>những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kiến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thức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toán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nền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tảng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phục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vụ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cho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chuyên </a:t>
            </a:r>
            <a:r>
              <a:rPr sz="2200" dirty="0">
                <a:latin typeface="Times New Roman"/>
                <a:cs typeface="Times New Roman"/>
              </a:rPr>
              <a:t>ngành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thuộc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lĩnh vực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CNTT.</a:t>
            </a:r>
            <a:endParaRPr sz="2200">
              <a:latin typeface="Times New Roman"/>
              <a:cs typeface="Times New Roman"/>
            </a:endParaRPr>
          </a:p>
          <a:p>
            <a:pPr marL="304165" indent="-291465" algn="just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909"/>
              <a:buFont typeface="Wingdings"/>
              <a:buChar char=""/>
              <a:tabLst>
                <a:tab pos="304165" algn="l"/>
              </a:tabLst>
            </a:pPr>
            <a:r>
              <a:rPr sz="2200" b="1" dirty="0">
                <a:solidFill>
                  <a:srgbClr val="6C0000"/>
                </a:solidFill>
                <a:latin typeface="Times New Roman"/>
                <a:cs typeface="Times New Roman"/>
              </a:rPr>
              <a:t>Thời</a:t>
            </a:r>
            <a:r>
              <a:rPr sz="2200" b="1" spc="2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6C0000"/>
                </a:solidFill>
                <a:latin typeface="Times New Roman"/>
                <a:cs typeface="Times New Roman"/>
              </a:rPr>
              <a:t>lượng</a:t>
            </a:r>
            <a:endParaRPr sz="2200">
              <a:solidFill>
                <a:srgbClr val="6C0000"/>
              </a:solidFill>
              <a:latin typeface="Times New Roman"/>
              <a:cs typeface="Times New Roman"/>
            </a:endParaRPr>
          </a:p>
          <a:p>
            <a:pPr marL="582930" lvl="1" indent="-276860" algn="just">
              <a:lnSpc>
                <a:spcPct val="100000"/>
              </a:lnSpc>
              <a:spcBef>
                <a:spcPts val="550"/>
              </a:spcBef>
              <a:buClr>
                <a:srgbClr val="3B802F"/>
              </a:buClr>
              <a:buSzPct val="59090"/>
              <a:buFont typeface="Wingdings"/>
              <a:buChar char=""/>
              <a:tabLst>
                <a:tab pos="582930" algn="l"/>
              </a:tabLst>
            </a:pPr>
            <a:r>
              <a:rPr sz="2200" dirty="0">
                <a:latin typeface="Times New Roman"/>
                <a:cs typeface="Times New Roman"/>
              </a:rPr>
              <a:t>Lý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thuyết</a:t>
            </a:r>
            <a:r>
              <a:rPr sz="2200" spc="515" dirty="0">
                <a:latin typeface="Times New Roman"/>
                <a:cs typeface="Times New Roman"/>
              </a:rPr>
              <a:t>     </a:t>
            </a:r>
            <a:r>
              <a:rPr sz="2200">
                <a:latin typeface="Times New Roman"/>
                <a:cs typeface="Times New Roman"/>
              </a:rPr>
              <a:t>:</a:t>
            </a:r>
            <a:r>
              <a:rPr sz="2200" spc="15">
                <a:latin typeface="Times New Roman"/>
                <a:cs typeface="Times New Roman"/>
              </a:rPr>
              <a:t> </a:t>
            </a:r>
            <a:r>
              <a:rPr lang="en-US" sz="2200" spc="15">
                <a:latin typeface="Times New Roman"/>
                <a:cs typeface="Times New Roman"/>
              </a:rPr>
              <a:t>30</a:t>
            </a:r>
            <a:r>
              <a:rPr sz="2200" spc="-15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tiết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8211" y="5576441"/>
            <a:ext cx="7014209" cy="17145"/>
          </a:xfrm>
          <a:custGeom>
            <a:avLst/>
            <a:gdLst/>
            <a:ahLst/>
            <a:cxnLst/>
            <a:rect l="l" t="t" r="r" b="b"/>
            <a:pathLst>
              <a:path w="7014209" h="17145">
                <a:moveTo>
                  <a:pt x="7014055" y="0"/>
                </a:moveTo>
                <a:lnTo>
                  <a:pt x="0" y="0"/>
                </a:lnTo>
                <a:lnTo>
                  <a:pt x="0" y="16885"/>
                </a:lnTo>
                <a:lnTo>
                  <a:pt x="7014055" y="16885"/>
                </a:lnTo>
                <a:lnTo>
                  <a:pt x="7014055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9989" y="5837491"/>
            <a:ext cx="154305" cy="1695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000" spc="-50" dirty="0">
                <a:latin typeface="Times New Roman"/>
                <a:cs typeface="Times New Roman"/>
              </a:rPr>
              <a:t>2</a:t>
            </a:fld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3444" y="571344"/>
            <a:ext cx="5655655" cy="562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b="1" dirty="0">
                <a:solidFill>
                  <a:srgbClr val="6C0000"/>
                </a:solidFill>
                <a:latin typeface="Times New Roman"/>
                <a:cs typeface="Times New Roman"/>
              </a:rPr>
              <a:t>Nội</a:t>
            </a:r>
            <a:r>
              <a:rPr sz="3550" b="1" spc="-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b="1" dirty="0">
                <a:solidFill>
                  <a:srgbClr val="6C0000"/>
                </a:solidFill>
                <a:latin typeface="Times New Roman"/>
                <a:cs typeface="Times New Roman"/>
              </a:rPr>
              <a:t>dung</a:t>
            </a:r>
            <a:r>
              <a:rPr sz="3550" b="1" spc="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b="1" dirty="0">
                <a:solidFill>
                  <a:srgbClr val="6C0000"/>
                </a:solidFill>
                <a:latin typeface="Times New Roman"/>
                <a:cs typeface="Times New Roman"/>
              </a:rPr>
              <a:t>chương</a:t>
            </a:r>
            <a:r>
              <a:rPr sz="3550" b="1" spc="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b="1" spc="-10" dirty="0">
                <a:solidFill>
                  <a:srgbClr val="6C0000"/>
                </a:solidFill>
                <a:latin typeface="Times New Roman"/>
                <a:cs typeface="Times New Roman"/>
              </a:rPr>
              <a:t>trình</a:t>
            </a:r>
            <a:endParaRPr sz="3550" b="1">
              <a:solidFill>
                <a:srgbClr val="6C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445" y="1636540"/>
            <a:ext cx="5655655" cy="3303759"/>
          </a:xfrm>
          <a:prstGeom prst="rect">
            <a:avLst/>
          </a:prstGeom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vert="horz" wrap="square" lIns="0" tIns="81915" rIns="0" bIns="0" rtlCol="0">
            <a:noAutofit/>
          </a:bodyPr>
          <a:lstStyle/>
          <a:p>
            <a:pPr marL="12700">
              <a:lnSpc>
                <a:spcPct val="120000"/>
              </a:lnSpc>
              <a:spcBef>
                <a:spcPts val="645"/>
              </a:spcBef>
              <a:spcAft>
                <a:spcPts val="700"/>
              </a:spcAft>
              <a:buClr>
                <a:srgbClr val="CC9900"/>
              </a:buClr>
              <a:buSzPct val="65909"/>
              <a:tabLst>
                <a:tab pos="451484" algn="l"/>
              </a:tabLst>
            </a:pPr>
            <a:r>
              <a:rPr lang="en-US" sz="2200" b="1">
                <a:latin typeface="Times New Roman"/>
                <a:cs typeface="Times New Roman"/>
              </a:rPr>
              <a:t>1. Định nghĩa và biểu diễn đồ thị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20000"/>
              </a:lnSpc>
              <a:spcBef>
                <a:spcPts val="550"/>
              </a:spcBef>
              <a:spcAft>
                <a:spcPts val="700"/>
              </a:spcAft>
              <a:buClr>
                <a:srgbClr val="CC9900"/>
              </a:buClr>
              <a:buSzPct val="65909"/>
              <a:tabLst>
                <a:tab pos="451484" algn="l"/>
              </a:tabLst>
            </a:pPr>
            <a:r>
              <a:rPr lang="en-US" sz="2200" b="1" spc="-25">
                <a:latin typeface="Times New Roman"/>
                <a:cs typeface="Times New Roman"/>
              </a:rPr>
              <a:t>2. Đồ thị Euler và Đồ thị Hamiton 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20000"/>
              </a:lnSpc>
              <a:spcBef>
                <a:spcPts val="550"/>
              </a:spcBef>
              <a:spcAft>
                <a:spcPts val="700"/>
              </a:spcAft>
              <a:buClr>
                <a:srgbClr val="CC9900"/>
              </a:buClr>
              <a:buSzPct val="65909"/>
              <a:tabLst>
                <a:tab pos="451484" algn="l"/>
              </a:tabLst>
            </a:pPr>
            <a:r>
              <a:rPr lang="en-US" sz="2200" b="1">
                <a:latin typeface="Times New Roman"/>
                <a:cs typeface="Times New Roman"/>
              </a:rPr>
              <a:t>3. Tô màu đồ thị </a:t>
            </a:r>
          </a:p>
          <a:p>
            <a:pPr marL="12700">
              <a:lnSpc>
                <a:spcPct val="120000"/>
              </a:lnSpc>
              <a:spcBef>
                <a:spcPts val="550"/>
              </a:spcBef>
              <a:spcAft>
                <a:spcPts val="700"/>
              </a:spcAft>
              <a:buClr>
                <a:srgbClr val="CC9900"/>
              </a:buClr>
              <a:buSzPct val="65909"/>
              <a:tabLst>
                <a:tab pos="451484" algn="l"/>
              </a:tabLst>
            </a:pPr>
            <a:r>
              <a:rPr lang="en-US" sz="2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cs typeface="Times New Roman"/>
              </a:rPr>
              <a:t>4. Tìm kiếm đồ thị</a:t>
            </a:r>
          </a:p>
          <a:p>
            <a:pPr marL="12700">
              <a:lnSpc>
                <a:spcPct val="120000"/>
              </a:lnSpc>
              <a:spcBef>
                <a:spcPts val="550"/>
              </a:spcBef>
              <a:spcAft>
                <a:spcPts val="700"/>
              </a:spcAft>
              <a:buClr>
                <a:srgbClr val="CC9900"/>
              </a:buClr>
              <a:buSzPct val="65909"/>
              <a:tabLst>
                <a:tab pos="451484" algn="l"/>
              </a:tabLst>
            </a:pPr>
            <a:r>
              <a:rPr lang="en-US" sz="2200" b="1">
                <a:latin typeface="Times New Roman"/>
                <a:cs typeface="Times New Roman"/>
              </a:rPr>
              <a:t>5. Bài toán tìm đường đi ngắn nhất</a:t>
            </a:r>
          </a:p>
          <a:p>
            <a:pPr marL="12700">
              <a:lnSpc>
                <a:spcPct val="120000"/>
              </a:lnSpc>
              <a:spcBef>
                <a:spcPts val="550"/>
              </a:spcBef>
              <a:spcAft>
                <a:spcPts val="700"/>
              </a:spcAft>
              <a:buClr>
                <a:srgbClr val="CC9900"/>
              </a:buClr>
              <a:buSzPct val="65909"/>
              <a:tabLst>
                <a:tab pos="451484" algn="l"/>
              </a:tabLst>
            </a:pPr>
            <a:r>
              <a:rPr lang="en-US" sz="2200" b="1">
                <a:latin typeface="Times New Roman"/>
                <a:cs typeface="Times New Roman"/>
              </a:rPr>
              <a:t>6. Cãy và cây khung của đồ thị 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909"/>
              <a:tabLst>
                <a:tab pos="451484" algn="l"/>
              </a:tabLst>
            </a:pP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8211" y="5576441"/>
            <a:ext cx="7014209" cy="17145"/>
          </a:xfrm>
          <a:custGeom>
            <a:avLst/>
            <a:gdLst/>
            <a:ahLst/>
            <a:cxnLst/>
            <a:rect l="l" t="t" r="r" b="b"/>
            <a:pathLst>
              <a:path w="7014209" h="17145">
                <a:moveTo>
                  <a:pt x="7014055" y="0"/>
                </a:moveTo>
                <a:lnTo>
                  <a:pt x="0" y="0"/>
                </a:lnTo>
                <a:lnTo>
                  <a:pt x="0" y="16885"/>
                </a:lnTo>
                <a:lnTo>
                  <a:pt x="7014055" y="16885"/>
                </a:lnTo>
                <a:lnTo>
                  <a:pt x="7014055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9989" y="5837491"/>
            <a:ext cx="154305" cy="1695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000" spc="-50" dirty="0">
                <a:latin typeface="Times New Roman"/>
                <a:cs typeface="Times New Roman"/>
              </a:rPr>
              <a:t>3</a:t>
            </a:fld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3445" y="571344"/>
            <a:ext cx="67665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dirty="0">
                <a:solidFill>
                  <a:srgbClr val="6C0000"/>
                </a:solidFill>
                <a:latin typeface="Times New Roman"/>
                <a:cs typeface="Times New Roman"/>
              </a:rPr>
              <a:t>Kiểm tra đánh</a:t>
            </a:r>
            <a:r>
              <a:rPr sz="3550" spc="10" dirty="0">
                <a:solidFill>
                  <a:srgbClr val="6C0000"/>
                </a:solidFill>
                <a:latin typeface="Times New Roman"/>
                <a:cs typeface="Times New Roman"/>
              </a:rPr>
              <a:t> </a:t>
            </a:r>
            <a:r>
              <a:rPr sz="3550" spc="-25" dirty="0">
                <a:solidFill>
                  <a:srgbClr val="6C0000"/>
                </a:solidFill>
                <a:latin typeface="Times New Roman"/>
                <a:cs typeface="Times New Roman"/>
              </a:rPr>
              <a:t>giá</a:t>
            </a:r>
            <a:endParaRPr sz="3550">
              <a:solidFill>
                <a:srgbClr val="6C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2161" y="1636020"/>
            <a:ext cx="6667828" cy="3439533"/>
          </a:xfrm>
          <a:prstGeom prst="rect">
            <a:avLst/>
          </a:prstGeom>
        </p:spPr>
        <p:txBody>
          <a:bodyPr vert="horz" wrap="square" lIns="0" tIns="15240" rIns="0" bIns="0" rtlCol="0">
            <a:noAutofit/>
          </a:bodyPr>
          <a:lstStyle/>
          <a:p>
            <a:pPr marL="290195" indent="-277495">
              <a:lnSpc>
                <a:spcPct val="120000"/>
              </a:lnSpc>
              <a:spcBef>
                <a:spcPts val="120"/>
              </a:spcBef>
              <a:spcAft>
                <a:spcPts val="500"/>
              </a:spcAft>
              <a:buClr>
                <a:srgbClr val="3B802F"/>
              </a:buClr>
              <a:buSzPct val="59090"/>
              <a:buFont typeface="Wingdings"/>
              <a:buChar char=""/>
              <a:tabLst>
                <a:tab pos="290195" algn="l"/>
              </a:tabLst>
            </a:pPr>
            <a:r>
              <a:rPr sz="2200" dirty="0">
                <a:latin typeface="Times New Roman"/>
                <a:cs typeface="Times New Roman"/>
              </a:rPr>
              <a:t>Kiểm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giữa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kỳ</a:t>
            </a:r>
            <a:endParaRPr sz="2200">
              <a:latin typeface="Times New Roman"/>
              <a:cs typeface="Times New Roman"/>
            </a:endParaRPr>
          </a:p>
          <a:p>
            <a:pPr marL="290195" indent="-277495">
              <a:lnSpc>
                <a:spcPct val="120000"/>
              </a:lnSpc>
              <a:spcBef>
                <a:spcPts val="15"/>
              </a:spcBef>
              <a:spcAft>
                <a:spcPts val="500"/>
              </a:spcAft>
              <a:buClr>
                <a:srgbClr val="3B802F"/>
              </a:buClr>
              <a:buSzPct val="59090"/>
              <a:buFont typeface="Wingdings"/>
              <a:buChar char=""/>
              <a:tabLst>
                <a:tab pos="290195" algn="l"/>
              </a:tabLst>
            </a:pPr>
            <a:r>
              <a:rPr sz="2200" dirty="0">
                <a:latin typeface="Times New Roman"/>
                <a:cs typeface="Times New Roman"/>
              </a:rPr>
              <a:t>Tiểu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luận/bài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tập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lớn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nhóm</a:t>
            </a:r>
            <a:endParaRPr sz="2200">
              <a:latin typeface="Times New Roman"/>
              <a:cs typeface="Times New Roman"/>
            </a:endParaRPr>
          </a:p>
          <a:p>
            <a:pPr marL="290195" indent="-277495">
              <a:lnSpc>
                <a:spcPct val="120000"/>
              </a:lnSpc>
              <a:spcBef>
                <a:spcPts val="20"/>
              </a:spcBef>
              <a:spcAft>
                <a:spcPts val="500"/>
              </a:spcAft>
              <a:buClr>
                <a:srgbClr val="3B802F"/>
              </a:buClr>
              <a:buSzPct val="59090"/>
              <a:buFont typeface="Wingdings"/>
              <a:buChar char=""/>
              <a:tabLst>
                <a:tab pos="290195" algn="l"/>
              </a:tabLst>
            </a:pPr>
            <a:r>
              <a:rPr sz="2200" dirty="0">
                <a:latin typeface="Times New Roman"/>
                <a:cs typeface="Times New Roman"/>
              </a:rPr>
              <a:t>Thi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kết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thúc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môn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8211" y="5576441"/>
            <a:ext cx="7014209" cy="17145"/>
          </a:xfrm>
          <a:custGeom>
            <a:avLst/>
            <a:gdLst/>
            <a:ahLst/>
            <a:cxnLst/>
            <a:rect l="l" t="t" r="r" b="b"/>
            <a:pathLst>
              <a:path w="7014209" h="17145">
                <a:moveTo>
                  <a:pt x="7014055" y="0"/>
                </a:moveTo>
                <a:lnTo>
                  <a:pt x="0" y="0"/>
                </a:lnTo>
                <a:lnTo>
                  <a:pt x="0" y="16885"/>
                </a:lnTo>
                <a:lnTo>
                  <a:pt x="7014055" y="16885"/>
                </a:lnTo>
                <a:lnTo>
                  <a:pt x="7014055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9989" y="5837491"/>
            <a:ext cx="154305" cy="1695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000" spc="-50" dirty="0">
                <a:latin typeface="Times New Roman"/>
                <a:cs typeface="Times New Roman"/>
              </a:rPr>
              <a:t>4</a:t>
            </a:fld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3445" y="571344"/>
            <a:ext cx="688213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dirty="0">
                <a:solidFill>
                  <a:srgbClr val="006633"/>
                </a:solidFill>
                <a:latin typeface="Times New Roman"/>
                <a:cs typeface="Times New Roman"/>
              </a:rPr>
              <a:t>Giáo</a:t>
            </a:r>
            <a:r>
              <a:rPr sz="3550" spc="-5" dirty="0">
                <a:solidFill>
                  <a:srgbClr val="006633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006633"/>
                </a:solidFill>
                <a:latin typeface="Times New Roman"/>
                <a:cs typeface="Times New Roman"/>
              </a:rPr>
              <a:t>trình </a:t>
            </a:r>
            <a:r>
              <a:rPr sz="3550">
                <a:solidFill>
                  <a:srgbClr val="006633"/>
                </a:solidFill>
                <a:latin typeface="Times New Roman"/>
                <a:cs typeface="Times New Roman"/>
              </a:rPr>
              <a:t>và</a:t>
            </a:r>
            <a:r>
              <a:rPr sz="3550" spc="-10">
                <a:solidFill>
                  <a:srgbClr val="006633"/>
                </a:solidFill>
                <a:latin typeface="Times New Roman"/>
                <a:cs typeface="Times New Roman"/>
              </a:rPr>
              <a:t> </a:t>
            </a:r>
            <a:r>
              <a:rPr lang="en-US" sz="3550" spc="-20">
                <a:solidFill>
                  <a:srgbClr val="006633"/>
                </a:solidFill>
                <a:latin typeface="Times New Roman"/>
                <a:cs typeface="Times New Roman"/>
              </a:rPr>
              <a:t>Tài liệu tham khảo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445" y="1636541"/>
            <a:ext cx="6882130" cy="1252266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04165" indent="-291465" algn="just">
              <a:lnSpc>
                <a:spcPct val="100000"/>
              </a:lnSpc>
              <a:spcBef>
                <a:spcPts val="645"/>
              </a:spcBef>
              <a:buClr>
                <a:srgbClr val="CC9900"/>
              </a:buClr>
              <a:buSzPct val="65909"/>
              <a:buFont typeface="Wingdings"/>
              <a:buChar char=""/>
              <a:tabLst>
                <a:tab pos="304165" algn="l"/>
              </a:tabLst>
            </a:pPr>
            <a:r>
              <a:rPr sz="2200">
                <a:latin typeface="Times New Roman"/>
                <a:cs typeface="Times New Roman"/>
              </a:rPr>
              <a:t>Giáo</a:t>
            </a:r>
            <a:r>
              <a:rPr sz="2200" spc="-20">
                <a:latin typeface="Times New Roman"/>
                <a:cs typeface="Times New Roman"/>
              </a:rPr>
              <a:t> </a:t>
            </a:r>
            <a:r>
              <a:rPr sz="2200" spc="-10">
                <a:latin typeface="Times New Roman"/>
                <a:cs typeface="Times New Roman"/>
              </a:rPr>
              <a:t>trình</a:t>
            </a:r>
            <a:endParaRPr sz="2200">
              <a:latin typeface="Times New Roman"/>
              <a:cs typeface="Times New Roman"/>
            </a:endParaRPr>
          </a:p>
          <a:p>
            <a:pPr marL="304165" indent="-291465" algn="just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909"/>
              <a:buFont typeface="Wingdings"/>
              <a:buChar char=""/>
              <a:tabLst>
                <a:tab pos="304165" algn="l"/>
              </a:tabLst>
            </a:pPr>
            <a:r>
              <a:rPr sz="2200">
                <a:latin typeface="Times New Roman"/>
                <a:cs typeface="Times New Roman"/>
              </a:rPr>
              <a:t>Tài</a:t>
            </a:r>
            <a:r>
              <a:rPr sz="2200" spc="-1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 tham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khảo</a:t>
            </a:r>
            <a:endParaRPr sz="2200">
              <a:latin typeface="Times New Roman"/>
              <a:cs typeface="Times New Roman"/>
            </a:endParaRPr>
          </a:p>
          <a:p>
            <a:pPr marL="292735" algn="just">
              <a:lnSpc>
                <a:spcPct val="100000"/>
              </a:lnSpc>
              <a:spcBef>
                <a:spcPts val="550"/>
              </a:spcBef>
            </a:pPr>
            <a:r>
              <a:rPr sz="2200" dirty="0">
                <a:latin typeface="Times New Roman"/>
                <a:cs typeface="Times New Roman"/>
              </a:rPr>
              <a:t>Slides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bài giảng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của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giảng </a:t>
            </a:r>
            <a:r>
              <a:rPr sz="2200" spc="-10" dirty="0">
                <a:latin typeface="Times New Roman"/>
                <a:cs typeface="Times New Roman"/>
              </a:rPr>
              <a:t>viên.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8211" y="5576441"/>
            <a:ext cx="7014209" cy="17145"/>
          </a:xfrm>
          <a:custGeom>
            <a:avLst/>
            <a:gdLst/>
            <a:ahLst/>
            <a:cxnLst/>
            <a:rect l="l" t="t" r="r" b="b"/>
            <a:pathLst>
              <a:path w="7014209" h="17145">
                <a:moveTo>
                  <a:pt x="7014055" y="0"/>
                </a:moveTo>
                <a:lnTo>
                  <a:pt x="0" y="0"/>
                </a:lnTo>
                <a:lnTo>
                  <a:pt x="0" y="16885"/>
                </a:lnTo>
                <a:lnTo>
                  <a:pt x="7014055" y="16885"/>
                </a:lnTo>
                <a:lnTo>
                  <a:pt x="7014055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9989" y="5837491"/>
            <a:ext cx="154305" cy="1695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z="1000" spc="-50" dirty="0">
                <a:latin typeface="Times New Roman"/>
                <a:cs typeface="Times New Roman"/>
              </a:rPr>
              <a:t>5</a:t>
            </a:fld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FFFFFF"/>
                </a:solidFill>
                <a:latin typeface="Verdana"/>
                <a:cs typeface="Verdana"/>
              </a:rPr>
              <a:t>Lý</a:t>
            </a:r>
            <a:r>
              <a:rPr sz="60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6000" b="1" dirty="0">
                <a:solidFill>
                  <a:srgbClr val="FFFFFF"/>
                </a:solidFill>
                <a:latin typeface="Verdana"/>
                <a:cs typeface="Verdana"/>
              </a:rPr>
              <a:t>thuyết</a:t>
            </a:r>
            <a:r>
              <a:rPr sz="60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6000" b="1" dirty="0">
                <a:solidFill>
                  <a:srgbClr val="FFFFFF"/>
                </a:solidFill>
                <a:latin typeface="Verdana"/>
                <a:cs typeface="Verdana"/>
              </a:rPr>
              <a:t>đồ</a:t>
            </a:r>
            <a:r>
              <a:rPr sz="600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6000" b="1" spc="-25" dirty="0">
                <a:solidFill>
                  <a:srgbClr val="FFFFFF"/>
                </a:solidFill>
                <a:latin typeface="Verdana"/>
                <a:cs typeface="Verdana"/>
              </a:rPr>
              <a:t>thị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3768597"/>
            <a:ext cx="7620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Chương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>
                <a:solidFill>
                  <a:srgbClr val="7030A0"/>
                </a:solidFill>
                <a:latin typeface="Verdana"/>
                <a:cs typeface="Verdana"/>
              </a:rPr>
              <a:t>1</a:t>
            </a:r>
            <a:r>
              <a:rPr sz="2800">
                <a:solidFill>
                  <a:srgbClr val="FF3300"/>
                </a:solidFill>
                <a:latin typeface="Verdana"/>
                <a:cs typeface="Verdana"/>
              </a:rPr>
              <a:t>:</a:t>
            </a:r>
            <a:r>
              <a:rPr lang="en-US" sz="240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lang="en-US" sz="2800">
                <a:solidFill>
                  <a:srgbClr val="6C0000"/>
                </a:solidFill>
                <a:latin typeface="Verdana"/>
                <a:cs typeface="Verdana"/>
              </a:rPr>
              <a:t>Định nghĩa và biểu diễn đồ thị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Nội</a:t>
            </a:r>
            <a:r>
              <a:rPr sz="3200" spc="-25" dirty="0">
                <a:solidFill>
                  <a:srgbClr val="6C0000"/>
                </a:solidFill>
              </a:rPr>
              <a:t> </a:t>
            </a:r>
            <a:r>
              <a:rPr sz="3200" spc="-20" dirty="0">
                <a:solidFill>
                  <a:srgbClr val="6C0000"/>
                </a:solidFill>
              </a:rPr>
              <a:t>dung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8900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32"/>
            <a:ext cx="1758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loại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3" y="1789685"/>
            <a:ext cx="2098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Định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nghĩa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20385" cy="1976120"/>
            <a:chOff x="617009" y="1563200"/>
            <a:chExt cx="5620385" cy="19761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8900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58900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58900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98600" y="3138431"/>
            <a:ext cx="4142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thuật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ngữ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cơ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bản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trong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009" y="2934800"/>
            <a:ext cx="763270" cy="666750"/>
            <a:chOff x="617009" y="2934800"/>
            <a:chExt cx="763270" cy="6667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345946" y="459740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735" h="432435">
                <a:moveTo>
                  <a:pt x="216407" y="0"/>
                </a:moveTo>
                <a:lnTo>
                  <a:pt x="166751" y="5707"/>
                </a:lnTo>
                <a:lnTo>
                  <a:pt x="121186" y="21958"/>
                </a:lnTo>
                <a:lnTo>
                  <a:pt x="81007" y="47446"/>
                </a:lnTo>
                <a:lnTo>
                  <a:pt x="47506" y="80865"/>
                </a:lnTo>
                <a:lnTo>
                  <a:pt x="21975" y="120909"/>
                </a:lnTo>
                <a:lnTo>
                  <a:pt x="5709" y="166271"/>
                </a:lnTo>
                <a:lnTo>
                  <a:pt x="0" y="215646"/>
                </a:lnTo>
                <a:lnTo>
                  <a:pt x="5709" y="265302"/>
                </a:lnTo>
                <a:lnTo>
                  <a:pt x="21975" y="310867"/>
                </a:lnTo>
                <a:lnTo>
                  <a:pt x="47506" y="351046"/>
                </a:lnTo>
                <a:lnTo>
                  <a:pt x="81007" y="384547"/>
                </a:lnTo>
                <a:lnTo>
                  <a:pt x="121186" y="410078"/>
                </a:lnTo>
                <a:lnTo>
                  <a:pt x="166751" y="426344"/>
                </a:lnTo>
                <a:lnTo>
                  <a:pt x="216407" y="432054"/>
                </a:lnTo>
                <a:lnTo>
                  <a:pt x="4648200" y="432053"/>
                </a:lnTo>
                <a:lnTo>
                  <a:pt x="4697856" y="426344"/>
                </a:lnTo>
                <a:lnTo>
                  <a:pt x="4743421" y="410078"/>
                </a:lnTo>
                <a:lnTo>
                  <a:pt x="4783600" y="384547"/>
                </a:lnTo>
                <a:lnTo>
                  <a:pt x="4817101" y="351046"/>
                </a:lnTo>
                <a:lnTo>
                  <a:pt x="4842632" y="310867"/>
                </a:lnTo>
                <a:lnTo>
                  <a:pt x="4858898" y="265302"/>
                </a:lnTo>
                <a:lnTo>
                  <a:pt x="4864608" y="215645"/>
                </a:lnTo>
                <a:lnTo>
                  <a:pt x="4858898" y="166271"/>
                </a:lnTo>
                <a:lnTo>
                  <a:pt x="4842632" y="120909"/>
                </a:lnTo>
                <a:lnTo>
                  <a:pt x="4817101" y="80865"/>
                </a:lnTo>
                <a:lnTo>
                  <a:pt x="4783600" y="47446"/>
                </a:lnTo>
                <a:lnTo>
                  <a:pt x="4743421" y="21958"/>
                </a:lnTo>
                <a:lnTo>
                  <a:pt x="4697856" y="5707"/>
                </a:lnTo>
                <a:lnTo>
                  <a:pt x="4648200" y="0"/>
                </a:lnTo>
                <a:lnTo>
                  <a:pt x="216407" y="0"/>
                </a:lnTo>
                <a:close/>
              </a:path>
            </a:pathLst>
          </a:custGeom>
          <a:ln w="2857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85646" y="4643374"/>
            <a:ext cx="4737354" cy="352068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Một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số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dạng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đồ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thị</a:t>
            </a:r>
            <a:r>
              <a:rPr lang="en-US" sz="2000" b="1" spc="-30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đặc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 spc="-20">
                <a:latin typeface="Arial"/>
                <a:cs typeface="Arial"/>
              </a:rPr>
              <a:t>biệt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900" y="385445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00123" y="3904236"/>
            <a:ext cx="290677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vi-VN" sz="2000" b="1">
                <a:latin typeface="Arial"/>
                <a:cs typeface="Arial"/>
              </a:rPr>
              <a:t>Đường đi, Chu trình</a:t>
            </a:r>
          </a:p>
        </p:txBody>
      </p:sp>
      <p:grpSp>
        <p:nvGrpSpPr>
          <p:cNvPr id="23" name="object 23"/>
          <p:cNvGrpSpPr/>
          <p:nvPr/>
        </p:nvGrpSpPr>
        <p:grpSpPr>
          <a:xfrm>
            <a:off x="617009" y="3696800"/>
            <a:ext cx="763270" cy="1352550"/>
            <a:chOff x="617009" y="3696800"/>
            <a:chExt cx="763270" cy="13525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4382600"/>
              <a:ext cx="763250" cy="66619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4443476"/>
              <a:ext cx="352806" cy="336803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1358900" y="532130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98600" y="5367285"/>
            <a:ext cx="3310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Biểu diễn đồ 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9308" y="5106500"/>
            <a:ext cx="763905" cy="666750"/>
            <a:chOff x="629308" y="5106500"/>
            <a:chExt cx="763905" cy="66675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5106500"/>
              <a:ext cx="763583" cy="6661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5167376"/>
              <a:ext cx="352044" cy="33680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70128" y="1457145"/>
            <a:ext cx="535305" cy="42545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36195" marR="39370" indent="55244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5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V.</a:t>
            </a:r>
            <a:endParaRPr sz="32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8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VI.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I.</a:t>
            </a:r>
            <a:r>
              <a:rPr sz="3200" spc="-55" dirty="0"/>
              <a:t> </a:t>
            </a:r>
            <a:r>
              <a:rPr sz="3200" dirty="0">
                <a:solidFill>
                  <a:srgbClr val="6C0000"/>
                </a:solidFill>
              </a:rPr>
              <a:t>Định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nghĩa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60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345" y="1157224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Bài</a:t>
            </a:r>
            <a:r>
              <a:rPr sz="2800" spc="-6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toán</a:t>
            </a:r>
            <a:r>
              <a:rPr sz="2800" spc="-6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Euler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153" y="2296229"/>
            <a:ext cx="6885292" cy="2787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3602" y="4740155"/>
            <a:ext cx="6389370" cy="1365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6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Konigsber (1736)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Có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thể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chỉ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một</a:t>
            </a:r>
            <a:r>
              <a:rPr sz="1800" u="heavy" spc="-1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lần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đi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qua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tất</a:t>
            </a:r>
            <a:r>
              <a:rPr sz="1800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cả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7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chiếc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cầu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này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hay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không?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I.</a:t>
            </a:r>
            <a:r>
              <a:rPr sz="3200" spc="-55" dirty="0"/>
              <a:t> </a:t>
            </a:r>
            <a:r>
              <a:rPr sz="3200" dirty="0">
                <a:solidFill>
                  <a:srgbClr val="6C0000"/>
                </a:solidFill>
              </a:rPr>
              <a:t>Định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nghĩa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60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7766"/>
            <a:ext cx="6005195" cy="117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329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Chuyển</a:t>
            </a:r>
            <a:r>
              <a:rPr sz="28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bài</a:t>
            </a:r>
            <a:r>
              <a:rPr sz="28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toán</a:t>
            </a:r>
            <a:r>
              <a:rPr sz="2800" spc="-5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về</a:t>
            </a:r>
            <a:r>
              <a:rPr sz="2800" spc="-6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dạng</a:t>
            </a:r>
            <a:r>
              <a:rPr sz="28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5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755015" lvl="1" indent="-317500">
              <a:lnSpc>
                <a:spcPts val="2850"/>
              </a:lnSpc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vùng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đỉnh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ts val="2875"/>
              </a:lnSpc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chiếc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cạnh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2300" y="2654300"/>
            <a:ext cx="2895600" cy="2362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750" y="2730500"/>
            <a:ext cx="4095750" cy="24384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859337" y="3868737"/>
            <a:ext cx="542925" cy="466725"/>
            <a:chOff x="4859337" y="3868737"/>
            <a:chExt cx="542925" cy="466725"/>
          </a:xfrm>
        </p:grpSpPr>
        <p:sp>
          <p:nvSpPr>
            <p:cNvPr id="7" name="object 7"/>
            <p:cNvSpPr/>
            <p:nvPr/>
          </p:nvSpPr>
          <p:spPr>
            <a:xfrm>
              <a:off x="4864100" y="3873500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533400" y="228600"/>
                  </a:moveTo>
                  <a:lnTo>
                    <a:pt x="400050" y="0"/>
                  </a:lnTo>
                  <a:lnTo>
                    <a:pt x="400050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400050" y="342900"/>
                  </a:lnTo>
                  <a:lnTo>
                    <a:pt x="400050" y="457200"/>
                  </a:lnTo>
                  <a:lnTo>
                    <a:pt x="533400" y="2286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4100" y="3873500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400050" y="0"/>
                  </a:moveTo>
                  <a:lnTo>
                    <a:pt x="400050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400050" y="342900"/>
                  </a:lnTo>
                  <a:lnTo>
                    <a:pt x="400050" y="457200"/>
                  </a:lnTo>
                  <a:lnTo>
                    <a:pt x="533400" y="228600"/>
                  </a:lnTo>
                  <a:lnTo>
                    <a:pt x="40005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Định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nghĩa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60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3243"/>
            <a:ext cx="7359015" cy="13246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được</a:t>
            </a:r>
            <a:r>
              <a:rPr sz="2800" spc="-3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xây</a:t>
            </a:r>
            <a:r>
              <a:rPr sz="2800" spc="-3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dựng</a:t>
            </a:r>
            <a:r>
              <a:rPr sz="2800" spc="-4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từ</a:t>
            </a:r>
            <a:r>
              <a:rPr sz="2800" spc="-4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bài</a:t>
            </a:r>
            <a:r>
              <a:rPr sz="2800" spc="-5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toán</a:t>
            </a:r>
            <a:r>
              <a:rPr sz="2800" spc="-4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Euler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tất</a:t>
            </a:r>
            <a:r>
              <a:rPr sz="24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cả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các</a:t>
            </a:r>
            <a:r>
              <a:rPr sz="24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cạnh</a:t>
            </a:r>
            <a:r>
              <a:rPr sz="24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cho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qua</a:t>
            </a:r>
            <a:r>
              <a:rPr sz="24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đúng</a:t>
            </a:r>
            <a:r>
              <a:rPr sz="24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một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lần</a:t>
            </a:r>
            <a:r>
              <a:rPr sz="24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không?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0" y="3035300"/>
            <a:ext cx="4991100" cy="304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Định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nghĩa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60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5022"/>
            <a:ext cx="7355840" cy="24423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Định</a:t>
            </a:r>
            <a:r>
              <a:rPr sz="2800" spc="-5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nghĩa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50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Đồ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thị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một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tập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hợp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gồm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đỉnh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cạnh.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Ta </a:t>
            </a:r>
            <a:r>
              <a:rPr sz="2400" dirty="0">
                <a:latin typeface="Times New Roman"/>
                <a:cs typeface="Times New Roman"/>
              </a:rPr>
              <a:t>thường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ký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hiệu: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trong</a:t>
            </a:r>
            <a:r>
              <a:rPr sz="2400" spc="-25" dirty="0">
                <a:latin typeface="Times New Roman"/>
                <a:cs typeface="Times New Roman"/>
              </a:rPr>
              <a:t> đó: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tập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đỉnh</a:t>
            </a: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  <a:tabLst>
                <a:tab pos="1425575" algn="l"/>
              </a:tabLst>
            </a:pP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E:</a:t>
            </a:r>
            <a:r>
              <a:rPr sz="2400" dirty="0">
                <a:latin typeface="Times New Roman"/>
                <a:cs typeface="Times New Roman"/>
              </a:rPr>
              <a:t>	Là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tập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cạnh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675" y="2730499"/>
            <a:ext cx="4619624" cy="32003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1202" y="4433823"/>
            <a:ext cx="1593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4}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E={a,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b,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e}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6C0000"/>
                </a:solidFill>
              </a:rPr>
              <a:t>Nội</a:t>
            </a:r>
            <a:r>
              <a:rPr sz="3200" b="1" spc="-25" dirty="0">
                <a:solidFill>
                  <a:srgbClr val="6C0000"/>
                </a:solidFill>
              </a:rPr>
              <a:t> </a:t>
            </a:r>
            <a:r>
              <a:rPr sz="3200" b="1" spc="-20" dirty="0">
                <a:solidFill>
                  <a:srgbClr val="6C0000"/>
                </a:solidFill>
              </a:rPr>
              <a:t>dung</a:t>
            </a:r>
            <a:endParaRPr sz="3200" b="1">
              <a:solidFill>
                <a:srgbClr val="6C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8900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1758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loại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2098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Định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nghĩa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20385" cy="1976120"/>
            <a:chOff x="617009" y="1563200"/>
            <a:chExt cx="5620385" cy="19761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8900" y="2412746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9455"/>
                  </a:moveTo>
                  <a:lnTo>
                    <a:pt x="4858089" y="169150"/>
                  </a:lnTo>
                  <a:lnTo>
                    <a:pt x="4841683" y="122964"/>
                  </a:lnTo>
                  <a:lnTo>
                    <a:pt x="4815919" y="82216"/>
                  </a:lnTo>
                  <a:lnTo>
                    <a:pt x="4782092" y="48225"/>
                  </a:lnTo>
                  <a:lnTo>
                    <a:pt x="4741492" y="22313"/>
                  </a:lnTo>
                  <a:lnTo>
                    <a:pt x="4695415" y="5798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8"/>
                  </a:lnTo>
                  <a:lnTo>
                    <a:pt x="122686" y="22313"/>
                  </a:lnTo>
                  <a:lnTo>
                    <a:pt x="82073" y="48225"/>
                  </a:lnTo>
                  <a:lnTo>
                    <a:pt x="48165" y="82216"/>
                  </a:lnTo>
                  <a:lnTo>
                    <a:pt x="22295" y="122964"/>
                  </a:lnTo>
                  <a:lnTo>
                    <a:pt x="5796" y="169150"/>
                  </a:lnTo>
                  <a:lnTo>
                    <a:pt x="0" y="219456"/>
                  </a:lnTo>
                  <a:lnTo>
                    <a:pt x="5796" y="269719"/>
                  </a:lnTo>
                  <a:lnTo>
                    <a:pt x="22295" y="315796"/>
                  </a:lnTo>
                  <a:lnTo>
                    <a:pt x="48165" y="356396"/>
                  </a:lnTo>
                  <a:lnTo>
                    <a:pt x="82073" y="390223"/>
                  </a:lnTo>
                  <a:lnTo>
                    <a:pt x="122686" y="415987"/>
                  </a:lnTo>
                  <a:lnTo>
                    <a:pt x="168670" y="432393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93"/>
                  </a:lnTo>
                  <a:lnTo>
                    <a:pt x="4741492" y="415987"/>
                  </a:lnTo>
                  <a:lnTo>
                    <a:pt x="4782092" y="390223"/>
                  </a:lnTo>
                  <a:lnTo>
                    <a:pt x="4815919" y="356396"/>
                  </a:lnTo>
                  <a:lnTo>
                    <a:pt x="4841683" y="315796"/>
                  </a:lnTo>
                  <a:lnTo>
                    <a:pt x="4858089" y="269719"/>
                  </a:lnTo>
                  <a:lnTo>
                    <a:pt x="4863846" y="219455"/>
                  </a:lnTo>
                  <a:close/>
                </a:path>
              </a:pathLst>
            </a:custGeom>
            <a:solidFill>
              <a:srgbClr val="CC99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58900" y="2412746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8"/>
                  </a:lnTo>
                  <a:lnTo>
                    <a:pt x="122686" y="22313"/>
                  </a:lnTo>
                  <a:lnTo>
                    <a:pt x="82073" y="48225"/>
                  </a:lnTo>
                  <a:lnTo>
                    <a:pt x="48165" y="82216"/>
                  </a:lnTo>
                  <a:lnTo>
                    <a:pt x="22295" y="122964"/>
                  </a:lnTo>
                  <a:lnTo>
                    <a:pt x="5796" y="169150"/>
                  </a:lnTo>
                  <a:lnTo>
                    <a:pt x="0" y="219456"/>
                  </a:lnTo>
                  <a:lnTo>
                    <a:pt x="5796" y="269719"/>
                  </a:lnTo>
                  <a:lnTo>
                    <a:pt x="22295" y="315796"/>
                  </a:lnTo>
                  <a:lnTo>
                    <a:pt x="48165" y="356396"/>
                  </a:lnTo>
                  <a:lnTo>
                    <a:pt x="82073" y="390223"/>
                  </a:lnTo>
                  <a:lnTo>
                    <a:pt x="122686" y="415987"/>
                  </a:lnTo>
                  <a:lnTo>
                    <a:pt x="168670" y="432393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93"/>
                  </a:lnTo>
                  <a:lnTo>
                    <a:pt x="4741492" y="415987"/>
                  </a:lnTo>
                  <a:lnTo>
                    <a:pt x="4782092" y="390223"/>
                  </a:lnTo>
                  <a:lnTo>
                    <a:pt x="4815919" y="356396"/>
                  </a:lnTo>
                  <a:lnTo>
                    <a:pt x="4841683" y="315796"/>
                  </a:lnTo>
                  <a:lnTo>
                    <a:pt x="4858089" y="269719"/>
                  </a:lnTo>
                  <a:lnTo>
                    <a:pt x="4863846" y="219455"/>
                  </a:lnTo>
                  <a:lnTo>
                    <a:pt x="4858089" y="169150"/>
                  </a:lnTo>
                  <a:lnTo>
                    <a:pt x="4841683" y="122964"/>
                  </a:lnTo>
                  <a:lnTo>
                    <a:pt x="4815919" y="82216"/>
                  </a:lnTo>
                  <a:lnTo>
                    <a:pt x="4782092" y="48225"/>
                  </a:lnTo>
                  <a:lnTo>
                    <a:pt x="4741492" y="22313"/>
                  </a:lnTo>
                  <a:lnTo>
                    <a:pt x="4695415" y="5798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58900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98600" y="3138424"/>
            <a:ext cx="4142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thuật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ngữ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cơ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bản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trong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009" y="2934800"/>
            <a:ext cx="763270" cy="666750"/>
            <a:chOff x="617009" y="2934800"/>
            <a:chExt cx="763270" cy="6667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345946" y="4597400"/>
            <a:ext cx="4864735" cy="432434"/>
          </a:xfrm>
          <a:custGeom>
            <a:avLst/>
            <a:gdLst/>
            <a:ahLst/>
            <a:cxnLst/>
            <a:rect l="l" t="t" r="r" b="b"/>
            <a:pathLst>
              <a:path w="4864735" h="432435">
                <a:moveTo>
                  <a:pt x="216407" y="0"/>
                </a:moveTo>
                <a:lnTo>
                  <a:pt x="166751" y="5707"/>
                </a:lnTo>
                <a:lnTo>
                  <a:pt x="121186" y="21958"/>
                </a:lnTo>
                <a:lnTo>
                  <a:pt x="81007" y="47446"/>
                </a:lnTo>
                <a:lnTo>
                  <a:pt x="47506" y="80865"/>
                </a:lnTo>
                <a:lnTo>
                  <a:pt x="21975" y="120909"/>
                </a:lnTo>
                <a:lnTo>
                  <a:pt x="5709" y="166271"/>
                </a:lnTo>
                <a:lnTo>
                  <a:pt x="0" y="215646"/>
                </a:lnTo>
                <a:lnTo>
                  <a:pt x="5709" y="265302"/>
                </a:lnTo>
                <a:lnTo>
                  <a:pt x="21975" y="310867"/>
                </a:lnTo>
                <a:lnTo>
                  <a:pt x="47506" y="351046"/>
                </a:lnTo>
                <a:lnTo>
                  <a:pt x="81007" y="384547"/>
                </a:lnTo>
                <a:lnTo>
                  <a:pt x="121186" y="410078"/>
                </a:lnTo>
                <a:lnTo>
                  <a:pt x="166751" y="426344"/>
                </a:lnTo>
                <a:lnTo>
                  <a:pt x="216407" y="432054"/>
                </a:lnTo>
                <a:lnTo>
                  <a:pt x="4648200" y="432053"/>
                </a:lnTo>
                <a:lnTo>
                  <a:pt x="4697856" y="426344"/>
                </a:lnTo>
                <a:lnTo>
                  <a:pt x="4743421" y="410078"/>
                </a:lnTo>
                <a:lnTo>
                  <a:pt x="4783600" y="384547"/>
                </a:lnTo>
                <a:lnTo>
                  <a:pt x="4817101" y="351046"/>
                </a:lnTo>
                <a:lnTo>
                  <a:pt x="4842632" y="310867"/>
                </a:lnTo>
                <a:lnTo>
                  <a:pt x="4858898" y="265302"/>
                </a:lnTo>
                <a:lnTo>
                  <a:pt x="4864608" y="215645"/>
                </a:lnTo>
                <a:lnTo>
                  <a:pt x="4858898" y="166271"/>
                </a:lnTo>
                <a:lnTo>
                  <a:pt x="4842632" y="120909"/>
                </a:lnTo>
                <a:lnTo>
                  <a:pt x="4817101" y="80865"/>
                </a:lnTo>
                <a:lnTo>
                  <a:pt x="4783600" y="47446"/>
                </a:lnTo>
                <a:lnTo>
                  <a:pt x="4743421" y="21958"/>
                </a:lnTo>
                <a:lnTo>
                  <a:pt x="4697856" y="5707"/>
                </a:lnTo>
                <a:lnTo>
                  <a:pt x="4648200" y="0"/>
                </a:lnTo>
                <a:lnTo>
                  <a:pt x="216407" y="0"/>
                </a:lnTo>
                <a:close/>
              </a:path>
            </a:pathLst>
          </a:custGeom>
          <a:ln w="2857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85646" y="4643373"/>
            <a:ext cx="353085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Một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số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dạng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đồ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thị</a:t>
            </a:r>
            <a:r>
              <a:rPr lang="en-US" sz="2000" b="1" spc="-30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đặc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 spc="-20">
                <a:latin typeface="Arial"/>
                <a:cs typeface="Arial"/>
              </a:rPr>
              <a:t>biệt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900" y="385445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00124" y="3904233"/>
            <a:ext cx="2406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đi,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chu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trình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7009" y="3696800"/>
            <a:ext cx="763270" cy="1352550"/>
            <a:chOff x="617009" y="3696800"/>
            <a:chExt cx="763270" cy="13525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4382600"/>
              <a:ext cx="763250" cy="66619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4443476"/>
              <a:ext cx="352806" cy="336803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1358900" y="532130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98600" y="5367273"/>
            <a:ext cx="3310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Biểu diễn đồ 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9308" y="5106500"/>
            <a:ext cx="763905" cy="666750"/>
            <a:chOff x="629308" y="5106500"/>
            <a:chExt cx="763905" cy="66675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5106500"/>
              <a:ext cx="763583" cy="6661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5167376"/>
              <a:ext cx="352044" cy="33680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70127" y="1457147"/>
            <a:ext cx="535305" cy="42545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36195" marR="39370" indent="55244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5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V.</a:t>
            </a:r>
            <a:endParaRPr sz="32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8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VI.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>
                <a:solidFill>
                  <a:srgbClr val="7030A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9737" y="990663"/>
            <a:ext cx="7219950" cy="4586605"/>
            <a:chOff x="439737" y="990663"/>
            <a:chExt cx="7219950" cy="4586605"/>
          </a:xfrm>
        </p:grpSpPr>
        <p:sp>
          <p:nvSpPr>
            <p:cNvPr id="4" name="object 4"/>
            <p:cNvSpPr/>
            <p:nvPr/>
          </p:nvSpPr>
          <p:spPr>
            <a:xfrm>
              <a:off x="4047997" y="2898902"/>
              <a:ext cx="3597910" cy="2664460"/>
            </a:xfrm>
            <a:custGeom>
              <a:avLst/>
              <a:gdLst/>
              <a:ahLst/>
              <a:cxnLst/>
              <a:rect l="l" t="t" r="r" b="b"/>
              <a:pathLst>
                <a:path w="3597909" h="2664460">
                  <a:moveTo>
                    <a:pt x="2397252" y="2663952"/>
                  </a:moveTo>
                  <a:lnTo>
                    <a:pt x="2397252" y="2549652"/>
                  </a:lnTo>
                  <a:lnTo>
                    <a:pt x="1197102" y="2549652"/>
                  </a:lnTo>
                  <a:lnTo>
                    <a:pt x="1197102" y="2284476"/>
                  </a:lnTo>
                </a:path>
                <a:path w="3597909" h="2664460">
                  <a:moveTo>
                    <a:pt x="0" y="2663952"/>
                  </a:moveTo>
                  <a:lnTo>
                    <a:pt x="0" y="2549652"/>
                  </a:lnTo>
                  <a:lnTo>
                    <a:pt x="1197102" y="2549652"/>
                  </a:lnTo>
                  <a:lnTo>
                    <a:pt x="1197102" y="2284476"/>
                  </a:lnTo>
                </a:path>
                <a:path w="3597909" h="2664460">
                  <a:moveTo>
                    <a:pt x="3597402" y="381000"/>
                  </a:moveTo>
                  <a:lnTo>
                    <a:pt x="3597402" y="266700"/>
                  </a:lnTo>
                  <a:lnTo>
                    <a:pt x="1197101" y="266700"/>
                  </a:lnTo>
                  <a:lnTo>
                    <a:pt x="1197101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45100" y="2898902"/>
              <a:ext cx="3175" cy="381000"/>
            </a:xfrm>
            <a:custGeom>
              <a:avLst/>
              <a:gdLst/>
              <a:ahLst/>
              <a:cxnLst/>
              <a:rect l="l" t="t" r="r" b="b"/>
              <a:pathLst>
                <a:path w="3175" h="381000">
                  <a:moveTo>
                    <a:pt x="0" y="381000"/>
                  </a:moveTo>
                  <a:lnTo>
                    <a:pt x="3047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73200" y="1757425"/>
              <a:ext cx="3771900" cy="3045460"/>
            </a:xfrm>
            <a:custGeom>
              <a:avLst/>
              <a:gdLst/>
              <a:ahLst/>
              <a:cxnLst/>
              <a:rect l="l" t="t" r="r" b="b"/>
              <a:pathLst>
                <a:path w="3771900" h="3045460">
                  <a:moveTo>
                    <a:pt x="1371600" y="1522476"/>
                  </a:moveTo>
                  <a:lnTo>
                    <a:pt x="1371600" y="1408176"/>
                  </a:lnTo>
                  <a:lnTo>
                    <a:pt x="3771900" y="1408175"/>
                  </a:lnTo>
                  <a:lnTo>
                    <a:pt x="3771900" y="1141475"/>
                  </a:lnTo>
                </a:path>
                <a:path w="3771900" h="3045460">
                  <a:moveTo>
                    <a:pt x="2743200" y="3044952"/>
                  </a:moveTo>
                  <a:lnTo>
                    <a:pt x="0" y="3044952"/>
                  </a:lnTo>
                  <a:lnTo>
                    <a:pt x="0" y="0"/>
                  </a:lnTo>
                </a:path>
                <a:path w="3771900" h="3045460">
                  <a:moveTo>
                    <a:pt x="2743200" y="760475"/>
                  </a:moveTo>
                  <a:lnTo>
                    <a:pt x="0" y="76047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4500" y="995425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2057400" y="634745"/>
                  </a:moveTo>
                  <a:lnTo>
                    <a:pt x="2057400" y="127253"/>
                  </a:lnTo>
                  <a:lnTo>
                    <a:pt x="2047374" y="77795"/>
                  </a:lnTo>
                  <a:lnTo>
                    <a:pt x="2020062" y="37337"/>
                  </a:lnTo>
                  <a:lnTo>
                    <a:pt x="1979604" y="10025"/>
                  </a:lnTo>
                  <a:lnTo>
                    <a:pt x="1930146" y="0"/>
                  </a:lnTo>
                  <a:lnTo>
                    <a:pt x="127253" y="0"/>
                  </a:lnTo>
                  <a:lnTo>
                    <a:pt x="77795" y="10025"/>
                  </a:lnTo>
                  <a:lnTo>
                    <a:pt x="37337" y="37338"/>
                  </a:lnTo>
                  <a:lnTo>
                    <a:pt x="10025" y="77795"/>
                  </a:lnTo>
                  <a:lnTo>
                    <a:pt x="0" y="127254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4" y="762000"/>
                  </a:lnTo>
                  <a:lnTo>
                    <a:pt x="1930146" y="761999"/>
                  </a:lnTo>
                  <a:lnTo>
                    <a:pt x="1979604" y="751974"/>
                  </a:lnTo>
                  <a:lnTo>
                    <a:pt x="2020062" y="724661"/>
                  </a:lnTo>
                  <a:lnTo>
                    <a:pt x="2047374" y="684204"/>
                  </a:lnTo>
                  <a:lnTo>
                    <a:pt x="2057400" y="634745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4500" y="995425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127253" y="0"/>
                  </a:moveTo>
                  <a:lnTo>
                    <a:pt x="77795" y="10025"/>
                  </a:lnTo>
                  <a:lnTo>
                    <a:pt x="37337" y="37338"/>
                  </a:lnTo>
                  <a:lnTo>
                    <a:pt x="10025" y="77795"/>
                  </a:lnTo>
                  <a:lnTo>
                    <a:pt x="0" y="127254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4" y="762000"/>
                  </a:lnTo>
                  <a:lnTo>
                    <a:pt x="1930146" y="761999"/>
                  </a:lnTo>
                  <a:lnTo>
                    <a:pt x="1979604" y="751974"/>
                  </a:lnTo>
                  <a:lnTo>
                    <a:pt x="2020062" y="724661"/>
                  </a:lnTo>
                  <a:lnTo>
                    <a:pt x="2047374" y="684204"/>
                  </a:lnTo>
                  <a:lnTo>
                    <a:pt x="2057400" y="634745"/>
                  </a:lnTo>
                  <a:lnTo>
                    <a:pt x="2057400" y="127253"/>
                  </a:lnTo>
                  <a:lnTo>
                    <a:pt x="2047374" y="77795"/>
                  </a:lnTo>
                  <a:lnTo>
                    <a:pt x="2020062" y="37337"/>
                  </a:lnTo>
                  <a:lnTo>
                    <a:pt x="1979604" y="10025"/>
                  </a:lnTo>
                  <a:lnTo>
                    <a:pt x="1930146" y="0"/>
                  </a:lnTo>
                  <a:lnTo>
                    <a:pt x="127253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13027" y="1195323"/>
            <a:ext cx="7219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1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11637" y="2132139"/>
            <a:ext cx="2066925" cy="771525"/>
            <a:chOff x="4211637" y="2132139"/>
            <a:chExt cx="2066925" cy="771525"/>
          </a:xfrm>
        </p:grpSpPr>
        <p:sp>
          <p:nvSpPr>
            <p:cNvPr id="11" name="object 11"/>
            <p:cNvSpPr/>
            <p:nvPr/>
          </p:nvSpPr>
          <p:spPr>
            <a:xfrm>
              <a:off x="4216400" y="2136901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2057399" y="634745"/>
                  </a:moveTo>
                  <a:lnTo>
                    <a:pt x="2057399" y="126491"/>
                  </a:lnTo>
                  <a:lnTo>
                    <a:pt x="2047374" y="77152"/>
                  </a:lnTo>
                  <a:lnTo>
                    <a:pt x="2020061" y="36956"/>
                  </a:lnTo>
                  <a:lnTo>
                    <a:pt x="1979604" y="9905"/>
                  </a:lnTo>
                  <a:lnTo>
                    <a:pt x="1930145" y="0"/>
                  </a:lnTo>
                  <a:lnTo>
                    <a:pt x="127253" y="0"/>
                  </a:lnTo>
                  <a:lnTo>
                    <a:pt x="77795" y="9906"/>
                  </a:lnTo>
                  <a:lnTo>
                    <a:pt x="37337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3" y="762000"/>
                  </a:lnTo>
                  <a:lnTo>
                    <a:pt x="1930145" y="761999"/>
                  </a:lnTo>
                  <a:lnTo>
                    <a:pt x="1979604" y="751974"/>
                  </a:lnTo>
                  <a:lnTo>
                    <a:pt x="2020061" y="724661"/>
                  </a:lnTo>
                  <a:lnTo>
                    <a:pt x="2047374" y="684204"/>
                  </a:lnTo>
                  <a:lnTo>
                    <a:pt x="2057399" y="634745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16400" y="2136901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127253" y="0"/>
                  </a:moveTo>
                  <a:lnTo>
                    <a:pt x="77795" y="9906"/>
                  </a:lnTo>
                  <a:lnTo>
                    <a:pt x="37337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3" y="762000"/>
                  </a:lnTo>
                  <a:lnTo>
                    <a:pt x="1930145" y="761999"/>
                  </a:lnTo>
                  <a:lnTo>
                    <a:pt x="1979604" y="751974"/>
                  </a:lnTo>
                  <a:lnTo>
                    <a:pt x="2020061" y="724661"/>
                  </a:lnTo>
                  <a:lnTo>
                    <a:pt x="2047374" y="684204"/>
                  </a:lnTo>
                  <a:lnTo>
                    <a:pt x="2057399" y="634745"/>
                  </a:lnTo>
                  <a:lnTo>
                    <a:pt x="2057399" y="126491"/>
                  </a:lnTo>
                  <a:lnTo>
                    <a:pt x="2047374" y="77152"/>
                  </a:lnTo>
                  <a:lnTo>
                    <a:pt x="2020061" y="36956"/>
                  </a:lnTo>
                  <a:lnTo>
                    <a:pt x="1979604" y="9905"/>
                  </a:lnTo>
                  <a:lnTo>
                    <a:pt x="1930145" y="0"/>
                  </a:lnTo>
                  <a:lnTo>
                    <a:pt x="127253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72279" y="2336800"/>
            <a:ext cx="19462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A2529C"/>
                </a:solidFill>
                <a:latin typeface="Arial"/>
                <a:cs typeface="Arial"/>
              </a:rPr>
              <a:t>Đồ</a:t>
            </a:r>
            <a:r>
              <a:rPr sz="2100" spc="-1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A2529C"/>
                </a:solidFill>
                <a:latin typeface="Arial"/>
                <a:cs typeface="Arial"/>
              </a:rPr>
              <a:t>thị</a:t>
            </a:r>
            <a:r>
              <a:rPr sz="2100" spc="-1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A2529C"/>
                </a:solidFill>
                <a:latin typeface="Arial"/>
                <a:cs typeface="Arial"/>
              </a:rPr>
              <a:t>vô</a:t>
            </a:r>
            <a:r>
              <a:rPr sz="21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A2529C"/>
                </a:solidFill>
                <a:latin typeface="Arial"/>
                <a:cs typeface="Arial"/>
              </a:rPr>
              <a:t>hướng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11637" y="4416615"/>
            <a:ext cx="2066925" cy="771525"/>
            <a:chOff x="4211637" y="4416615"/>
            <a:chExt cx="2066925" cy="771525"/>
          </a:xfrm>
        </p:grpSpPr>
        <p:sp>
          <p:nvSpPr>
            <p:cNvPr id="15" name="object 15"/>
            <p:cNvSpPr/>
            <p:nvPr/>
          </p:nvSpPr>
          <p:spPr>
            <a:xfrm>
              <a:off x="4216400" y="4421378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2057399" y="634745"/>
                  </a:moveTo>
                  <a:lnTo>
                    <a:pt x="2057399" y="126491"/>
                  </a:lnTo>
                  <a:lnTo>
                    <a:pt x="2047374" y="77152"/>
                  </a:lnTo>
                  <a:lnTo>
                    <a:pt x="2020061" y="36956"/>
                  </a:lnTo>
                  <a:lnTo>
                    <a:pt x="1979604" y="9905"/>
                  </a:lnTo>
                  <a:lnTo>
                    <a:pt x="1930145" y="0"/>
                  </a:lnTo>
                  <a:lnTo>
                    <a:pt x="127253" y="0"/>
                  </a:lnTo>
                  <a:lnTo>
                    <a:pt x="77795" y="9906"/>
                  </a:lnTo>
                  <a:lnTo>
                    <a:pt x="37337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3" y="762000"/>
                  </a:lnTo>
                  <a:lnTo>
                    <a:pt x="1930145" y="761999"/>
                  </a:lnTo>
                  <a:lnTo>
                    <a:pt x="1979604" y="751974"/>
                  </a:lnTo>
                  <a:lnTo>
                    <a:pt x="2020061" y="724661"/>
                  </a:lnTo>
                  <a:lnTo>
                    <a:pt x="2047374" y="684204"/>
                  </a:lnTo>
                  <a:lnTo>
                    <a:pt x="2057399" y="634745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16400" y="4421378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127253" y="0"/>
                  </a:moveTo>
                  <a:lnTo>
                    <a:pt x="77795" y="9906"/>
                  </a:lnTo>
                  <a:lnTo>
                    <a:pt x="37337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3" y="762000"/>
                  </a:lnTo>
                  <a:lnTo>
                    <a:pt x="1930145" y="761999"/>
                  </a:lnTo>
                  <a:lnTo>
                    <a:pt x="1979604" y="751974"/>
                  </a:lnTo>
                  <a:lnTo>
                    <a:pt x="2020061" y="724661"/>
                  </a:lnTo>
                  <a:lnTo>
                    <a:pt x="2047374" y="684204"/>
                  </a:lnTo>
                  <a:lnTo>
                    <a:pt x="2057399" y="634745"/>
                  </a:lnTo>
                  <a:lnTo>
                    <a:pt x="2057399" y="126491"/>
                  </a:lnTo>
                  <a:lnTo>
                    <a:pt x="2047374" y="77152"/>
                  </a:lnTo>
                  <a:lnTo>
                    <a:pt x="2020061" y="36956"/>
                  </a:lnTo>
                  <a:lnTo>
                    <a:pt x="1979604" y="9905"/>
                  </a:lnTo>
                  <a:lnTo>
                    <a:pt x="1930145" y="0"/>
                  </a:lnTo>
                  <a:lnTo>
                    <a:pt x="127253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72279" y="4621276"/>
            <a:ext cx="19462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A2529C"/>
                </a:solidFill>
                <a:latin typeface="Arial"/>
                <a:cs typeface="Arial"/>
              </a:rPr>
              <a:t>Đồ</a:t>
            </a:r>
            <a:r>
              <a:rPr sz="2100" spc="-1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A2529C"/>
                </a:solidFill>
                <a:latin typeface="Arial"/>
                <a:cs typeface="Arial"/>
              </a:rPr>
              <a:t>thị</a:t>
            </a:r>
            <a:r>
              <a:rPr sz="2100" spc="-1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A2529C"/>
                </a:solidFill>
                <a:latin typeface="Arial"/>
                <a:cs typeface="Arial"/>
              </a:rPr>
              <a:t>có</a:t>
            </a:r>
            <a:r>
              <a:rPr sz="21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A2529C"/>
                </a:solidFill>
                <a:latin typeface="Arial"/>
                <a:cs typeface="Arial"/>
              </a:rPr>
              <a:t>hướng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11337" y="3275139"/>
            <a:ext cx="2066925" cy="770255"/>
            <a:chOff x="1811337" y="3275139"/>
            <a:chExt cx="2066925" cy="770255"/>
          </a:xfrm>
        </p:grpSpPr>
        <p:sp>
          <p:nvSpPr>
            <p:cNvPr id="19" name="object 19"/>
            <p:cNvSpPr/>
            <p:nvPr/>
          </p:nvSpPr>
          <p:spPr>
            <a:xfrm>
              <a:off x="1816100" y="3279902"/>
              <a:ext cx="2057400" cy="760730"/>
            </a:xfrm>
            <a:custGeom>
              <a:avLst/>
              <a:gdLst/>
              <a:ahLst/>
              <a:cxnLst/>
              <a:rect l="l" t="t" r="r" b="b"/>
              <a:pathLst>
                <a:path w="2057400" h="760729">
                  <a:moveTo>
                    <a:pt x="2057400" y="633221"/>
                  </a:moveTo>
                  <a:lnTo>
                    <a:pt x="2057400" y="126491"/>
                  </a:lnTo>
                  <a:lnTo>
                    <a:pt x="2047386" y="77152"/>
                  </a:lnTo>
                  <a:lnTo>
                    <a:pt x="2020157" y="36956"/>
                  </a:lnTo>
                  <a:lnTo>
                    <a:pt x="1979926" y="9905"/>
                  </a:lnTo>
                  <a:lnTo>
                    <a:pt x="1930908" y="0"/>
                  </a:lnTo>
                  <a:lnTo>
                    <a:pt x="126492" y="0"/>
                  </a:lnTo>
                  <a:lnTo>
                    <a:pt x="77152" y="9906"/>
                  </a:lnTo>
                  <a:lnTo>
                    <a:pt x="36957" y="36957"/>
                  </a:lnTo>
                  <a:lnTo>
                    <a:pt x="9906" y="77152"/>
                  </a:lnTo>
                  <a:lnTo>
                    <a:pt x="0" y="126492"/>
                  </a:lnTo>
                  <a:lnTo>
                    <a:pt x="0" y="633222"/>
                  </a:lnTo>
                  <a:lnTo>
                    <a:pt x="9906" y="682680"/>
                  </a:lnTo>
                  <a:lnTo>
                    <a:pt x="36957" y="723138"/>
                  </a:lnTo>
                  <a:lnTo>
                    <a:pt x="77152" y="750450"/>
                  </a:lnTo>
                  <a:lnTo>
                    <a:pt x="126492" y="760476"/>
                  </a:lnTo>
                  <a:lnTo>
                    <a:pt x="1930908" y="760476"/>
                  </a:lnTo>
                  <a:lnTo>
                    <a:pt x="1979926" y="750450"/>
                  </a:lnTo>
                  <a:lnTo>
                    <a:pt x="2020157" y="723138"/>
                  </a:lnTo>
                  <a:lnTo>
                    <a:pt x="2047386" y="682680"/>
                  </a:lnTo>
                  <a:lnTo>
                    <a:pt x="2057400" y="633221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16100" y="3279902"/>
              <a:ext cx="2057400" cy="760730"/>
            </a:xfrm>
            <a:custGeom>
              <a:avLst/>
              <a:gdLst/>
              <a:ahLst/>
              <a:cxnLst/>
              <a:rect l="l" t="t" r="r" b="b"/>
              <a:pathLst>
                <a:path w="2057400" h="760729">
                  <a:moveTo>
                    <a:pt x="126492" y="0"/>
                  </a:moveTo>
                  <a:lnTo>
                    <a:pt x="77152" y="9906"/>
                  </a:lnTo>
                  <a:lnTo>
                    <a:pt x="36957" y="36957"/>
                  </a:lnTo>
                  <a:lnTo>
                    <a:pt x="9906" y="77152"/>
                  </a:lnTo>
                  <a:lnTo>
                    <a:pt x="0" y="126492"/>
                  </a:lnTo>
                  <a:lnTo>
                    <a:pt x="0" y="633222"/>
                  </a:lnTo>
                  <a:lnTo>
                    <a:pt x="9906" y="682680"/>
                  </a:lnTo>
                  <a:lnTo>
                    <a:pt x="36957" y="723138"/>
                  </a:lnTo>
                  <a:lnTo>
                    <a:pt x="77152" y="750450"/>
                  </a:lnTo>
                  <a:lnTo>
                    <a:pt x="126492" y="760476"/>
                  </a:lnTo>
                  <a:lnTo>
                    <a:pt x="1930908" y="760476"/>
                  </a:lnTo>
                  <a:lnTo>
                    <a:pt x="1979926" y="750450"/>
                  </a:lnTo>
                  <a:lnTo>
                    <a:pt x="2020157" y="723138"/>
                  </a:lnTo>
                  <a:lnTo>
                    <a:pt x="2047386" y="682680"/>
                  </a:lnTo>
                  <a:lnTo>
                    <a:pt x="2057400" y="633221"/>
                  </a:lnTo>
                  <a:lnTo>
                    <a:pt x="2057400" y="126491"/>
                  </a:lnTo>
                  <a:lnTo>
                    <a:pt x="2047386" y="77152"/>
                  </a:lnTo>
                  <a:lnTo>
                    <a:pt x="2020157" y="36956"/>
                  </a:lnTo>
                  <a:lnTo>
                    <a:pt x="1979926" y="9905"/>
                  </a:lnTo>
                  <a:lnTo>
                    <a:pt x="1930908" y="0"/>
                  </a:lnTo>
                  <a:lnTo>
                    <a:pt x="12649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11070" y="3478276"/>
            <a:ext cx="12661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Đơn</a:t>
            </a:r>
            <a:r>
              <a:rPr sz="21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1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211637" y="3275139"/>
            <a:ext cx="2066925" cy="770255"/>
            <a:chOff x="4211637" y="3275139"/>
            <a:chExt cx="2066925" cy="770255"/>
          </a:xfrm>
        </p:grpSpPr>
        <p:sp>
          <p:nvSpPr>
            <p:cNvPr id="23" name="object 23"/>
            <p:cNvSpPr/>
            <p:nvPr/>
          </p:nvSpPr>
          <p:spPr>
            <a:xfrm>
              <a:off x="4216400" y="3279902"/>
              <a:ext cx="2057400" cy="760730"/>
            </a:xfrm>
            <a:custGeom>
              <a:avLst/>
              <a:gdLst/>
              <a:ahLst/>
              <a:cxnLst/>
              <a:rect l="l" t="t" r="r" b="b"/>
              <a:pathLst>
                <a:path w="2057400" h="760729">
                  <a:moveTo>
                    <a:pt x="2057399" y="633221"/>
                  </a:moveTo>
                  <a:lnTo>
                    <a:pt x="2057399" y="126491"/>
                  </a:lnTo>
                  <a:lnTo>
                    <a:pt x="2047386" y="77152"/>
                  </a:lnTo>
                  <a:lnTo>
                    <a:pt x="2020157" y="36956"/>
                  </a:lnTo>
                  <a:lnTo>
                    <a:pt x="1979926" y="9905"/>
                  </a:lnTo>
                  <a:lnTo>
                    <a:pt x="1930908" y="0"/>
                  </a:lnTo>
                  <a:lnTo>
                    <a:pt x="126491" y="0"/>
                  </a:lnTo>
                  <a:lnTo>
                    <a:pt x="77152" y="9906"/>
                  </a:lnTo>
                  <a:lnTo>
                    <a:pt x="36956" y="36957"/>
                  </a:lnTo>
                  <a:lnTo>
                    <a:pt x="9905" y="77152"/>
                  </a:lnTo>
                  <a:lnTo>
                    <a:pt x="0" y="126492"/>
                  </a:lnTo>
                  <a:lnTo>
                    <a:pt x="0" y="633222"/>
                  </a:lnTo>
                  <a:lnTo>
                    <a:pt x="9905" y="682680"/>
                  </a:lnTo>
                  <a:lnTo>
                    <a:pt x="36956" y="723138"/>
                  </a:lnTo>
                  <a:lnTo>
                    <a:pt x="77152" y="750450"/>
                  </a:lnTo>
                  <a:lnTo>
                    <a:pt x="126491" y="760476"/>
                  </a:lnTo>
                  <a:lnTo>
                    <a:pt x="1930908" y="760476"/>
                  </a:lnTo>
                  <a:lnTo>
                    <a:pt x="1979926" y="750450"/>
                  </a:lnTo>
                  <a:lnTo>
                    <a:pt x="2020157" y="723138"/>
                  </a:lnTo>
                  <a:lnTo>
                    <a:pt x="2047386" y="682680"/>
                  </a:lnTo>
                  <a:lnTo>
                    <a:pt x="2057399" y="633221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16400" y="3279902"/>
              <a:ext cx="2057400" cy="760730"/>
            </a:xfrm>
            <a:custGeom>
              <a:avLst/>
              <a:gdLst/>
              <a:ahLst/>
              <a:cxnLst/>
              <a:rect l="l" t="t" r="r" b="b"/>
              <a:pathLst>
                <a:path w="2057400" h="760729">
                  <a:moveTo>
                    <a:pt x="126491" y="0"/>
                  </a:moveTo>
                  <a:lnTo>
                    <a:pt x="77152" y="9906"/>
                  </a:lnTo>
                  <a:lnTo>
                    <a:pt x="36956" y="36957"/>
                  </a:lnTo>
                  <a:lnTo>
                    <a:pt x="9905" y="77152"/>
                  </a:lnTo>
                  <a:lnTo>
                    <a:pt x="0" y="126492"/>
                  </a:lnTo>
                  <a:lnTo>
                    <a:pt x="0" y="633222"/>
                  </a:lnTo>
                  <a:lnTo>
                    <a:pt x="9905" y="682680"/>
                  </a:lnTo>
                  <a:lnTo>
                    <a:pt x="36956" y="723138"/>
                  </a:lnTo>
                  <a:lnTo>
                    <a:pt x="77152" y="750450"/>
                  </a:lnTo>
                  <a:lnTo>
                    <a:pt x="126491" y="760476"/>
                  </a:lnTo>
                  <a:lnTo>
                    <a:pt x="1930908" y="760476"/>
                  </a:lnTo>
                  <a:lnTo>
                    <a:pt x="1979926" y="750450"/>
                  </a:lnTo>
                  <a:lnTo>
                    <a:pt x="2020157" y="723138"/>
                  </a:lnTo>
                  <a:lnTo>
                    <a:pt x="2047386" y="682680"/>
                  </a:lnTo>
                  <a:lnTo>
                    <a:pt x="2057399" y="633221"/>
                  </a:lnTo>
                  <a:lnTo>
                    <a:pt x="2057399" y="126491"/>
                  </a:lnTo>
                  <a:lnTo>
                    <a:pt x="2047386" y="77152"/>
                  </a:lnTo>
                  <a:lnTo>
                    <a:pt x="2020157" y="36956"/>
                  </a:lnTo>
                  <a:lnTo>
                    <a:pt x="1979926" y="9905"/>
                  </a:lnTo>
                  <a:lnTo>
                    <a:pt x="1930908" y="0"/>
                  </a:lnTo>
                  <a:lnTo>
                    <a:pt x="126491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699000" y="3478276"/>
            <a:ext cx="10915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Đa</a:t>
            </a:r>
            <a:r>
              <a:rPr sz="21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1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11937" y="3275139"/>
            <a:ext cx="2066925" cy="770255"/>
            <a:chOff x="6611937" y="3275139"/>
            <a:chExt cx="2066925" cy="770255"/>
          </a:xfrm>
        </p:grpSpPr>
        <p:sp>
          <p:nvSpPr>
            <p:cNvPr id="27" name="object 27"/>
            <p:cNvSpPr/>
            <p:nvPr/>
          </p:nvSpPr>
          <p:spPr>
            <a:xfrm>
              <a:off x="6616700" y="3279902"/>
              <a:ext cx="2057400" cy="760730"/>
            </a:xfrm>
            <a:custGeom>
              <a:avLst/>
              <a:gdLst/>
              <a:ahLst/>
              <a:cxnLst/>
              <a:rect l="l" t="t" r="r" b="b"/>
              <a:pathLst>
                <a:path w="2057400" h="760729">
                  <a:moveTo>
                    <a:pt x="2057400" y="633221"/>
                  </a:moveTo>
                  <a:lnTo>
                    <a:pt x="2057400" y="126491"/>
                  </a:lnTo>
                  <a:lnTo>
                    <a:pt x="2047386" y="77152"/>
                  </a:lnTo>
                  <a:lnTo>
                    <a:pt x="2020157" y="36956"/>
                  </a:lnTo>
                  <a:lnTo>
                    <a:pt x="1979926" y="9905"/>
                  </a:lnTo>
                  <a:lnTo>
                    <a:pt x="1930908" y="0"/>
                  </a:lnTo>
                  <a:lnTo>
                    <a:pt x="126492" y="0"/>
                  </a:lnTo>
                  <a:lnTo>
                    <a:pt x="77152" y="9906"/>
                  </a:lnTo>
                  <a:lnTo>
                    <a:pt x="36957" y="36957"/>
                  </a:lnTo>
                  <a:lnTo>
                    <a:pt x="9906" y="77152"/>
                  </a:lnTo>
                  <a:lnTo>
                    <a:pt x="0" y="126492"/>
                  </a:lnTo>
                  <a:lnTo>
                    <a:pt x="0" y="633222"/>
                  </a:lnTo>
                  <a:lnTo>
                    <a:pt x="9906" y="682680"/>
                  </a:lnTo>
                  <a:lnTo>
                    <a:pt x="36957" y="723138"/>
                  </a:lnTo>
                  <a:lnTo>
                    <a:pt x="77152" y="750450"/>
                  </a:lnTo>
                  <a:lnTo>
                    <a:pt x="126492" y="760476"/>
                  </a:lnTo>
                  <a:lnTo>
                    <a:pt x="1930908" y="760476"/>
                  </a:lnTo>
                  <a:lnTo>
                    <a:pt x="1979926" y="750450"/>
                  </a:lnTo>
                  <a:lnTo>
                    <a:pt x="2020157" y="723138"/>
                  </a:lnTo>
                  <a:lnTo>
                    <a:pt x="2047386" y="682680"/>
                  </a:lnTo>
                  <a:lnTo>
                    <a:pt x="2057400" y="633221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16700" y="3279902"/>
              <a:ext cx="2057400" cy="760730"/>
            </a:xfrm>
            <a:custGeom>
              <a:avLst/>
              <a:gdLst/>
              <a:ahLst/>
              <a:cxnLst/>
              <a:rect l="l" t="t" r="r" b="b"/>
              <a:pathLst>
                <a:path w="2057400" h="760729">
                  <a:moveTo>
                    <a:pt x="126492" y="0"/>
                  </a:moveTo>
                  <a:lnTo>
                    <a:pt x="77152" y="9906"/>
                  </a:lnTo>
                  <a:lnTo>
                    <a:pt x="36957" y="36957"/>
                  </a:lnTo>
                  <a:lnTo>
                    <a:pt x="9906" y="77152"/>
                  </a:lnTo>
                  <a:lnTo>
                    <a:pt x="0" y="126492"/>
                  </a:lnTo>
                  <a:lnTo>
                    <a:pt x="0" y="633222"/>
                  </a:lnTo>
                  <a:lnTo>
                    <a:pt x="9906" y="682680"/>
                  </a:lnTo>
                  <a:lnTo>
                    <a:pt x="36957" y="723138"/>
                  </a:lnTo>
                  <a:lnTo>
                    <a:pt x="77152" y="750450"/>
                  </a:lnTo>
                  <a:lnTo>
                    <a:pt x="126492" y="760476"/>
                  </a:lnTo>
                  <a:lnTo>
                    <a:pt x="1930908" y="760476"/>
                  </a:lnTo>
                  <a:lnTo>
                    <a:pt x="1979926" y="750450"/>
                  </a:lnTo>
                  <a:lnTo>
                    <a:pt x="2020157" y="723138"/>
                  </a:lnTo>
                  <a:lnTo>
                    <a:pt x="2047386" y="682680"/>
                  </a:lnTo>
                  <a:lnTo>
                    <a:pt x="2057400" y="633221"/>
                  </a:lnTo>
                  <a:lnTo>
                    <a:pt x="2057400" y="126491"/>
                  </a:lnTo>
                  <a:lnTo>
                    <a:pt x="2047386" y="77152"/>
                  </a:lnTo>
                  <a:lnTo>
                    <a:pt x="2020157" y="36956"/>
                  </a:lnTo>
                  <a:lnTo>
                    <a:pt x="1979926" y="9905"/>
                  </a:lnTo>
                  <a:lnTo>
                    <a:pt x="1930908" y="0"/>
                  </a:lnTo>
                  <a:lnTo>
                    <a:pt x="12649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62723" y="3478276"/>
            <a:ext cx="11652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Giả</a:t>
            </a:r>
            <a:r>
              <a:rPr sz="21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1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14535" y="5558091"/>
            <a:ext cx="2064385" cy="771525"/>
            <a:chOff x="3014535" y="5558091"/>
            <a:chExt cx="2064385" cy="771525"/>
          </a:xfrm>
        </p:grpSpPr>
        <p:sp>
          <p:nvSpPr>
            <p:cNvPr id="31" name="object 31"/>
            <p:cNvSpPr/>
            <p:nvPr/>
          </p:nvSpPr>
          <p:spPr>
            <a:xfrm>
              <a:off x="3019298" y="5562853"/>
              <a:ext cx="2054860" cy="762000"/>
            </a:xfrm>
            <a:custGeom>
              <a:avLst/>
              <a:gdLst/>
              <a:ahLst/>
              <a:cxnLst/>
              <a:rect l="l" t="t" r="r" b="b"/>
              <a:pathLst>
                <a:path w="2054860" h="762000">
                  <a:moveTo>
                    <a:pt x="2054352" y="634745"/>
                  </a:moveTo>
                  <a:lnTo>
                    <a:pt x="2054352" y="126491"/>
                  </a:lnTo>
                  <a:lnTo>
                    <a:pt x="2044326" y="77152"/>
                  </a:lnTo>
                  <a:lnTo>
                    <a:pt x="2017014" y="36956"/>
                  </a:lnTo>
                  <a:lnTo>
                    <a:pt x="1976556" y="9905"/>
                  </a:lnTo>
                  <a:lnTo>
                    <a:pt x="1927098" y="0"/>
                  </a:lnTo>
                  <a:lnTo>
                    <a:pt x="127254" y="0"/>
                  </a:lnTo>
                  <a:lnTo>
                    <a:pt x="77795" y="9906"/>
                  </a:lnTo>
                  <a:lnTo>
                    <a:pt x="37338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8" y="724662"/>
                  </a:lnTo>
                  <a:lnTo>
                    <a:pt x="77795" y="751974"/>
                  </a:lnTo>
                  <a:lnTo>
                    <a:pt x="127254" y="762000"/>
                  </a:lnTo>
                  <a:lnTo>
                    <a:pt x="1927098" y="761999"/>
                  </a:lnTo>
                  <a:lnTo>
                    <a:pt x="1976556" y="751974"/>
                  </a:lnTo>
                  <a:lnTo>
                    <a:pt x="2017014" y="724661"/>
                  </a:lnTo>
                  <a:lnTo>
                    <a:pt x="2044326" y="684204"/>
                  </a:lnTo>
                  <a:lnTo>
                    <a:pt x="2054352" y="634745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19298" y="5562853"/>
              <a:ext cx="2054860" cy="762000"/>
            </a:xfrm>
            <a:custGeom>
              <a:avLst/>
              <a:gdLst/>
              <a:ahLst/>
              <a:cxnLst/>
              <a:rect l="l" t="t" r="r" b="b"/>
              <a:pathLst>
                <a:path w="2054860" h="762000">
                  <a:moveTo>
                    <a:pt x="127254" y="0"/>
                  </a:moveTo>
                  <a:lnTo>
                    <a:pt x="77795" y="9906"/>
                  </a:lnTo>
                  <a:lnTo>
                    <a:pt x="37338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8" y="724662"/>
                  </a:lnTo>
                  <a:lnTo>
                    <a:pt x="77795" y="751974"/>
                  </a:lnTo>
                  <a:lnTo>
                    <a:pt x="127254" y="762000"/>
                  </a:lnTo>
                  <a:lnTo>
                    <a:pt x="1927098" y="761999"/>
                  </a:lnTo>
                  <a:lnTo>
                    <a:pt x="1976556" y="751974"/>
                  </a:lnTo>
                  <a:lnTo>
                    <a:pt x="2017014" y="724661"/>
                  </a:lnTo>
                  <a:lnTo>
                    <a:pt x="2044326" y="684204"/>
                  </a:lnTo>
                  <a:lnTo>
                    <a:pt x="2054352" y="634745"/>
                  </a:lnTo>
                  <a:lnTo>
                    <a:pt x="2054352" y="126491"/>
                  </a:lnTo>
                  <a:lnTo>
                    <a:pt x="2044326" y="77152"/>
                  </a:lnTo>
                  <a:lnTo>
                    <a:pt x="2017014" y="36956"/>
                  </a:lnTo>
                  <a:lnTo>
                    <a:pt x="1976556" y="9905"/>
                  </a:lnTo>
                  <a:lnTo>
                    <a:pt x="1927098" y="0"/>
                  </a:lnTo>
                  <a:lnTo>
                    <a:pt x="12725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413505" y="5762750"/>
            <a:ext cx="12661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Đơn</a:t>
            </a:r>
            <a:r>
              <a:rPr sz="21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1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411787" y="5558091"/>
            <a:ext cx="2065655" cy="771525"/>
            <a:chOff x="5411787" y="5558091"/>
            <a:chExt cx="2065655" cy="771525"/>
          </a:xfrm>
        </p:grpSpPr>
        <p:sp>
          <p:nvSpPr>
            <p:cNvPr id="35" name="object 35"/>
            <p:cNvSpPr/>
            <p:nvPr/>
          </p:nvSpPr>
          <p:spPr>
            <a:xfrm>
              <a:off x="5416550" y="5562853"/>
              <a:ext cx="2056130" cy="762000"/>
            </a:xfrm>
            <a:custGeom>
              <a:avLst/>
              <a:gdLst/>
              <a:ahLst/>
              <a:cxnLst/>
              <a:rect l="l" t="t" r="r" b="b"/>
              <a:pathLst>
                <a:path w="2056129" h="762000">
                  <a:moveTo>
                    <a:pt x="2055876" y="634745"/>
                  </a:moveTo>
                  <a:lnTo>
                    <a:pt x="2055876" y="126491"/>
                  </a:lnTo>
                  <a:lnTo>
                    <a:pt x="2045850" y="77152"/>
                  </a:lnTo>
                  <a:lnTo>
                    <a:pt x="2018538" y="36956"/>
                  </a:lnTo>
                  <a:lnTo>
                    <a:pt x="1978080" y="9905"/>
                  </a:lnTo>
                  <a:lnTo>
                    <a:pt x="1928621" y="0"/>
                  </a:lnTo>
                  <a:lnTo>
                    <a:pt x="127253" y="0"/>
                  </a:lnTo>
                  <a:lnTo>
                    <a:pt x="77795" y="9906"/>
                  </a:lnTo>
                  <a:lnTo>
                    <a:pt x="37337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3" y="762000"/>
                  </a:lnTo>
                  <a:lnTo>
                    <a:pt x="1928621" y="761999"/>
                  </a:lnTo>
                  <a:lnTo>
                    <a:pt x="1978080" y="751974"/>
                  </a:lnTo>
                  <a:lnTo>
                    <a:pt x="2018538" y="724661"/>
                  </a:lnTo>
                  <a:lnTo>
                    <a:pt x="2045850" y="684204"/>
                  </a:lnTo>
                  <a:lnTo>
                    <a:pt x="2055876" y="634745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16550" y="5562853"/>
              <a:ext cx="2056130" cy="762000"/>
            </a:xfrm>
            <a:custGeom>
              <a:avLst/>
              <a:gdLst/>
              <a:ahLst/>
              <a:cxnLst/>
              <a:rect l="l" t="t" r="r" b="b"/>
              <a:pathLst>
                <a:path w="2056129" h="762000">
                  <a:moveTo>
                    <a:pt x="127253" y="0"/>
                  </a:moveTo>
                  <a:lnTo>
                    <a:pt x="77795" y="9906"/>
                  </a:lnTo>
                  <a:lnTo>
                    <a:pt x="37337" y="36957"/>
                  </a:lnTo>
                  <a:lnTo>
                    <a:pt x="10025" y="77152"/>
                  </a:lnTo>
                  <a:lnTo>
                    <a:pt x="0" y="126492"/>
                  </a:lnTo>
                  <a:lnTo>
                    <a:pt x="0" y="634746"/>
                  </a:lnTo>
                  <a:lnTo>
                    <a:pt x="10025" y="684204"/>
                  </a:lnTo>
                  <a:lnTo>
                    <a:pt x="37337" y="724662"/>
                  </a:lnTo>
                  <a:lnTo>
                    <a:pt x="77795" y="751974"/>
                  </a:lnTo>
                  <a:lnTo>
                    <a:pt x="127253" y="762000"/>
                  </a:lnTo>
                  <a:lnTo>
                    <a:pt x="1928621" y="761999"/>
                  </a:lnTo>
                  <a:lnTo>
                    <a:pt x="1978080" y="751974"/>
                  </a:lnTo>
                  <a:lnTo>
                    <a:pt x="2018538" y="724661"/>
                  </a:lnTo>
                  <a:lnTo>
                    <a:pt x="2045850" y="684204"/>
                  </a:lnTo>
                  <a:lnTo>
                    <a:pt x="2055876" y="634745"/>
                  </a:lnTo>
                  <a:lnTo>
                    <a:pt x="2055876" y="126491"/>
                  </a:lnTo>
                  <a:lnTo>
                    <a:pt x="2045850" y="77152"/>
                  </a:lnTo>
                  <a:lnTo>
                    <a:pt x="2018538" y="36956"/>
                  </a:lnTo>
                  <a:lnTo>
                    <a:pt x="1978080" y="9905"/>
                  </a:lnTo>
                  <a:lnTo>
                    <a:pt x="1928621" y="0"/>
                  </a:lnTo>
                  <a:lnTo>
                    <a:pt x="127253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899150" y="5762750"/>
            <a:ext cx="10915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Đa</a:t>
            </a:r>
            <a:r>
              <a:rPr sz="21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1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663180" cy="192658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Đơn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đồ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thị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vô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huớng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vô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tập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425" y="3035299"/>
            <a:ext cx="4105274" cy="2666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5002" y="5805422"/>
            <a:ext cx="4960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E={(1,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5)}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>
                <a:solidFill>
                  <a:srgbClr val="7030A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56525" cy="25971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Đa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đồ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thị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vô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huớng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vô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650" marR="83820" lvl="1" indent="-28638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họ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  <a:p>
            <a:pPr marL="755650" marR="5080" indent="-7556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Arial"/>
                <a:cs typeface="Arial"/>
              </a:rPr>
              <a:t>Hai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e1,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e2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cạnh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lặp</a:t>
            </a:r>
            <a:r>
              <a:rPr sz="20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chúng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với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02" y="5805422"/>
            <a:ext cx="7666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E={(1,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(1,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2),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(2,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1),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(5,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2),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(3,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5)</a:t>
            </a:r>
            <a:r>
              <a:rPr sz="18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8217" y="3492499"/>
            <a:ext cx="4304926" cy="2286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II.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61605" cy="22923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Giả</a:t>
            </a:r>
            <a:r>
              <a:rPr sz="2800" spc="-2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vô</a:t>
            </a:r>
            <a:r>
              <a:rPr sz="2800" spc="-2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huớng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vô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650" marR="5080" lvl="1" indent="-287020">
              <a:lnSpc>
                <a:spcPct val="100000"/>
              </a:lnSpc>
              <a:spcBef>
                <a:spcPts val="47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họ</a:t>
            </a:r>
            <a:r>
              <a:rPr sz="20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nhất</a:t>
            </a:r>
            <a:r>
              <a:rPr sz="20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thiết</a:t>
            </a:r>
            <a:r>
              <a:rPr sz="2000" u="heavy" spc="-5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5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  <a:p>
            <a:pPr marL="68072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Cạnh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khuyên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e=(u,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u)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4412" y="3416299"/>
            <a:ext cx="4876431" cy="2438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5856699"/>
            <a:ext cx="8037830" cy="497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6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6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6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E={(1,</a:t>
            </a:r>
            <a:r>
              <a:rPr sz="16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1),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4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(2,</a:t>
            </a:r>
            <a:r>
              <a:rPr sz="16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2),</a:t>
            </a:r>
            <a:r>
              <a:rPr sz="16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(3,</a:t>
            </a:r>
            <a:r>
              <a:rPr sz="16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3)</a:t>
            </a:r>
            <a:r>
              <a:rPr sz="1600" b="1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11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74305" cy="192658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Đơn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4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có</a:t>
            </a:r>
            <a:r>
              <a:rPr sz="2800" spc="-3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hướng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015" marR="5080" lvl="1" indent="-28638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tập</a:t>
            </a:r>
            <a:r>
              <a:rPr sz="20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 </a:t>
            </a:r>
            <a:r>
              <a:rPr sz="2000" dirty="0">
                <a:latin typeface="Arial"/>
                <a:cs typeface="Arial"/>
              </a:rPr>
              <a:t>(tập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cung</a:t>
            </a:r>
            <a:r>
              <a:rPr sz="2000" spc="-2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5806946"/>
            <a:ext cx="7926704" cy="56682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E={(2,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lang="en-US" spc="-15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lang="en-US" sz="180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lang="en-US" sz="180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lang="en-US" spc="-1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lang="en-US" sz="180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4)}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3475" y="3416299"/>
            <a:ext cx="4695825" cy="2362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12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II.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05090" cy="25971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Đa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3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có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hướng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họ</a:t>
            </a:r>
            <a:r>
              <a:rPr sz="20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 </a:t>
            </a:r>
            <a:r>
              <a:rPr sz="2000" dirty="0">
                <a:latin typeface="Arial"/>
                <a:cs typeface="Arial"/>
              </a:rPr>
              <a:t>(tập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cung</a:t>
            </a:r>
            <a:r>
              <a:rPr sz="2000" spc="-2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5120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Arial"/>
                <a:cs typeface="Arial"/>
              </a:rPr>
              <a:t>Hai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e1,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e2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lặp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chúng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tương</a:t>
            </a:r>
            <a:endParaRPr sz="20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ứng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đỉnh.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5806946"/>
            <a:ext cx="6815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lang="en-US" sz="1800" spc="-35">
                <a:solidFill>
                  <a:srgbClr val="1D528E"/>
                </a:solidFill>
                <a:latin typeface="Arial"/>
                <a:cs typeface="Arial"/>
              </a:rPr>
              <a:t>, 6</a:t>
            </a:r>
            <a:r>
              <a:rPr sz="1800" spc="-35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E={(2,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(6,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(6,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6),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6),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(3,1),</a:t>
            </a:r>
            <a:r>
              <a:rPr sz="18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(6,2)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5400" y="3721099"/>
            <a:ext cx="4781550" cy="22288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9737" y="990663"/>
            <a:ext cx="2545080" cy="5116195"/>
            <a:chOff x="439737" y="990663"/>
            <a:chExt cx="2545080" cy="5116195"/>
          </a:xfrm>
        </p:grpSpPr>
        <p:sp>
          <p:nvSpPr>
            <p:cNvPr id="4" name="object 4"/>
            <p:cNvSpPr/>
            <p:nvPr/>
          </p:nvSpPr>
          <p:spPr>
            <a:xfrm>
              <a:off x="1392427" y="1458721"/>
              <a:ext cx="1578610" cy="4634230"/>
            </a:xfrm>
            <a:custGeom>
              <a:avLst/>
              <a:gdLst/>
              <a:ahLst/>
              <a:cxnLst/>
              <a:rect l="l" t="t" r="r" b="b"/>
              <a:pathLst>
                <a:path w="1578610" h="4634230">
                  <a:moveTo>
                    <a:pt x="1578102" y="4633722"/>
                  </a:moveTo>
                  <a:lnTo>
                    <a:pt x="1261872" y="4633722"/>
                  </a:lnTo>
                  <a:lnTo>
                    <a:pt x="1261872" y="3475482"/>
                  </a:lnTo>
                </a:path>
                <a:path w="1578610" h="4634230">
                  <a:moveTo>
                    <a:pt x="1578102" y="3938778"/>
                  </a:moveTo>
                  <a:lnTo>
                    <a:pt x="1261872" y="3938778"/>
                  </a:lnTo>
                  <a:lnTo>
                    <a:pt x="1261872" y="3475482"/>
                  </a:lnTo>
                </a:path>
                <a:path w="1578610" h="4634230">
                  <a:moveTo>
                    <a:pt x="1578102" y="2548128"/>
                  </a:moveTo>
                  <a:lnTo>
                    <a:pt x="1261872" y="2548128"/>
                  </a:lnTo>
                  <a:lnTo>
                    <a:pt x="1261872" y="695706"/>
                  </a:lnTo>
                </a:path>
                <a:path w="1578610" h="4634230">
                  <a:moveTo>
                    <a:pt x="1578102" y="1854708"/>
                  </a:moveTo>
                  <a:lnTo>
                    <a:pt x="1261872" y="1854708"/>
                  </a:lnTo>
                  <a:lnTo>
                    <a:pt x="1261872" y="695706"/>
                  </a:lnTo>
                </a:path>
                <a:path w="1578610" h="4634230">
                  <a:moveTo>
                    <a:pt x="1578102" y="1159002"/>
                  </a:moveTo>
                  <a:lnTo>
                    <a:pt x="1261872" y="1159002"/>
                  </a:lnTo>
                  <a:lnTo>
                    <a:pt x="1261872" y="695706"/>
                  </a:lnTo>
                </a:path>
                <a:path w="1578610" h="4634230">
                  <a:moveTo>
                    <a:pt x="313944" y="3243072"/>
                  </a:moveTo>
                  <a:lnTo>
                    <a:pt x="0" y="3243072"/>
                  </a:lnTo>
                  <a:lnTo>
                    <a:pt x="0" y="0"/>
                  </a:lnTo>
                </a:path>
                <a:path w="1578610" h="4634230">
                  <a:moveTo>
                    <a:pt x="313944" y="464058"/>
                  </a:moveTo>
                  <a:lnTo>
                    <a:pt x="0" y="464058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4500" y="995425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1893570" y="386333"/>
                  </a:move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4500" y="995425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9030" y="1095502"/>
            <a:ext cx="523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 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1609" y="1685607"/>
            <a:ext cx="1905635" cy="473709"/>
            <a:chOff x="1701609" y="1685607"/>
            <a:chExt cx="1905635" cy="473709"/>
          </a:xfrm>
        </p:grpSpPr>
        <p:sp>
          <p:nvSpPr>
            <p:cNvPr id="9" name="object 9"/>
            <p:cNvSpPr/>
            <p:nvPr/>
          </p:nvSpPr>
          <p:spPr>
            <a:xfrm>
              <a:off x="1706372" y="1690370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1895856" y="386333"/>
                  </a:move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06372" y="1690370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77724" y="0"/>
                  </a:move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2751" y="1791208"/>
            <a:ext cx="14027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thị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vô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A2529C"/>
                </a:solidFill>
                <a:latin typeface="Arial"/>
                <a:cs typeface="Arial"/>
              </a:rPr>
              <a:t>hướng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01609" y="4465383"/>
            <a:ext cx="1905635" cy="473709"/>
            <a:chOff x="1701609" y="4465383"/>
            <a:chExt cx="1905635" cy="473709"/>
          </a:xfrm>
        </p:grpSpPr>
        <p:sp>
          <p:nvSpPr>
            <p:cNvPr id="13" name="object 13"/>
            <p:cNvSpPr/>
            <p:nvPr/>
          </p:nvSpPr>
          <p:spPr>
            <a:xfrm>
              <a:off x="1706372" y="4470146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1895856" y="386333"/>
                  </a:move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6372" y="4470146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77724" y="0"/>
                  </a:move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52751" y="4570983"/>
            <a:ext cx="14027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thị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có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A2529C"/>
                </a:solidFill>
                <a:latin typeface="Arial"/>
                <a:cs typeface="Arial"/>
              </a:rPr>
              <a:t>hướng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65767" y="2381313"/>
            <a:ext cx="1903095" cy="473075"/>
            <a:chOff x="2965767" y="2381313"/>
            <a:chExt cx="1903095" cy="473075"/>
          </a:xfrm>
        </p:grpSpPr>
        <p:sp>
          <p:nvSpPr>
            <p:cNvPr id="17" name="object 17"/>
            <p:cNvSpPr/>
            <p:nvPr/>
          </p:nvSpPr>
          <p:spPr>
            <a:xfrm>
              <a:off x="2970529" y="2386076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1893570" y="386333"/>
                  </a:move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0529" y="2386076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459226" y="2486152"/>
            <a:ext cx="913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Đơn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65767" y="3076257"/>
            <a:ext cx="1903095" cy="473709"/>
            <a:chOff x="2965767" y="3076257"/>
            <a:chExt cx="1903095" cy="473709"/>
          </a:xfrm>
        </p:grpSpPr>
        <p:sp>
          <p:nvSpPr>
            <p:cNvPr id="21" name="object 21"/>
            <p:cNvSpPr/>
            <p:nvPr/>
          </p:nvSpPr>
          <p:spPr>
            <a:xfrm>
              <a:off x="2970529" y="3081020"/>
              <a:ext cx="1893570" cy="464184"/>
            </a:xfrm>
            <a:custGeom>
              <a:avLst/>
              <a:gdLst/>
              <a:ahLst/>
              <a:cxnLst/>
              <a:rect l="l" t="t" r="r" b="b"/>
              <a:pathLst>
                <a:path w="1893570" h="464185">
                  <a:moveTo>
                    <a:pt x="1893570" y="386333"/>
                  </a:moveTo>
                  <a:lnTo>
                    <a:pt x="1893570" y="77723"/>
                  </a:lnTo>
                  <a:lnTo>
                    <a:pt x="1887545" y="47577"/>
                  </a:lnTo>
                  <a:lnTo>
                    <a:pt x="1871090" y="22859"/>
                  </a:lnTo>
                  <a:lnTo>
                    <a:pt x="1846635" y="6143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6608" y="464057"/>
                  </a:lnTo>
                  <a:lnTo>
                    <a:pt x="1846635" y="457914"/>
                  </a:lnTo>
                  <a:lnTo>
                    <a:pt x="1871090" y="441197"/>
                  </a:lnTo>
                  <a:lnTo>
                    <a:pt x="1887545" y="416480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70529" y="3081020"/>
              <a:ext cx="1893570" cy="464184"/>
            </a:xfrm>
            <a:custGeom>
              <a:avLst/>
              <a:gdLst/>
              <a:ahLst/>
              <a:cxnLst/>
              <a:rect l="l" t="t" r="r" b="b"/>
              <a:pathLst>
                <a:path w="1893570" h="464185">
                  <a:moveTo>
                    <a:pt x="76962" y="0"/>
                  </a:move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6608" y="464057"/>
                  </a:lnTo>
                  <a:lnTo>
                    <a:pt x="1846635" y="457914"/>
                  </a:lnTo>
                  <a:lnTo>
                    <a:pt x="1871090" y="441197"/>
                  </a:lnTo>
                  <a:lnTo>
                    <a:pt x="1887545" y="416480"/>
                  </a:lnTo>
                  <a:lnTo>
                    <a:pt x="1893570" y="386333"/>
                  </a:lnTo>
                  <a:lnTo>
                    <a:pt x="1893570" y="77723"/>
                  </a:lnTo>
                  <a:lnTo>
                    <a:pt x="1887545" y="47577"/>
                  </a:lnTo>
                  <a:lnTo>
                    <a:pt x="1871090" y="22859"/>
                  </a:lnTo>
                  <a:lnTo>
                    <a:pt x="1846635" y="6143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22471" y="3181858"/>
            <a:ext cx="788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Đa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65767" y="3770439"/>
            <a:ext cx="1903095" cy="473075"/>
            <a:chOff x="2965767" y="3770439"/>
            <a:chExt cx="1903095" cy="473075"/>
          </a:xfrm>
        </p:grpSpPr>
        <p:sp>
          <p:nvSpPr>
            <p:cNvPr id="25" name="object 25"/>
            <p:cNvSpPr/>
            <p:nvPr/>
          </p:nvSpPr>
          <p:spPr>
            <a:xfrm>
              <a:off x="2970529" y="3775202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1893570" y="386333"/>
                  </a:move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70529" y="3775202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95802" y="3875278"/>
            <a:ext cx="8413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Giả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65767" y="5161089"/>
            <a:ext cx="1901825" cy="473075"/>
            <a:chOff x="2965767" y="5161089"/>
            <a:chExt cx="1901825" cy="473075"/>
          </a:xfrm>
        </p:grpSpPr>
        <p:sp>
          <p:nvSpPr>
            <p:cNvPr id="29" name="object 29"/>
            <p:cNvSpPr/>
            <p:nvPr/>
          </p:nvSpPr>
          <p:spPr>
            <a:xfrm>
              <a:off x="2970529" y="5165852"/>
              <a:ext cx="1892300" cy="463550"/>
            </a:xfrm>
            <a:custGeom>
              <a:avLst/>
              <a:gdLst/>
              <a:ahLst/>
              <a:cxnLst/>
              <a:rect l="l" t="t" r="r" b="b"/>
              <a:pathLst>
                <a:path w="1892300" h="463550">
                  <a:moveTo>
                    <a:pt x="1892045" y="386333"/>
                  </a:moveTo>
                  <a:lnTo>
                    <a:pt x="1892045" y="76961"/>
                  </a:lnTo>
                  <a:lnTo>
                    <a:pt x="1885902" y="46934"/>
                  </a:lnTo>
                  <a:lnTo>
                    <a:pt x="1869186" y="22478"/>
                  </a:lnTo>
                  <a:lnTo>
                    <a:pt x="1844468" y="6024"/>
                  </a:lnTo>
                  <a:lnTo>
                    <a:pt x="1814322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4322" y="463295"/>
                  </a:lnTo>
                  <a:lnTo>
                    <a:pt x="1844468" y="457271"/>
                  </a:lnTo>
                  <a:lnTo>
                    <a:pt x="1869186" y="440816"/>
                  </a:lnTo>
                  <a:lnTo>
                    <a:pt x="1885902" y="416361"/>
                  </a:lnTo>
                  <a:lnTo>
                    <a:pt x="1892045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70529" y="5165852"/>
              <a:ext cx="1892300" cy="463550"/>
            </a:xfrm>
            <a:custGeom>
              <a:avLst/>
              <a:gdLst/>
              <a:ahLst/>
              <a:cxnLst/>
              <a:rect l="l" t="t" r="r" b="b"/>
              <a:pathLst>
                <a:path w="189230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4322" y="463295"/>
                  </a:lnTo>
                  <a:lnTo>
                    <a:pt x="1844468" y="457271"/>
                  </a:lnTo>
                  <a:lnTo>
                    <a:pt x="1869186" y="440816"/>
                  </a:lnTo>
                  <a:lnTo>
                    <a:pt x="1885902" y="416361"/>
                  </a:lnTo>
                  <a:lnTo>
                    <a:pt x="1892045" y="386333"/>
                  </a:lnTo>
                  <a:lnTo>
                    <a:pt x="1892045" y="76961"/>
                  </a:lnTo>
                  <a:lnTo>
                    <a:pt x="1885902" y="46934"/>
                  </a:lnTo>
                  <a:lnTo>
                    <a:pt x="1869186" y="22478"/>
                  </a:lnTo>
                  <a:lnTo>
                    <a:pt x="1844468" y="6024"/>
                  </a:lnTo>
                  <a:lnTo>
                    <a:pt x="1814322" y="0"/>
                  </a:lnTo>
                  <a:lnTo>
                    <a:pt x="76962" y="0"/>
                  </a:lnTo>
                  <a:close/>
                </a:path>
              </a:pathLst>
            </a:custGeom>
            <a:ln w="952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459226" y="5265928"/>
            <a:ext cx="913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Đơn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65767" y="5856033"/>
            <a:ext cx="1901825" cy="473709"/>
            <a:chOff x="2965767" y="5856033"/>
            <a:chExt cx="1901825" cy="473709"/>
          </a:xfrm>
        </p:grpSpPr>
        <p:sp>
          <p:nvSpPr>
            <p:cNvPr id="33" name="object 33"/>
            <p:cNvSpPr/>
            <p:nvPr/>
          </p:nvSpPr>
          <p:spPr>
            <a:xfrm>
              <a:off x="2970529" y="5860796"/>
              <a:ext cx="1892300" cy="464184"/>
            </a:xfrm>
            <a:custGeom>
              <a:avLst/>
              <a:gdLst/>
              <a:ahLst/>
              <a:cxnLst/>
              <a:rect l="l" t="t" r="r" b="b"/>
              <a:pathLst>
                <a:path w="1892300" h="464185">
                  <a:moveTo>
                    <a:pt x="1892045" y="386333"/>
                  </a:moveTo>
                  <a:lnTo>
                    <a:pt x="1892045" y="77723"/>
                  </a:lnTo>
                  <a:lnTo>
                    <a:pt x="1885902" y="47577"/>
                  </a:lnTo>
                  <a:lnTo>
                    <a:pt x="1869186" y="22859"/>
                  </a:lnTo>
                  <a:lnTo>
                    <a:pt x="1844468" y="6143"/>
                  </a:lnTo>
                  <a:lnTo>
                    <a:pt x="1814322" y="0"/>
                  </a:lnTo>
                  <a:lnTo>
                    <a:pt x="76962" y="0"/>
                  </a:ln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4322" y="464057"/>
                  </a:lnTo>
                  <a:lnTo>
                    <a:pt x="1844468" y="457914"/>
                  </a:lnTo>
                  <a:lnTo>
                    <a:pt x="1869186" y="441197"/>
                  </a:lnTo>
                  <a:lnTo>
                    <a:pt x="1885902" y="416480"/>
                  </a:lnTo>
                  <a:lnTo>
                    <a:pt x="1892045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70529" y="5860796"/>
              <a:ext cx="1892300" cy="464184"/>
            </a:xfrm>
            <a:custGeom>
              <a:avLst/>
              <a:gdLst/>
              <a:ahLst/>
              <a:cxnLst/>
              <a:rect l="l" t="t" r="r" b="b"/>
              <a:pathLst>
                <a:path w="1892300" h="464185">
                  <a:moveTo>
                    <a:pt x="76962" y="0"/>
                  </a:move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4322" y="464057"/>
                  </a:lnTo>
                  <a:lnTo>
                    <a:pt x="1844468" y="457914"/>
                  </a:lnTo>
                  <a:lnTo>
                    <a:pt x="1869186" y="441197"/>
                  </a:lnTo>
                  <a:lnTo>
                    <a:pt x="1885902" y="416480"/>
                  </a:lnTo>
                  <a:lnTo>
                    <a:pt x="1892045" y="386333"/>
                  </a:lnTo>
                  <a:lnTo>
                    <a:pt x="1892045" y="77723"/>
                  </a:lnTo>
                  <a:lnTo>
                    <a:pt x="1885902" y="47577"/>
                  </a:lnTo>
                  <a:lnTo>
                    <a:pt x="1869186" y="22859"/>
                  </a:lnTo>
                  <a:lnTo>
                    <a:pt x="1844468" y="6143"/>
                  </a:lnTo>
                  <a:lnTo>
                    <a:pt x="1814322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20947" y="5961632"/>
            <a:ext cx="788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Đa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587559" y="1277937"/>
            <a:ext cx="4634230" cy="625475"/>
            <a:chOff x="3587559" y="1277937"/>
            <a:chExt cx="4634230" cy="625475"/>
          </a:xfrm>
        </p:grpSpPr>
        <p:sp>
          <p:nvSpPr>
            <p:cNvPr id="37" name="object 37"/>
            <p:cNvSpPr/>
            <p:nvPr/>
          </p:nvSpPr>
          <p:spPr>
            <a:xfrm>
              <a:off x="3592321" y="1282700"/>
              <a:ext cx="4624705" cy="615950"/>
            </a:xfrm>
            <a:custGeom>
              <a:avLst/>
              <a:gdLst/>
              <a:ahLst/>
              <a:cxnLst/>
              <a:rect l="l" t="t" r="r" b="b"/>
              <a:pathLst>
                <a:path w="4624705" h="615950">
                  <a:moveTo>
                    <a:pt x="4624578" y="457199"/>
                  </a:moveTo>
                  <a:lnTo>
                    <a:pt x="4624578" y="0"/>
                  </a:lnTo>
                  <a:lnTo>
                    <a:pt x="2338578" y="0"/>
                  </a:lnTo>
                  <a:lnTo>
                    <a:pt x="2338578" y="266700"/>
                  </a:lnTo>
                  <a:lnTo>
                    <a:pt x="0" y="615696"/>
                  </a:lnTo>
                  <a:lnTo>
                    <a:pt x="2338578" y="381000"/>
                  </a:lnTo>
                  <a:lnTo>
                    <a:pt x="2338578" y="457200"/>
                  </a:lnTo>
                  <a:lnTo>
                    <a:pt x="4624578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92321" y="1282700"/>
              <a:ext cx="4624705" cy="615950"/>
            </a:xfrm>
            <a:custGeom>
              <a:avLst/>
              <a:gdLst/>
              <a:ahLst/>
              <a:cxnLst/>
              <a:rect l="l" t="t" r="r" b="b"/>
              <a:pathLst>
                <a:path w="4624705" h="615950">
                  <a:moveTo>
                    <a:pt x="2338578" y="0"/>
                  </a:moveTo>
                  <a:lnTo>
                    <a:pt x="2338578" y="266700"/>
                  </a:lnTo>
                  <a:lnTo>
                    <a:pt x="0" y="615696"/>
                  </a:lnTo>
                  <a:lnTo>
                    <a:pt x="2338578" y="381000"/>
                  </a:lnTo>
                  <a:lnTo>
                    <a:pt x="2338578" y="457200"/>
                  </a:lnTo>
                  <a:lnTo>
                    <a:pt x="4624578" y="457199"/>
                  </a:lnTo>
                  <a:lnTo>
                    <a:pt x="4624578" y="0"/>
                  </a:lnTo>
                  <a:lnTo>
                    <a:pt x="2719578" y="0"/>
                  </a:lnTo>
                  <a:lnTo>
                    <a:pt x="2338578" y="0"/>
                  </a:lnTo>
                  <a:close/>
                </a:path>
              </a:pathLst>
            </a:custGeom>
            <a:ln w="952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235191" y="1314196"/>
            <a:ext cx="1677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Không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có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thứ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tự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866957" y="2039937"/>
            <a:ext cx="4116704" cy="548005"/>
            <a:chOff x="4866957" y="2039937"/>
            <a:chExt cx="4116704" cy="548005"/>
          </a:xfrm>
        </p:grpSpPr>
        <p:sp>
          <p:nvSpPr>
            <p:cNvPr id="41" name="object 41"/>
            <p:cNvSpPr/>
            <p:nvPr/>
          </p:nvSpPr>
          <p:spPr>
            <a:xfrm>
              <a:off x="4871720" y="2044700"/>
              <a:ext cx="4107179" cy="538480"/>
            </a:xfrm>
            <a:custGeom>
              <a:avLst/>
              <a:gdLst/>
              <a:ahLst/>
              <a:cxnLst/>
              <a:rect l="l" t="t" r="r" b="b"/>
              <a:pathLst>
                <a:path w="4107179" h="538480">
                  <a:moveTo>
                    <a:pt x="4107179" y="457199"/>
                  </a:moveTo>
                  <a:lnTo>
                    <a:pt x="4107179" y="0"/>
                  </a:lnTo>
                  <a:lnTo>
                    <a:pt x="373379" y="0"/>
                  </a:lnTo>
                  <a:lnTo>
                    <a:pt x="373379" y="457200"/>
                  </a:lnTo>
                  <a:lnTo>
                    <a:pt x="995933" y="457200"/>
                  </a:lnTo>
                  <a:lnTo>
                    <a:pt x="0" y="537972"/>
                  </a:lnTo>
                  <a:lnTo>
                    <a:pt x="1929383" y="457199"/>
                  </a:lnTo>
                  <a:lnTo>
                    <a:pt x="4107179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71720" y="2044700"/>
              <a:ext cx="4107179" cy="538480"/>
            </a:xfrm>
            <a:custGeom>
              <a:avLst/>
              <a:gdLst/>
              <a:ahLst/>
              <a:cxnLst/>
              <a:rect l="l" t="t" r="r" b="b"/>
              <a:pathLst>
                <a:path w="4107179" h="538480">
                  <a:moveTo>
                    <a:pt x="373379" y="0"/>
                  </a:moveTo>
                  <a:lnTo>
                    <a:pt x="373379" y="457200"/>
                  </a:lnTo>
                  <a:lnTo>
                    <a:pt x="995933" y="457200"/>
                  </a:lnTo>
                  <a:lnTo>
                    <a:pt x="0" y="537972"/>
                  </a:lnTo>
                  <a:lnTo>
                    <a:pt x="1929383" y="457199"/>
                  </a:lnTo>
                  <a:lnTo>
                    <a:pt x="4107179" y="457199"/>
                  </a:lnTo>
                  <a:lnTo>
                    <a:pt x="4107179" y="0"/>
                  </a:lnTo>
                  <a:lnTo>
                    <a:pt x="995933" y="0"/>
                  </a:lnTo>
                  <a:lnTo>
                    <a:pt x="373379" y="0"/>
                  </a:lnTo>
                  <a:close/>
                </a:path>
              </a:pathLst>
            </a:custGeom>
            <a:ln w="952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530341" y="2076196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cạnh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879911" y="2725737"/>
            <a:ext cx="4104004" cy="508000"/>
            <a:chOff x="4879911" y="2725737"/>
            <a:chExt cx="4104004" cy="508000"/>
          </a:xfrm>
        </p:grpSpPr>
        <p:sp>
          <p:nvSpPr>
            <p:cNvPr id="45" name="object 45"/>
            <p:cNvSpPr/>
            <p:nvPr/>
          </p:nvSpPr>
          <p:spPr>
            <a:xfrm>
              <a:off x="4884673" y="2730500"/>
              <a:ext cx="4094479" cy="498475"/>
            </a:xfrm>
            <a:custGeom>
              <a:avLst/>
              <a:gdLst/>
              <a:ahLst/>
              <a:cxnLst/>
              <a:rect l="l" t="t" r="r" b="b"/>
              <a:pathLst>
                <a:path w="4094479" h="498475">
                  <a:moveTo>
                    <a:pt x="4094226" y="457199"/>
                  </a:moveTo>
                  <a:lnTo>
                    <a:pt x="4094226" y="0"/>
                  </a:lnTo>
                  <a:lnTo>
                    <a:pt x="589026" y="0"/>
                  </a:lnTo>
                  <a:lnTo>
                    <a:pt x="589026" y="266700"/>
                  </a:lnTo>
                  <a:lnTo>
                    <a:pt x="0" y="498348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84673" y="2730500"/>
              <a:ext cx="4094479" cy="498475"/>
            </a:xfrm>
            <a:custGeom>
              <a:avLst/>
              <a:gdLst/>
              <a:ahLst/>
              <a:cxnLst/>
              <a:rect l="l" t="t" r="r" b="b"/>
              <a:pathLst>
                <a:path w="4094479" h="498475">
                  <a:moveTo>
                    <a:pt x="589026" y="0"/>
                  </a:moveTo>
                  <a:lnTo>
                    <a:pt x="589026" y="266700"/>
                  </a:lnTo>
                  <a:lnTo>
                    <a:pt x="0" y="498348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lnTo>
                    <a:pt x="4094226" y="0"/>
                  </a:lnTo>
                  <a:lnTo>
                    <a:pt x="1173480" y="0"/>
                  </a:lnTo>
                  <a:lnTo>
                    <a:pt x="58902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828284" y="2761996"/>
            <a:ext cx="279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cạnh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879911" y="3487737"/>
            <a:ext cx="4104004" cy="533400"/>
            <a:chOff x="4879911" y="3487737"/>
            <a:chExt cx="4104004" cy="533400"/>
          </a:xfrm>
        </p:grpSpPr>
        <p:sp>
          <p:nvSpPr>
            <p:cNvPr id="49" name="object 49"/>
            <p:cNvSpPr/>
            <p:nvPr/>
          </p:nvSpPr>
          <p:spPr>
            <a:xfrm>
              <a:off x="4884673" y="3492500"/>
              <a:ext cx="4094479" cy="523875"/>
            </a:xfrm>
            <a:custGeom>
              <a:avLst/>
              <a:gdLst/>
              <a:ahLst/>
              <a:cxnLst/>
              <a:rect l="l" t="t" r="r" b="b"/>
              <a:pathLst>
                <a:path w="4094479" h="523875">
                  <a:moveTo>
                    <a:pt x="4094226" y="457199"/>
                  </a:moveTo>
                  <a:lnTo>
                    <a:pt x="4094226" y="0"/>
                  </a:lnTo>
                  <a:lnTo>
                    <a:pt x="589026" y="0"/>
                  </a:lnTo>
                  <a:lnTo>
                    <a:pt x="589026" y="266700"/>
                  </a:lnTo>
                  <a:lnTo>
                    <a:pt x="0" y="523494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84673" y="3492500"/>
              <a:ext cx="4094479" cy="523875"/>
            </a:xfrm>
            <a:custGeom>
              <a:avLst/>
              <a:gdLst/>
              <a:ahLst/>
              <a:cxnLst/>
              <a:rect l="l" t="t" r="r" b="b"/>
              <a:pathLst>
                <a:path w="4094479" h="523875">
                  <a:moveTo>
                    <a:pt x="589026" y="0"/>
                  </a:moveTo>
                  <a:lnTo>
                    <a:pt x="589026" y="266700"/>
                  </a:lnTo>
                  <a:lnTo>
                    <a:pt x="0" y="523494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lnTo>
                    <a:pt x="4094226" y="0"/>
                  </a:lnTo>
                  <a:lnTo>
                    <a:pt x="1173480" y="0"/>
                  </a:lnTo>
                  <a:lnTo>
                    <a:pt x="58902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993638" y="3523995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cạnh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554793" y="4249737"/>
            <a:ext cx="4667250" cy="466725"/>
            <a:chOff x="3554793" y="4249737"/>
            <a:chExt cx="4667250" cy="466725"/>
          </a:xfrm>
        </p:grpSpPr>
        <p:sp>
          <p:nvSpPr>
            <p:cNvPr id="53" name="object 53"/>
            <p:cNvSpPr/>
            <p:nvPr/>
          </p:nvSpPr>
          <p:spPr>
            <a:xfrm>
              <a:off x="3559555" y="4254500"/>
              <a:ext cx="4657725" cy="457200"/>
            </a:xfrm>
            <a:custGeom>
              <a:avLst/>
              <a:gdLst/>
              <a:ahLst/>
              <a:cxnLst/>
              <a:rect l="l" t="t" r="r" b="b"/>
              <a:pathLst>
                <a:path w="4657725" h="457200">
                  <a:moveTo>
                    <a:pt x="4657344" y="457199"/>
                  </a:moveTo>
                  <a:lnTo>
                    <a:pt x="4657344" y="0"/>
                  </a:lnTo>
                  <a:lnTo>
                    <a:pt x="2295144" y="0"/>
                  </a:lnTo>
                  <a:lnTo>
                    <a:pt x="2295144" y="266700"/>
                  </a:lnTo>
                  <a:lnTo>
                    <a:pt x="0" y="445770"/>
                  </a:lnTo>
                  <a:lnTo>
                    <a:pt x="2295144" y="381000"/>
                  </a:lnTo>
                  <a:lnTo>
                    <a:pt x="2295144" y="457200"/>
                  </a:lnTo>
                  <a:lnTo>
                    <a:pt x="4657344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59555" y="4254500"/>
              <a:ext cx="4657725" cy="457200"/>
            </a:xfrm>
            <a:custGeom>
              <a:avLst/>
              <a:gdLst/>
              <a:ahLst/>
              <a:cxnLst/>
              <a:rect l="l" t="t" r="r" b="b"/>
              <a:pathLst>
                <a:path w="4657725" h="457200">
                  <a:moveTo>
                    <a:pt x="2295144" y="0"/>
                  </a:moveTo>
                  <a:lnTo>
                    <a:pt x="2295144" y="266700"/>
                  </a:lnTo>
                  <a:lnTo>
                    <a:pt x="0" y="445770"/>
                  </a:lnTo>
                  <a:lnTo>
                    <a:pt x="2295144" y="381000"/>
                  </a:lnTo>
                  <a:lnTo>
                    <a:pt x="2295144" y="457200"/>
                  </a:lnTo>
                  <a:lnTo>
                    <a:pt x="4657344" y="457199"/>
                  </a:lnTo>
                  <a:lnTo>
                    <a:pt x="4657344" y="0"/>
                  </a:lnTo>
                  <a:lnTo>
                    <a:pt x="2689098" y="0"/>
                  </a:lnTo>
                  <a:lnTo>
                    <a:pt x="229514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33895" y="4285995"/>
            <a:ext cx="100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Có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thứ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tự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840287" y="5011737"/>
            <a:ext cx="4143375" cy="466725"/>
            <a:chOff x="4840287" y="5011737"/>
            <a:chExt cx="4143375" cy="466725"/>
          </a:xfrm>
        </p:grpSpPr>
        <p:sp>
          <p:nvSpPr>
            <p:cNvPr id="57" name="object 57"/>
            <p:cNvSpPr/>
            <p:nvPr/>
          </p:nvSpPr>
          <p:spPr>
            <a:xfrm>
              <a:off x="4845050" y="5016500"/>
              <a:ext cx="4133850" cy="457200"/>
            </a:xfrm>
            <a:custGeom>
              <a:avLst/>
              <a:gdLst/>
              <a:ahLst/>
              <a:cxnLst/>
              <a:rect l="l" t="t" r="r" b="b"/>
              <a:pathLst>
                <a:path w="4133850" h="457200">
                  <a:moveTo>
                    <a:pt x="4133850" y="457200"/>
                  </a:moveTo>
                  <a:lnTo>
                    <a:pt x="4133850" y="0"/>
                  </a:lnTo>
                  <a:lnTo>
                    <a:pt x="628650" y="0"/>
                  </a:lnTo>
                  <a:lnTo>
                    <a:pt x="628650" y="266700"/>
                  </a:lnTo>
                  <a:lnTo>
                    <a:pt x="0" y="432054"/>
                  </a:lnTo>
                  <a:lnTo>
                    <a:pt x="628650" y="381000"/>
                  </a:lnTo>
                  <a:lnTo>
                    <a:pt x="628650" y="457200"/>
                  </a:lnTo>
                  <a:lnTo>
                    <a:pt x="4133850" y="457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45050" y="5016500"/>
              <a:ext cx="4133850" cy="457200"/>
            </a:xfrm>
            <a:custGeom>
              <a:avLst/>
              <a:gdLst/>
              <a:ahLst/>
              <a:cxnLst/>
              <a:rect l="l" t="t" r="r" b="b"/>
              <a:pathLst>
                <a:path w="4133850" h="457200">
                  <a:moveTo>
                    <a:pt x="628650" y="0"/>
                  </a:moveTo>
                  <a:lnTo>
                    <a:pt x="628650" y="266700"/>
                  </a:lnTo>
                  <a:lnTo>
                    <a:pt x="0" y="432054"/>
                  </a:lnTo>
                  <a:lnTo>
                    <a:pt x="628650" y="381000"/>
                  </a:lnTo>
                  <a:lnTo>
                    <a:pt x="628650" y="457200"/>
                  </a:lnTo>
                  <a:lnTo>
                    <a:pt x="4133850" y="457200"/>
                  </a:lnTo>
                  <a:lnTo>
                    <a:pt x="4133850" y="0"/>
                  </a:lnTo>
                  <a:lnTo>
                    <a:pt x="1213104" y="0"/>
                  </a:lnTo>
                  <a:lnTo>
                    <a:pt x="62865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644641" y="5047996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cung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853241" y="5697537"/>
            <a:ext cx="4130675" cy="466725"/>
            <a:chOff x="4853241" y="5697537"/>
            <a:chExt cx="4130675" cy="466725"/>
          </a:xfrm>
        </p:grpSpPr>
        <p:sp>
          <p:nvSpPr>
            <p:cNvPr id="61" name="object 61"/>
            <p:cNvSpPr/>
            <p:nvPr/>
          </p:nvSpPr>
          <p:spPr>
            <a:xfrm>
              <a:off x="4858003" y="5702300"/>
              <a:ext cx="4121150" cy="457200"/>
            </a:xfrm>
            <a:custGeom>
              <a:avLst/>
              <a:gdLst/>
              <a:ahLst/>
              <a:cxnLst/>
              <a:rect l="l" t="t" r="r" b="b"/>
              <a:pathLst>
                <a:path w="4121150" h="457200">
                  <a:moveTo>
                    <a:pt x="4120896" y="457199"/>
                  </a:moveTo>
                  <a:lnTo>
                    <a:pt x="4120896" y="0"/>
                  </a:lnTo>
                  <a:lnTo>
                    <a:pt x="615696" y="0"/>
                  </a:lnTo>
                  <a:lnTo>
                    <a:pt x="615696" y="266700"/>
                  </a:lnTo>
                  <a:lnTo>
                    <a:pt x="0" y="432054"/>
                  </a:lnTo>
                  <a:lnTo>
                    <a:pt x="615696" y="381000"/>
                  </a:lnTo>
                  <a:lnTo>
                    <a:pt x="615696" y="457200"/>
                  </a:lnTo>
                  <a:lnTo>
                    <a:pt x="4120896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58003" y="5702300"/>
              <a:ext cx="4121150" cy="457200"/>
            </a:xfrm>
            <a:custGeom>
              <a:avLst/>
              <a:gdLst/>
              <a:ahLst/>
              <a:cxnLst/>
              <a:rect l="l" t="t" r="r" b="b"/>
              <a:pathLst>
                <a:path w="4121150" h="457200">
                  <a:moveTo>
                    <a:pt x="615696" y="0"/>
                  </a:moveTo>
                  <a:lnTo>
                    <a:pt x="615696" y="266700"/>
                  </a:lnTo>
                  <a:lnTo>
                    <a:pt x="0" y="432054"/>
                  </a:lnTo>
                  <a:lnTo>
                    <a:pt x="615696" y="381000"/>
                  </a:lnTo>
                  <a:lnTo>
                    <a:pt x="615696" y="457200"/>
                  </a:lnTo>
                  <a:lnTo>
                    <a:pt x="4120896" y="457199"/>
                  </a:lnTo>
                  <a:lnTo>
                    <a:pt x="4120896" y="0"/>
                  </a:lnTo>
                  <a:lnTo>
                    <a:pt x="1200150" y="0"/>
                  </a:lnTo>
                  <a:lnTo>
                    <a:pt x="61569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828284" y="5733794"/>
            <a:ext cx="279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cung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14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6C0000"/>
                </a:solidFill>
              </a:rPr>
              <a:t>Nội</a:t>
            </a:r>
            <a:r>
              <a:rPr sz="3200" b="1" spc="-25" dirty="0">
                <a:solidFill>
                  <a:srgbClr val="6C0000"/>
                </a:solidFill>
              </a:rPr>
              <a:t> </a:t>
            </a:r>
            <a:r>
              <a:rPr sz="3200" b="1" spc="-20" dirty="0">
                <a:solidFill>
                  <a:srgbClr val="6C0000"/>
                </a:solidFill>
              </a:rPr>
              <a:t>dung</a:t>
            </a:r>
            <a:endParaRPr sz="3200" b="1">
              <a:solidFill>
                <a:srgbClr val="6C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8900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1758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loại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2098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Định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nghĩa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20385" cy="1981835"/>
            <a:chOff x="617009" y="1563200"/>
            <a:chExt cx="5620385" cy="198183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8900" y="309245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58900" y="309245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58900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98600" y="3138424"/>
            <a:ext cx="4142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thuật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ngữ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cơ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bản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trong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009" y="2934800"/>
            <a:ext cx="763270" cy="666750"/>
            <a:chOff x="617009" y="2934800"/>
            <a:chExt cx="763270" cy="6667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345946" y="4597400"/>
            <a:ext cx="4864735" cy="432434"/>
          </a:xfrm>
          <a:custGeom>
            <a:avLst/>
            <a:gdLst/>
            <a:ahLst/>
            <a:cxnLst/>
            <a:rect l="l" t="t" r="r" b="b"/>
            <a:pathLst>
              <a:path w="4864735" h="432435">
                <a:moveTo>
                  <a:pt x="216407" y="0"/>
                </a:moveTo>
                <a:lnTo>
                  <a:pt x="166751" y="5707"/>
                </a:lnTo>
                <a:lnTo>
                  <a:pt x="121186" y="21958"/>
                </a:lnTo>
                <a:lnTo>
                  <a:pt x="81007" y="47446"/>
                </a:lnTo>
                <a:lnTo>
                  <a:pt x="47506" y="80865"/>
                </a:lnTo>
                <a:lnTo>
                  <a:pt x="21975" y="120909"/>
                </a:lnTo>
                <a:lnTo>
                  <a:pt x="5709" y="166271"/>
                </a:lnTo>
                <a:lnTo>
                  <a:pt x="0" y="215646"/>
                </a:lnTo>
                <a:lnTo>
                  <a:pt x="5709" y="265302"/>
                </a:lnTo>
                <a:lnTo>
                  <a:pt x="21975" y="310867"/>
                </a:lnTo>
                <a:lnTo>
                  <a:pt x="47506" y="351046"/>
                </a:lnTo>
                <a:lnTo>
                  <a:pt x="81007" y="384547"/>
                </a:lnTo>
                <a:lnTo>
                  <a:pt x="121186" y="410078"/>
                </a:lnTo>
                <a:lnTo>
                  <a:pt x="166751" y="426344"/>
                </a:lnTo>
                <a:lnTo>
                  <a:pt x="216407" y="432054"/>
                </a:lnTo>
                <a:lnTo>
                  <a:pt x="4648200" y="432053"/>
                </a:lnTo>
                <a:lnTo>
                  <a:pt x="4697856" y="426344"/>
                </a:lnTo>
                <a:lnTo>
                  <a:pt x="4743421" y="410078"/>
                </a:lnTo>
                <a:lnTo>
                  <a:pt x="4783600" y="384547"/>
                </a:lnTo>
                <a:lnTo>
                  <a:pt x="4817101" y="351046"/>
                </a:lnTo>
                <a:lnTo>
                  <a:pt x="4842632" y="310867"/>
                </a:lnTo>
                <a:lnTo>
                  <a:pt x="4858898" y="265302"/>
                </a:lnTo>
                <a:lnTo>
                  <a:pt x="4864608" y="215645"/>
                </a:lnTo>
                <a:lnTo>
                  <a:pt x="4858898" y="166271"/>
                </a:lnTo>
                <a:lnTo>
                  <a:pt x="4842632" y="120909"/>
                </a:lnTo>
                <a:lnTo>
                  <a:pt x="4817101" y="80865"/>
                </a:lnTo>
                <a:lnTo>
                  <a:pt x="4783600" y="47446"/>
                </a:lnTo>
                <a:lnTo>
                  <a:pt x="4743421" y="21958"/>
                </a:lnTo>
                <a:lnTo>
                  <a:pt x="4697856" y="5707"/>
                </a:lnTo>
                <a:lnTo>
                  <a:pt x="4648200" y="0"/>
                </a:lnTo>
                <a:lnTo>
                  <a:pt x="216407" y="0"/>
                </a:lnTo>
                <a:close/>
              </a:path>
            </a:pathLst>
          </a:custGeom>
          <a:ln w="2857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85646" y="4643373"/>
            <a:ext cx="345465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Một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số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dạng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đồ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thị</a:t>
            </a:r>
            <a:r>
              <a:rPr lang="en-US" sz="2000" b="1" spc="-30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đặc</a:t>
            </a:r>
            <a:r>
              <a:rPr lang="en-US" sz="2000" b="1" spc="-35">
                <a:latin typeface="Arial"/>
                <a:cs typeface="Arial"/>
              </a:rPr>
              <a:t> </a:t>
            </a:r>
            <a:r>
              <a:rPr lang="en-US" sz="2000" b="1" spc="-20">
                <a:latin typeface="Arial"/>
                <a:cs typeface="Arial"/>
              </a:rPr>
              <a:t>biệt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900" y="385445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00124" y="3904233"/>
            <a:ext cx="2406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đi,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chu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trình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7009" y="3696800"/>
            <a:ext cx="763270" cy="1352550"/>
            <a:chOff x="617009" y="3696800"/>
            <a:chExt cx="763270" cy="13525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4382600"/>
              <a:ext cx="763250" cy="66619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4443476"/>
              <a:ext cx="352806" cy="336803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1358900" y="532130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98600" y="5367273"/>
            <a:ext cx="3310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Biểu diễn đồ thị</a:t>
            </a:r>
            <a:endParaRPr sz="2000" b="1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9308" y="5106500"/>
            <a:ext cx="763905" cy="666750"/>
            <a:chOff x="629308" y="5106500"/>
            <a:chExt cx="763905" cy="66675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5106500"/>
              <a:ext cx="763583" cy="6661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5167376"/>
              <a:ext cx="352044" cy="33680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70127" y="1457147"/>
            <a:ext cx="535305" cy="42545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36195" marR="39370" indent="55244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5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V.</a:t>
            </a:r>
            <a:endParaRPr sz="32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8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VI.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15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III.</a:t>
            </a:r>
            <a:r>
              <a:rPr sz="3200" spc="-5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4472" y="3930739"/>
            <a:ext cx="1618615" cy="1619885"/>
            <a:chOff x="3464472" y="3930739"/>
            <a:chExt cx="1618615" cy="1619885"/>
          </a:xfrm>
        </p:grpSpPr>
        <p:sp>
          <p:nvSpPr>
            <p:cNvPr id="4" name="object 4"/>
            <p:cNvSpPr/>
            <p:nvPr/>
          </p:nvSpPr>
          <p:spPr>
            <a:xfrm>
              <a:off x="3557265" y="4028933"/>
              <a:ext cx="1433830" cy="1424305"/>
            </a:xfrm>
            <a:custGeom>
              <a:avLst/>
              <a:gdLst/>
              <a:ahLst/>
              <a:cxnLst/>
              <a:rect l="l" t="t" r="r" b="b"/>
              <a:pathLst>
                <a:path w="1433829" h="1424304">
                  <a:moveTo>
                    <a:pt x="1433333" y="0"/>
                  </a:moveTo>
                  <a:lnTo>
                    <a:pt x="1188731" y="243072"/>
                  </a:lnTo>
                  <a:lnTo>
                    <a:pt x="945647" y="484628"/>
                  </a:lnTo>
                  <a:lnTo>
                    <a:pt x="704857" y="723897"/>
                  </a:lnTo>
                  <a:lnTo>
                    <a:pt x="467869" y="959350"/>
                  </a:lnTo>
                  <a:lnTo>
                    <a:pt x="233175" y="1192528"/>
                  </a:lnTo>
                  <a:lnTo>
                    <a:pt x="0" y="1424176"/>
                  </a:lnTo>
                </a:path>
              </a:pathLst>
            </a:custGeom>
            <a:ln w="5573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4472" y="5354882"/>
              <a:ext cx="184833" cy="1955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7709" y="3930739"/>
              <a:ext cx="184830" cy="1954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7801" y="878517"/>
            <a:ext cx="7597775" cy="5055871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Kề</a:t>
            </a:r>
            <a:r>
              <a:rPr sz="2800" spc="-2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và</a:t>
            </a:r>
            <a:r>
              <a:rPr sz="2800" spc="-1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liên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6C0000"/>
                </a:solidFill>
                <a:latin typeface="Verdana"/>
                <a:cs typeface="Verdana"/>
              </a:rPr>
              <a:t>thuộc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40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  <a:tab pos="1966595" algn="l"/>
                <a:tab pos="4609465" algn="l"/>
              </a:tabLst>
            </a:pPr>
            <a:r>
              <a:rPr sz="2400" dirty="0">
                <a:latin typeface="Arial"/>
                <a:cs typeface="Arial"/>
              </a:rPr>
              <a:t>Giả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vô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spc="-25" dirty="0">
                <a:latin typeface="Arial"/>
                <a:cs typeface="Arial"/>
              </a:rPr>
              <a:t> và </a:t>
            </a:r>
            <a:r>
              <a:rPr sz="2400" dirty="0">
                <a:latin typeface="Arial"/>
                <a:cs typeface="Arial"/>
              </a:rPr>
              <a:t>e=(u,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v)</a:t>
            </a:r>
            <a:r>
              <a:rPr sz="2400" dirty="0">
                <a:latin typeface="Arial"/>
                <a:cs typeface="Arial"/>
              </a:rPr>
              <a:t>	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thị,</a:t>
            </a:r>
            <a:r>
              <a:rPr sz="2400" dirty="0">
                <a:latin typeface="Arial"/>
                <a:cs typeface="Arial"/>
              </a:rPr>
              <a:t>	khi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nói:</a:t>
            </a:r>
            <a:endParaRPr sz="24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kề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liên</a:t>
            </a:r>
            <a:r>
              <a:rPr sz="24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thuộc</a:t>
            </a: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v.</a:t>
            </a:r>
            <a:endParaRPr sz="24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đầu</a:t>
            </a:r>
            <a:r>
              <a:rPr sz="24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400">
              <a:latin typeface="Arial"/>
              <a:cs typeface="Arial"/>
            </a:endParaRPr>
          </a:p>
          <a:p>
            <a:pPr marL="1500505" algn="ctr">
              <a:lnSpc>
                <a:spcPct val="100000"/>
              </a:lnSpc>
            </a:pPr>
            <a:r>
              <a:rPr sz="2900" spc="-50" dirty="0">
                <a:latin typeface="Arial"/>
                <a:cs typeface="Arial"/>
              </a:rPr>
              <a:t>v</a:t>
            </a:r>
            <a:endParaRPr sz="2900">
              <a:latin typeface="Arial"/>
              <a:cs typeface="Arial"/>
            </a:endParaRPr>
          </a:p>
          <a:p>
            <a:pPr marR="283845" algn="ctr">
              <a:lnSpc>
                <a:spcPct val="100000"/>
              </a:lnSpc>
              <a:spcBef>
                <a:spcPts val="1010"/>
              </a:spcBef>
            </a:pPr>
            <a:r>
              <a:rPr sz="2900" spc="-50" dirty="0">
                <a:latin typeface="Arial"/>
                <a:cs typeface="Arial"/>
              </a:rPr>
              <a:t>e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900">
              <a:latin typeface="Arial"/>
              <a:cs typeface="Arial"/>
            </a:endParaRPr>
          </a:p>
          <a:p>
            <a:pPr marR="1896110" algn="ctr">
              <a:lnSpc>
                <a:spcPct val="100000"/>
              </a:lnSpc>
            </a:pPr>
            <a:r>
              <a:rPr sz="2900" spc="-50" dirty="0">
                <a:latin typeface="Arial"/>
                <a:cs typeface="Arial"/>
              </a:rPr>
              <a:t>u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III.</a:t>
            </a:r>
            <a:r>
              <a:rPr sz="3200" spc="-5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4025" y="1892300"/>
            <a:ext cx="4638675" cy="2590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801" y="937767"/>
            <a:ext cx="7853680" cy="50018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329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Bậc</a:t>
            </a:r>
            <a:r>
              <a:rPr sz="2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7030A0"/>
                </a:solidFill>
                <a:latin typeface="Verdana"/>
                <a:cs typeface="Verdana"/>
              </a:rPr>
              <a:t>đỉnh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755015" marR="41275" lvl="1" indent="-317500">
              <a:lnSpc>
                <a:spcPct val="79800"/>
              </a:lnSpc>
              <a:spcBef>
                <a:spcPts val="55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Bậc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vô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số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cạnh</a:t>
            </a:r>
            <a:r>
              <a:rPr sz="24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liên</a:t>
            </a:r>
            <a:r>
              <a:rPr sz="24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thuộc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nó.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ts val="2875"/>
              </a:lnSpc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Ký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hiệu: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deg(v)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610"/>
              </a:spcBef>
              <a:buClr>
                <a:srgbClr val="1B9AD9"/>
              </a:buClr>
              <a:buFont typeface="Wingdings"/>
              <a:buChar char="■"/>
            </a:pPr>
            <a:endParaRPr sz="24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deg(1)=</a:t>
            </a:r>
            <a:r>
              <a:rPr sz="18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deg(2)=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2,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deg(3)=</a:t>
            </a:r>
            <a:r>
              <a:rPr sz="18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deg(4)=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3,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deg(5)=</a:t>
            </a:r>
            <a:r>
              <a:rPr sz="18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deg(6)=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1,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deg(7)=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0.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800">
              <a:latin typeface="Arial"/>
              <a:cs typeface="Arial"/>
            </a:endParaRPr>
          </a:p>
          <a:p>
            <a:pPr marL="755015" marR="5080" lvl="1" indent="-317500">
              <a:lnSpc>
                <a:spcPct val="79800"/>
              </a:lnSpc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treo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thuộc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nó.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35" dirty="0">
                <a:latin typeface="Wingdings"/>
                <a:cs typeface="Wingdings"/>
              </a:rPr>
              <a:t>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755015" marR="22225" lvl="1" indent="-317500">
              <a:lnSpc>
                <a:spcPct val="8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cô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lập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 </a:t>
            </a:r>
            <a:r>
              <a:rPr sz="2400" spc="-20" dirty="0">
                <a:latin typeface="Arial"/>
                <a:cs typeface="Arial"/>
              </a:rPr>
              <a:t>nó.</a:t>
            </a:r>
            <a:r>
              <a:rPr sz="2400" spc="-20" dirty="0">
                <a:latin typeface="Wingdings"/>
                <a:cs typeface="Wingdings"/>
              </a:rPr>
              <a:t>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18600" cy="969010"/>
            <a:chOff x="0" y="0"/>
            <a:chExt cx="9118600" cy="96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6275"/>
              <a:ext cx="9118600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18600" cy="228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316" cy="1145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2401" y="139700"/>
            <a:ext cx="8169275" cy="271526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190"/>
              </a:spcBef>
            </a:pP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III.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Các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thuật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ngữ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cơ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6C0000"/>
                </a:solidFill>
                <a:latin typeface="Verdana"/>
                <a:cs typeface="Verdana"/>
              </a:rPr>
              <a:t>bản</a:t>
            </a:r>
            <a:endParaRPr sz="3200">
              <a:solidFill>
                <a:srgbClr val="6C0000"/>
              </a:solidFill>
              <a:latin typeface="Verdana"/>
              <a:cs typeface="Verdana"/>
            </a:endParaRPr>
          </a:p>
          <a:p>
            <a:pPr marL="380365" indent="-342265">
              <a:lnSpc>
                <a:spcPts val="3354"/>
              </a:lnSpc>
              <a:spcBef>
                <a:spcPts val="955"/>
              </a:spcBef>
              <a:buClr>
                <a:srgbClr val="65CCFF"/>
              </a:buClr>
              <a:buFont typeface="Wingdings"/>
              <a:buChar char=""/>
              <a:tabLst>
                <a:tab pos="3803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 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60680">
              <a:lnSpc>
                <a:spcPts val="2740"/>
              </a:lnSpc>
            </a:pPr>
            <a:r>
              <a:rPr sz="2400" i="1" dirty="0">
                <a:latin typeface="Verdana"/>
                <a:cs typeface="Verdana"/>
              </a:rPr>
              <a:t>Giả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sử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G=(V,E)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vô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với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cạnh.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Khi</a:t>
            </a:r>
            <a:endParaRPr sz="2400">
              <a:latin typeface="Verdana"/>
              <a:cs typeface="Verdana"/>
            </a:endParaRPr>
          </a:p>
          <a:p>
            <a:pPr marL="380365">
              <a:lnSpc>
                <a:spcPts val="2705"/>
              </a:lnSpc>
            </a:pPr>
            <a:r>
              <a:rPr sz="2400" i="1" dirty="0">
                <a:latin typeface="Verdana"/>
                <a:cs typeface="Verdana"/>
              </a:rPr>
              <a:t>đó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tổng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tất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cả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các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của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đỉnh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trong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bằng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2m.</a:t>
            </a:r>
            <a:endParaRPr sz="2400">
              <a:latin typeface="Verdana"/>
              <a:cs typeface="Verdana"/>
            </a:endParaRPr>
          </a:p>
          <a:p>
            <a:pPr marL="2743835">
              <a:lnSpc>
                <a:spcPts val="4520"/>
              </a:lnSpc>
            </a:pPr>
            <a:r>
              <a:rPr sz="5700" baseline="-8771" dirty="0">
                <a:latin typeface="Symbol"/>
                <a:cs typeface="Symbol"/>
              </a:rPr>
              <a:t></a:t>
            </a:r>
            <a:r>
              <a:rPr sz="5700" spc="-127" baseline="-877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deg(</a:t>
            </a:r>
            <a:r>
              <a:rPr sz="2500" spc="229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v</a:t>
            </a:r>
            <a:r>
              <a:rPr sz="2500" i="1" spc="-3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3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2</a:t>
            </a:r>
            <a:r>
              <a:rPr sz="2500" spc="-340" dirty="0">
                <a:latin typeface="Times New Roman"/>
                <a:cs typeface="Times New Roman"/>
              </a:rPr>
              <a:t> </a:t>
            </a:r>
            <a:r>
              <a:rPr sz="2500" i="1" spc="-50" dirty="0">
                <a:latin typeface="Times New Roman"/>
                <a:cs typeface="Times New Roman"/>
              </a:rPr>
              <a:t>m</a:t>
            </a:r>
            <a:endParaRPr sz="2500">
              <a:latin typeface="Times New Roman"/>
              <a:cs typeface="Times New Roman"/>
            </a:endParaRPr>
          </a:p>
          <a:p>
            <a:pPr marL="2752725">
              <a:lnSpc>
                <a:spcPct val="100000"/>
              </a:lnSpc>
              <a:spcBef>
                <a:spcPts val="220"/>
              </a:spcBef>
            </a:pPr>
            <a:r>
              <a:rPr sz="1450" i="1" spc="-25" dirty="0">
                <a:latin typeface="Times New Roman"/>
                <a:cs typeface="Times New Roman"/>
              </a:rPr>
              <a:t>v</a:t>
            </a:r>
            <a:r>
              <a:rPr sz="1450" spc="-25" dirty="0">
                <a:latin typeface="Symbol"/>
                <a:cs typeface="Symbol"/>
              </a:rPr>
              <a:t></a:t>
            </a:r>
            <a:r>
              <a:rPr sz="1450" i="1" spc="-25" dirty="0">
                <a:latin typeface="Times New Roman"/>
                <a:cs typeface="Times New Roman"/>
              </a:rPr>
              <a:t>V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605" y="4205075"/>
            <a:ext cx="2700020" cy="12109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0005">
              <a:lnSpc>
                <a:spcPts val="2885"/>
              </a:lnSpc>
              <a:spcBef>
                <a:spcPts val="140"/>
              </a:spcBef>
            </a:pPr>
            <a:r>
              <a:rPr sz="2500" i="1" dirty="0">
                <a:latin typeface="Times New Roman"/>
                <a:cs typeface="Times New Roman"/>
              </a:rPr>
              <a:t>m</a:t>
            </a:r>
            <a:r>
              <a:rPr sz="2500" i="1" spc="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7</a:t>
            </a:r>
            <a:endParaRPr sz="2500">
              <a:latin typeface="Times New Roman"/>
              <a:cs typeface="Times New Roman"/>
            </a:endParaRPr>
          </a:p>
          <a:p>
            <a:pPr marL="38100">
              <a:lnSpc>
                <a:spcPts val="4445"/>
              </a:lnSpc>
            </a:pPr>
            <a:r>
              <a:rPr sz="5700" baseline="-8771" dirty="0">
                <a:latin typeface="Symbol"/>
                <a:cs typeface="Symbol"/>
              </a:rPr>
              <a:t></a:t>
            </a:r>
            <a:r>
              <a:rPr sz="5700" spc="-839" baseline="-8771" dirty="0">
                <a:latin typeface="Times New Roman"/>
                <a:cs typeface="Times New Roman"/>
              </a:rPr>
              <a:t> </a:t>
            </a:r>
            <a:r>
              <a:rPr sz="2500" spc="50" dirty="0">
                <a:latin typeface="Times New Roman"/>
                <a:cs typeface="Times New Roman"/>
              </a:rPr>
              <a:t>deg(</a:t>
            </a:r>
            <a:r>
              <a:rPr sz="2500" i="1" spc="50" dirty="0">
                <a:latin typeface="Times New Roman"/>
                <a:cs typeface="Times New Roman"/>
              </a:rPr>
              <a:t>v</a:t>
            </a:r>
            <a:r>
              <a:rPr sz="2500" spc="50" dirty="0">
                <a:latin typeface="Times New Roman"/>
                <a:cs typeface="Times New Roman"/>
              </a:rPr>
              <a:t>)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55" dirty="0">
                <a:latin typeface="Times New Roman"/>
                <a:cs typeface="Times New Roman"/>
              </a:rPr>
              <a:t>2</a:t>
            </a:r>
            <a:r>
              <a:rPr sz="2500" i="1" spc="55" dirty="0">
                <a:latin typeface="Times New Roman"/>
                <a:cs typeface="Times New Roman"/>
              </a:rPr>
              <a:t>m</a:t>
            </a:r>
            <a:r>
              <a:rPr sz="2500" i="1" spc="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26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14</a:t>
            </a:r>
            <a:endParaRPr sz="25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210"/>
              </a:spcBef>
            </a:pPr>
            <a:r>
              <a:rPr sz="1450" i="1" spc="-25" dirty="0">
                <a:latin typeface="Times New Roman"/>
                <a:cs typeface="Times New Roman"/>
              </a:rPr>
              <a:t>v</a:t>
            </a:r>
            <a:r>
              <a:rPr sz="1450" spc="-25" dirty="0">
                <a:latin typeface="Symbol"/>
                <a:cs typeface="Symbol"/>
              </a:rPr>
              <a:t></a:t>
            </a:r>
            <a:r>
              <a:rPr sz="1450" i="1" spc="-25" dirty="0">
                <a:latin typeface="Times New Roman"/>
                <a:cs typeface="Times New Roman"/>
              </a:rPr>
              <a:t>V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7350" y="3187700"/>
            <a:ext cx="4781549" cy="2667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07" y="937767"/>
            <a:ext cx="8422640" cy="309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530" indent="-342265">
              <a:lnSpc>
                <a:spcPts val="3354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430530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 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411480">
              <a:lnSpc>
                <a:spcPts val="2875"/>
              </a:lnSpc>
            </a:pPr>
            <a:r>
              <a:rPr sz="2400" dirty="0">
                <a:latin typeface="Verdana"/>
                <a:cs typeface="Verdana"/>
              </a:rPr>
              <a:t>Chứng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minh?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400">
              <a:latin typeface="Verdana"/>
              <a:cs typeface="Verdana"/>
            </a:endParaRPr>
          </a:p>
          <a:p>
            <a:pPr marL="354965" marR="5080" indent="-342900">
              <a:lnSpc>
                <a:spcPct val="79800"/>
              </a:lnSpc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Mỗi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một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cạnh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nối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với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đúng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hai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đỉnh,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vì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thế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một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cạnh </a:t>
            </a:r>
            <a:r>
              <a:rPr sz="2400" dirty="0">
                <a:latin typeface="Verdana"/>
                <a:cs typeface="Verdana"/>
              </a:rPr>
              <a:t>đóng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góp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đơn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vị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vào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tổng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tất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cả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các </a:t>
            </a:r>
            <a:r>
              <a:rPr sz="2400" spc="-10" dirty="0">
                <a:latin typeface="Verdana"/>
                <a:cs typeface="Verdana"/>
              </a:rPr>
              <a:t>đỉnh.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ts val="2005"/>
              </a:lnSpc>
            </a:pP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tổng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tất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cả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đỉnh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gấp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đôi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số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cạnh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ts val="2595"/>
              </a:lnSpc>
            </a:pP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đồ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thị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402" y="877628"/>
            <a:ext cx="8604250" cy="9302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Hệ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quả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35915">
              <a:lnSpc>
                <a:spcPct val="100000"/>
              </a:lnSpc>
              <a:spcBef>
                <a:spcPts val="405"/>
              </a:spcBef>
            </a:pPr>
            <a:r>
              <a:rPr sz="2400" i="1" dirty="0">
                <a:latin typeface="Verdana"/>
                <a:cs typeface="Verdana"/>
              </a:rPr>
              <a:t>Trong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vô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hướng,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đỉnh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lẻ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một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spc="-10" dirty="0">
                <a:latin typeface="Verdana"/>
                <a:cs typeface="Verdana"/>
              </a:rPr>
              <a:t>chẵn.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63737" y="2082800"/>
            <a:ext cx="5267325" cy="2710180"/>
            <a:chOff x="1963737" y="2082800"/>
            <a:chExt cx="5267325" cy="2710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2350" y="2082800"/>
              <a:ext cx="4781550" cy="2667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8500" y="2730500"/>
              <a:ext cx="5257800" cy="2057400"/>
            </a:xfrm>
            <a:custGeom>
              <a:avLst/>
              <a:gdLst/>
              <a:ahLst/>
              <a:cxnLst/>
              <a:rect l="l" t="t" r="r" b="b"/>
              <a:pathLst>
                <a:path w="5257800" h="2057400">
                  <a:moveTo>
                    <a:pt x="342900" y="1447800"/>
                  </a:moveTo>
                  <a:lnTo>
                    <a:pt x="292147" y="1451103"/>
                  </a:lnTo>
                  <a:lnTo>
                    <a:pt x="243734" y="1460699"/>
                  </a:lnTo>
                  <a:lnTo>
                    <a:pt x="198186" y="1476118"/>
                  </a:lnTo>
                  <a:lnTo>
                    <a:pt x="156028" y="1496888"/>
                  </a:lnTo>
                  <a:lnTo>
                    <a:pt x="117786" y="1522540"/>
                  </a:lnTo>
                  <a:lnTo>
                    <a:pt x="83986" y="1552602"/>
                  </a:lnTo>
                  <a:lnTo>
                    <a:pt x="55152" y="1586604"/>
                  </a:lnTo>
                  <a:lnTo>
                    <a:pt x="31811" y="1624075"/>
                  </a:lnTo>
                  <a:lnTo>
                    <a:pt x="14488" y="1664545"/>
                  </a:lnTo>
                  <a:lnTo>
                    <a:pt x="3709" y="1707544"/>
                  </a:lnTo>
                  <a:lnTo>
                    <a:pt x="0" y="1752600"/>
                  </a:lnTo>
                  <a:lnTo>
                    <a:pt x="3709" y="1797655"/>
                  </a:lnTo>
                  <a:lnTo>
                    <a:pt x="14488" y="1840654"/>
                  </a:lnTo>
                  <a:lnTo>
                    <a:pt x="31811" y="1881124"/>
                  </a:lnTo>
                  <a:lnTo>
                    <a:pt x="55152" y="1918595"/>
                  </a:lnTo>
                  <a:lnTo>
                    <a:pt x="83986" y="1952597"/>
                  </a:lnTo>
                  <a:lnTo>
                    <a:pt x="117786" y="1982659"/>
                  </a:lnTo>
                  <a:lnTo>
                    <a:pt x="156028" y="2008311"/>
                  </a:lnTo>
                  <a:lnTo>
                    <a:pt x="198186" y="2029081"/>
                  </a:lnTo>
                  <a:lnTo>
                    <a:pt x="243734" y="2044500"/>
                  </a:lnTo>
                  <a:lnTo>
                    <a:pt x="292147" y="2054096"/>
                  </a:lnTo>
                  <a:lnTo>
                    <a:pt x="342900" y="2057400"/>
                  </a:lnTo>
                  <a:lnTo>
                    <a:pt x="393652" y="2054096"/>
                  </a:lnTo>
                  <a:lnTo>
                    <a:pt x="442065" y="2044500"/>
                  </a:lnTo>
                  <a:lnTo>
                    <a:pt x="487613" y="2029081"/>
                  </a:lnTo>
                  <a:lnTo>
                    <a:pt x="529771" y="2008311"/>
                  </a:lnTo>
                  <a:lnTo>
                    <a:pt x="568013" y="1982659"/>
                  </a:lnTo>
                  <a:lnTo>
                    <a:pt x="601813" y="1952597"/>
                  </a:lnTo>
                  <a:lnTo>
                    <a:pt x="630647" y="1918595"/>
                  </a:lnTo>
                  <a:lnTo>
                    <a:pt x="653988" y="1881124"/>
                  </a:lnTo>
                  <a:lnTo>
                    <a:pt x="671311" y="1840654"/>
                  </a:lnTo>
                  <a:lnTo>
                    <a:pt x="682090" y="1797655"/>
                  </a:lnTo>
                  <a:lnTo>
                    <a:pt x="685800" y="1752600"/>
                  </a:lnTo>
                  <a:lnTo>
                    <a:pt x="682090" y="1707544"/>
                  </a:lnTo>
                  <a:lnTo>
                    <a:pt x="671311" y="1664545"/>
                  </a:lnTo>
                  <a:lnTo>
                    <a:pt x="653988" y="1624075"/>
                  </a:lnTo>
                  <a:lnTo>
                    <a:pt x="630647" y="1586604"/>
                  </a:lnTo>
                  <a:lnTo>
                    <a:pt x="601813" y="1552602"/>
                  </a:lnTo>
                  <a:lnTo>
                    <a:pt x="568013" y="1522540"/>
                  </a:lnTo>
                  <a:lnTo>
                    <a:pt x="529771" y="1496888"/>
                  </a:lnTo>
                  <a:lnTo>
                    <a:pt x="487613" y="1476118"/>
                  </a:lnTo>
                  <a:lnTo>
                    <a:pt x="442065" y="1460699"/>
                  </a:lnTo>
                  <a:lnTo>
                    <a:pt x="393652" y="1451103"/>
                  </a:lnTo>
                  <a:lnTo>
                    <a:pt x="342900" y="1447800"/>
                  </a:lnTo>
                  <a:close/>
                </a:path>
                <a:path w="5257800" h="2057400">
                  <a:moveTo>
                    <a:pt x="3771900" y="0"/>
                  </a:moveTo>
                  <a:lnTo>
                    <a:pt x="3721147" y="3303"/>
                  </a:lnTo>
                  <a:lnTo>
                    <a:pt x="3672734" y="12899"/>
                  </a:lnTo>
                  <a:lnTo>
                    <a:pt x="3627186" y="28318"/>
                  </a:lnTo>
                  <a:lnTo>
                    <a:pt x="3585028" y="49088"/>
                  </a:lnTo>
                  <a:lnTo>
                    <a:pt x="3546786" y="74740"/>
                  </a:lnTo>
                  <a:lnTo>
                    <a:pt x="3512986" y="104802"/>
                  </a:lnTo>
                  <a:lnTo>
                    <a:pt x="3484152" y="138804"/>
                  </a:lnTo>
                  <a:lnTo>
                    <a:pt x="3460811" y="176275"/>
                  </a:lnTo>
                  <a:lnTo>
                    <a:pt x="3443488" y="216745"/>
                  </a:lnTo>
                  <a:lnTo>
                    <a:pt x="3432709" y="259744"/>
                  </a:lnTo>
                  <a:lnTo>
                    <a:pt x="3429000" y="304799"/>
                  </a:lnTo>
                  <a:lnTo>
                    <a:pt x="3432709" y="349855"/>
                  </a:lnTo>
                  <a:lnTo>
                    <a:pt x="3443488" y="392854"/>
                  </a:lnTo>
                  <a:lnTo>
                    <a:pt x="3460811" y="433324"/>
                  </a:lnTo>
                  <a:lnTo>
                    <a:pt x="3484152" y="470795"/>
                  </a:lnTo>
                  <a:lnTo>
                    <a:pt x="3512986" y="504797"/>
                  </a:lnTo>
                  <a:lnTo>
                    <a:pt x="3546786" y="534859"/>
                  </a:lnTo>
                  <a:lnTo>
                    <a:pt x="3585028" y="560511"/>
                  </a:lnTo>
                  <a:lnTo>
                    <a:pt x="3627186" y="581281"/>
                  </a:lnTo>
                  <a:lnTo>
                    <a:pt x="3672734" y="596700"/>
                  </a:lnTo>
                  <a:lnTo>
                    <a:pt x="3721147" y="606296"/>
                  </a:lnTo>
                  <a:lnTo>
                    <a:pt x="3771900" y="609599"/>
                  </a:lnTo>
                  <a:lnTo>
                    <a:pt x="3822652" y="606296"/>
                  </a:lnTo>
                  <a:lnTo>
                    <a:pt x="3871065" y="596700"/>
                  </a:lnTo>
                  <a:lnTo>
                    <a:pt x="3916613" y="581281"/>
                  </a:lnTo>
                  <a:lnTo>
                    <a:pt x="3958771" y="560511"/>
                  </a:lnTo>
                  <a:lnTo>
                    <a:pt x="3997013" y="534859"/>
                  </a:lnTo>
                  <a:lnTo>
                    <a:pt x="4030813" y="504797"/>
                  </a:lnTo>
                  <a:lnTo>
                    <a:pt x="4059647" y="470795"/>
                  </a:lnTo>
                  <a:lnTo>
                    <a:pt x="4082988" y="433324"/>
                  </a:lnTo>
                  <a:lnTo>
                    <a:pt x="4100311" y="392854"/>
                  </a:lnTo>
                  <a:lnTo>
                    <a:pt x="4111090" y="349855"/>
                  </a:lnTo>
                  <a:lnTo>
                    <a:pt x="4114800" y="304799"/>
                  </a:lnTo>
                  <a:lnTo>
                    <a:pt x="4111090" y="259744"/>
                  </a:lnTo>
                  <a:lnTo>
                    <a:pt x="4100311" y="216745"/>
                  </a:lnTo>
                  <a:lnTo>
                    <a:pt x="4082988" y="176275"/>
                  </a:lnTo>
                  <a:lnTo>
                    <a:pt x="4059647" y="138804"/>
                  </a:lnTo>
                  <a:lnTo>
                    <a:pt x="4030813" y="104802"/>
                  </a:lnTo>
                  <a:lnTo>
                    <a:pt x="3997013" y="74740"/>
                  </a:lnTo>
                  <a:lnTo>
                    <a:pt x="3958771" y="49088"/>
                  </a:lnTo>
                  <a:lnTo>
                    <a:pt x="3916613" y="28318"/>
                  </a:lnTo>
                  <a:lnTo>
                    <a:pt x="3871065" y="12899"/>
                  </a:lnTo>
                  <a:lnTo>
                    <a:pt x="3822652" y="3303"/>
                  </a:lnTo>
                  <a:lnTo>
                    <a:pt x="3771900" y="0"/>
                  </a:lnTo>
                  <a:close/>
                </a:path>
                <a:path w="5257800" h="2057400">
                  <a:moveTo>
                    <a:pt x="3543300" y="1295399"/>
                  </a:moveTo>
                  <a:lnTo>
                    <a:pt x="3492547" y="1298703"/>
                  </a:lnTo>
                  <a:lnTo>
                    <a:pt x="3444134" y="1308299"/>
                  </a:lnTo>
                  <a:lnTo>
                    <a:pt x="3398586" y="1323718"/>
                  </a:lnTo>
                  <a:lnTo>
                    <a:pt x="3356428" y="1344488"/>
                  </a:lnTo>
                  <a:lnTo>
                    <a:pt x="3318186" y="1370140"/>
                  </a:lnTo>
                  <a:lnTo>
                    <a:pt x="3284386" y="1400202"/>
                  </a:lnTo>
                  <a:lnTo>
                    <a:pt x="3255552" y="1434204"/>
                  </a:lnTo>
                  <a:lnTo>
                    <a:pt x="3232211" y="1471675"/>
                  </a:lnTo>
                  <a:lnTo>
                    <a:pt x="3214888" y="1512145"/>
                  </a:lnTo>
                  <a:lnTo>
                    <a:pt x="3204109" y="1555144"/>
                  </a:lnTo>
                  <a:lnTo>
                    <a:pt x="3200400" y="1600199"/>
                  </a:lnTo>
                  <a:lnTo>
                    <a:pt x="3204109" y="1645255"/>
                  </a:lnTo>
                  <a:lnTo>
                    <a:pt x="3214888" y="1688254"/>
                  </a:lnTo>
                  <a:lnTo>
                    <a:pt x="3232211" y="1728724"/>
                  </a:lnTo>
                  <a:lnTo>
                    <a:pt x="3255552" y="1766195"/>
                  </a:lnTo>
                  <a:lnTo>
                    <a:pt x="3284386" y="1800197"/>
                  </a:lnTo>
                  <a:lnTo>
                    <a:pt x="3318186" y="1830259"/>
                  </a:lnTo>
                  <a:lnTo>
                    <a:pt x="3356428" y="1855911"/>
                  </a:lnTo>
                  <a:lnTo>
                    <a:pt x="3398586" y="1876681"/>
                  </a:lnTo>
                  <a:lnTo>
                    <a:pt x="3444134" y="1892100"/>
                  </a:lnTo>
                  <a:lnTo>
                    <a:pt x="3492547" y="1901696"/>
                  </a:lnTo>
                  <a:lnTo>
                    <a:pt x="3543300" y="1905000"/>
                  </a:lnTo>
                  <a:lnTo>
                    <a:pt x="3594052" y="1901696"/>
                  </a:lnTo>
                  <a:lnTo>
                    <a:pt x="3642465" y="1892100"/>
                  </a:lnTo>
                  <a:lnTo>
                    <a:pt x="3688013" y="1876681"/>
                  </a:lnTo>
                  <a:lnTo>
                    <a:pt x="3730171" y="1855911"/>
                  </a:lnTo>
                  <a:lnTo>
                    <a:pt x="3768413" y="1830259"/>
                  </a:lnTo>
                  <a:lnTo>
                    <a:pt x="3802213" y="1800197"/>
                  </a:lnTo>
                  <a:lnTo>
                    <a:pt x="3831047" y="1766195"/>
                  </a:lnTo>
                  <a:lnTo>
                    <a:pt x="3854388" y="1728724"/>
                  </a:lnTo>
                  <a:lnTo>
                    <a:pt x="3871711" y="1688254"/>
                  </a:lnTo>
                  <a:lnTo>
                    <a:pt x="3882490" y="1645255"/>
                  </a:lnTo>
                  <a:lnTo>
                    <a:pt x="3886200" y="1600199"/>
                  </a:lnTo>
                  <a:lnTo>
                    <a:pt x="3882490" y="1555144"/>
                  </a:lnTo>
                  <a:lnTo>
                    <a:pt x="3871711" y="1512145"/>
                  </a:lnTo>
                  <a:lnTo>
                    <a:pt x="3854388" y="1471675"/>
                  </a:lnTo>
                  <a:lnTo>
                    <a:pt x="3831047" y="1434204"/>
                  </a:lnTo>
                  <a:lnTo>
                    <a:pt x="3802213" y="1400202"/>
                  </a:lnTo>
                  <a:lnTo>
                    <a:pt x="3768413" y="1370140"/>
                  </a:lnTo>
                  <a:lnTo>
                    <a:pt x="3730171" y="1344488"/>
                  </a:lnTo>
                  <a:lnTo>
                    <a:pt x="3688013" y="1323718"/>
                  </a:lnTo>
                  <a:lnTo>
                    <a:pt x="3642465" y="1308299"/>
                  </a:lnTo>
                  <a:lnTo>
                    <a:pt x="3594052" y="1298703"/>
                  </a:lnTo>
                  <a:lnTo>
                    <a:pt x="3543300" y="1295399"/>
                  </a:lnTo>
                  <a:close/>
                </a:path>
                <a:path w="5257800" h="2057400">
                  <a:moveTo>
                    <a:pt x="4914900" y="1219199"/>
                  </a:moveTo>
                  <a:lnTo>
                    <a:pt x="4864147" y="1222503"/>
                  </a:lnTo>
                  <a:lnTo>
                    <a:pt x="4815734" y="1232099"/>
                  </a:lnTo>
                  <a:lnTo>
                    <a:pt x="4770186" y="1247518"/>
                  </a:lnTo>
                  <a:lnTo>
                    <a:pt x="4728028" y="1268288"/>
                  </a:lnTo>
                  <a:lnTo>
                    <a:pt x="4689786" y="1293940"/>
                  </a:lnTo>
                  <a:lnTo>
                    <a:pt x="4655986" y="1324002"/>
                  </a:lnTo>
                  <a:lnTo>
                    <a:pt x="4627152" y="1358004"/>
                  </a:lnTo>
                  <a:lnTo>
                    <a:pt x="4603811" y="1395475"/>
                  </a:lnTo>
                  <a:lnTo>
                    <a:pt x="4586488" y="1435945"/>
                  </a:lnTo>
                  <a:lnTo>
                    <a:pt x="4575709" y="1478944"/>
                  </a:lnTo>
                  <a:lnTo>
                    <a:pt x="4572000" y="1523999"/>
                  </a:lnTo>
                  <a:lnTo>
                    <a:pt x="4575709" y="1569055"/>
                  </a:lnTo>
                  <a:lnTo>
                    <a:pt x="4586488" y="1612054"/>
                  </a:lnTo>
                  <a:lnTo>
                    <a:pt x="4603811" y="1652524"/>
                  </a:lnTo>
                  <a:lnTo>
                    <a:pt x="4627152" y="1689995"/>
                  </a:lnTo>
                  <a:lnTo>
                    <a:pt x="4655986" y="1723997"/>
                  </a:lnTo>
                  <a:lnTo>
                    <a:pt x="4689786" y="1754059"/>
                  </a:lnTo>
                  <a:lnTo>
                    <a:pt x="4728028" y="1779711"/>
                  </a:lnTo>
                  <a:lnTo>
                    <a:pt x="4770186" y="1800481"/>
                  </a:lnTo>
                  <a:lnTo>
                    <a:pt x="4815734" y="1815900"/>
                  </a:lnTo>
                  <a:lnTo>
                    <a:pt x="4864147" y="1825496"/>
                  </a:lnTo>
                  <a:lnTo>
                    <a:pt x="4914900" y="1828799"/>
                  </a:lnTo>
                  <a:lnTo>
                    <a:pt x="4965652" y="1825496"/>
                  </a:lnTo>
                  <a:lnTo>
                    <a:pt x="5014065" y="1815900"/>
                  </a:lnTo>
                  <a:lnTo>
                    <a:pt x="5059613" y="1800481"/>
                  </a:lnTo>
                  <a:lnTo>
                    <a:pt x="5101771" y="1779711"/>
                  </a:lnTo>
                  <a:lnTo>
                    <a:pt x="5140013" y="1754059"/>
                  </a:lnTo>
                  <a:lnTo>
                    <a:pt x="5173813" y="1723997"/>
                  </a:lnTo>
                  <a:lnTo>
                    <a:pt x="5202647" y="1689995"/>
                  </a:lnTo>
                  <a:lnTo>
                    <a:pt x="5225988" y="1652524"/>
                  </a:lnTo>
                  <a:lnTo>
                    <a:pt x="5243311" y="1612054"/>
                  </a:lnTo>
                  <a:lnTo>
                    <a:pt x="5254090" y="1569055"/>
                  </a:lnTo>
                  <a:lnTo>
                    <a:pt x="5257800" y="1523999"/>
                  </a:lnTo>
                  <a:lnTo>
                    <a:pt x="5254090" y="1478944"/>
                  </a:lnTo>
                  <a:lnTo>
                    <a:pt x="5243311" y="1435945"/>
                  </a:lnTo>
                  <a:lnTo>
                    <a:pt x="5225988" y="1395475"/>
                  </a:lnTo>
                  <a:lnTo>
                    <a:pt x="5202647" y="1358004"/>
                  </a:lnTo>
                  <a:lnTo>
                    <a:pt x="5173813" y="1324002"/>
                  </a:lnTo>
                  <a:lnTo>
                    <a:pt x="5140013" y="1293940"/>
                  </a:lnTo>
                  <a:lnTo>
                    <a:pt x="5101771" y="1268288"/>
                  </a:lnTo>
                  <a:lnTo>
                    <a:pt x="5059613" y="1247518"/>
                  </a:lnTo>
                  <a:lnTo>
                    <a:pt x="5014065" y="1232099"/>
                  </a:lnTo>
                  <a:lnTo>
                    <a:pt x="4965652" y="1222503"/>
                  </a:lnTo>
                  <a:lnTo>
                    <a:pt x="4914900" y="1219199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95601" y="5576822"/>
            <a:ext cx="359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bậc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lẻ: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6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1D528E"/>
                </a:solidFill>
                <a:latin typeface="Wingdings"/>
                <a:cs typeface="Wingdings"/>
              </a:rPr>
              <a:t></a:t>
            </a:r>
            <a:r>
              <a:rPr sz="1800" spc="4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002" y="937767"/>
            <a:ext cx="8731885" cy="452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ts val="3354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803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Hệ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quả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61315">
              <a:lnSpc>
                <a:spcPts val="2875"/>
              </a:lnSpc>
            </a:pPr>
            <a:r>
              <a:rPr sz="2400" i="1" dirty="0">
                <a:latin typeface="Verdana"/>
                <a:cs typeface="Verdana"/>
              </a:rPr>
              <a:t>Trong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vô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hướng,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đỉnh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lẻ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một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spc="-10" dirty="0">
                <a:latin typeface="Verdana"/>
                <a:cs typeface="Verdana"/>
              </a:rPr>
              <a:t>chẵn.</a:t>
            </a:r>
            <a:endParaRPr sz="2400">
              <a:latin typeface="Verdana"/>
              <a:cs typeface="Verdana"/>
            </a:endParaRPr>
          </a:p>
          <a:p>
            <a:pPr marL="360680">
              <a:lnSpc>
                <a:spcPct val="100000"/>
              </a:lnSpc>
              <a:spcBef>
                <a:spcPts val="1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Chứng</a:t>
            </a:r>
            <a:r>
              <a:rPr sz="2400" u="heavy" spc="-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minh</a:t>
            </a:r>
            <a:r>
              <a:rPr sz="2400" spc="-10" dirty="0">
                <a:latin typeface="Verdana"/>
                <a:cs typeface="Verdana"/>
              </a:rPr>
              <a:t>:</a:t>
            </a:r>
            <a:r>
              <a:rPr sz="2800" spc="-10" dirty="0"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  <a:p>
            <a:pPr marL="532130" marR="30480" lvl="1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533400" algn="l"/>
              </a:tabLst>
            </a:pPr>
            <a:r>
              <a:rPr sz="2400" dirty="0">
                <a:latin typeface="Verdana"/>
                <a:cs typeface="Verdana"/>
              </a:rPr>
              <a:t>Gọi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và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lần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lượt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là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tập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đỉnh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lẻ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và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0" dirty="0">
                <a:latin typeface="Verdana"/>
                <a:cs typeface="Verdana"/>
              </a:rPr>
              <a:t> chẵn 	</a:t>
            </a: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đồ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thị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vô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hướng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G=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(V,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E).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Ta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có:</a:t>
            </a:r>
            <a:endParaRPr sz="2400">
              <a:latin typeface="Verdana"/>
              <a:cs typeface="Verdana"/>
            </a:endParaRPr>
          </a:p>
          <a:p>
            <a:pPr marR="155575" algn="ctr">
              <a:lnSpc>
                <a:spcPct val="100000"/>
              </a:lnSpc>
              <a:spcBef>
                <a:spcPts val="85"/>
              </a:spcBef>
            </a:pPr>
            <a:r>
              <a:rPr sz="2400" spc="-35" dirty="0">
                <a:latin typeface="Times New Roman"/>
                <a:cs typeface="Times New Roman"/>
              </a:rPr>
              <a:t>2</a:t>
            </a:r>
            <a:r>
              <a:rPr sz="2400" i="1" spc="-35" dirty="0">
                <a:latin typeface="Times New Roman"/>
                <a:cs typeface="Times New Roman"/>
              </a:rPr>
              <a:t>m</a:t>
            </a:r>
            <a:r>
              <a:rPr sz="2400" i="1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5400" spc="-30" baseline="-8487" dirty="0">
                <a:latin typeface="Symbol"/>
                <a:cs typeface="Symbol"/>
              </a:rPr>
              <a:t></a:t>
            </a:r>
            <a:r>
              <a:rPr sz="2400" spc="-20" dirty="0">
                <a:latin typeface="Times New Roman"/>
                <a:cs typeface="Times New Roman"/>
              </a:rPr>
              <a:t>deg(</a:t>
            </a:r>
            <a:r>
              <a:rPr sz="2400" i="1" spc="-20" dirty="0">
                <a:latin typeface="Times New Roman"/>
                <a:cs typeface="Times New Roman"/>
              </a:rPr>
              <a:t>v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5400" spc="-52" baseline="-8487" dirty="0">
                <a:latin typeface="Symbol"/>
                <a:cs typeface="Symbol"/>
              </a:rPr>
              <a:t></a:t>
            </a:r>
            <a:r>
              <a:rPr sz="2400" spc="-35" dirty="0">
                <a:latin typeface="Times New Roman"/>
                <a:cs typeface="Times New Roman"/>
              </a:rPr>
              <a:t>deg(</a:t>
            </a:r>
            <a:r>
              <a:rPr sz="2400" i="1" spc="-35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)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5400" spc="-15" baseline="-8487" dirty="0">
                <a:latin typeface="Symbol"/>
                <a:cs typeface="Symbol"/>
              </a:rPr>
              <a:t></a:t>
            </a:r>
            <a:r>
              <a:rPr sz="2400" spc="-10" dirty="0">
                <a:latin typeface="Times New Roman"/>
                <a:cs typeface="Times New Roman"/>
              </a:rPr>
              <a:t>deg(</a:t>
            </a:r>
            <a:r>
              <a:rPr sz="2400" i="1" spc="-10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R="278765" algn="ctr">
              <a:lnSpc>
                <a:spcPct val="100000"/>
              </a:lnSpc>
              <a:spcBef>
                <a:spcPts val="180"/>
              </a:spcBef>
              <a:tabLst>
                <a:tab pos="1386205" algn="l"/>
                <a:tab pos="272923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L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405765">
              <a:lnSpc>
                <a:spcPts val="2565"/>
              </a:lnSpc>
              <a:tabLst>
                <a:tab pos="1736725" algn="l"/>
                <a:tab pos="2444115" algn="l"/>
              </a:tabLst>
            </a:pPr>
            <a:endParaRPr lang="en-US" sz="2400">
              <a:latin typeface="Verdana"/>
              <a:cs typeface="Verdana"/>
            </a:endParaRPr>
          </a:p>
          <a:p>
            <a:pPr marL="405765">
              <a:lnSpc>
                <a:spcPts val="2565"/>
              </a:lnSpc>
              <a:tabLst>
                <a:tab pos="1736725" algn="l"/>
                <a:tab pos="2444115" algn="l"/>
              </a:tabLst>
            </a:pPr>
            <a:r>
              <a:rPr sz="2400">
                <a:latin typeface="Verdana"/>
                <a:cs typeface="Verdana"/>
              </a:rPr>
              <a:t>+</a:t>
            </a:r>
            <a:r>
              <a:rPr sz="2400" spc="-5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Tổng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-25" dirty="0">
                <a:latin typeface="Verdana"/>
                <a:cs typeface="Verdana"/>
              </a:rPr>
              <a:t>2m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-20" dirty="0">
                <a:latin typeface="Verdana"/>
                <a:cs typeface="Verdana"/>
              </a:rPr>
              <a:t>chẵn</a:t>
            </a:r>
            <a:endParaRPr sz="2400">
              <a:latin typeface="Verdana"/>
              <a:cs typeface="Verdana"/>
            </a:endParaRPr>
          </a:p>
          <a:p>
            <a:pPr marL="405130">
              <a:lnSpc>
                <a:spcPts val="4004"/>
              </a:lnSpc>
            </a:pPr>
            <a:r>
              <a:rPr sz="2400" dirty="0">
                <a:latin typeface="Verdana"/>
                <a:cs typeface="Verdana"/>
              </a:rPr>
              <a:t>+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Tổng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5400" spc="-30" baseline="-10802" dirty="0">
                <a:latin typeface="Symbol"/>
                <a:cs typeface="Symbol"/>
              </a:rPr>
              <a:t></a:t>
            </a:r>
            <a:r>
              <a:rPr sz="3600" spc="-30" baseline="-2314" dirty="0">
                <a:latin typeface="Times New Roman"/>
                <a:cs typeface="Times New Roman"/>
              </a:rPr>
              <a:t>deg(</a:t>
            </a:r>
            <a:r>
              <a:rPr sz="3600" i="1" spc="-30" baseline="-2314" dirty="0">
                <a:latin typeface="Times New Roman"/>
                <a:cs typeface="Times New Roman"/>
              </a:rPr>
              <a:t>v</a:t>
            </a:r>
            <a:r>
              <a:rPr sz="3600" spc="-30" baseline="-2314" dirty="0">
                <a:latin typeface="Times New Roman"/>
                <a:cs typeface="Times New Roman"/>
              </a:rPr>
              <a:t>)</a:t>
            </a:r>
            <a:r>
              <a:rPr sz="3600" spc="-97" baseline="-23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Verdana"/>
                <a:cs typeface="Verdana"/>
              </a:rPr>
              <a:t>chẵn</a:t>
            </a:r>
            <a:endParaRPr sz="2400">
              <a:latin typeface="Verdana"/>
              <a:cs typeface="Verdana"/>
            </a:endParaRPr>
          </a:p>
          <a:p>
            <a:pPr marL="1666875">
              <a:lnSpc>
                <a:spcPct val="100000"/>
              </a:lnSpc>
              <a:spcBef>
                <a:spcPts val="300"/>
              </a:spcBef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0890" y="5659577"/>
            <a:ext cx="1217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Verdana"/>
                <a:cs typeface="Verdana"/>
              </a:rPr>
              <a:t>Tổng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9707" y="5659577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Verdana"/>
                <a:cs typeface="Verdana"/>
              </a:rPr>
              <a:t>chẵn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6348" y="5428007"/>
            <a:ext cx="1160145" cy="8686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5"/>
              </a:spcBef>
            </a:pPr>
            <a:r>
              <a:rPr sz="5400" spc="-15" baseline="-8487" dirty="0">
                <a:latin typeface="Symbol"/>
                <a:cs typeface="Symbol"/>
              </a:rPr>
              <a:t></a:t>
            </a:r>
            <a:r>
              <a:rPr sz="2400" spc="-10" dirty="0">
                <a:latin typeface="Times New Roman"/>
                <a:cs typeface="Times New Roman"/>
              </a:rPr>
              <a:t>deg(</a:t>
            </a:r>
            <a:r>
              <a:rPr sz="2400" i="1" spc="-10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180"/>
              </a:spcBef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32468" y="4102772"/>
            <a:ext cx="1479550" cy="1130300"/>
            <a:chOff x="3332468" y="4102772"/>
            <a:chExt cx="1479550" cy="1130300"/>
          </a:xfrm>
        </p:grpSpPr>
        <p:sp>
          <p:nvSpPr>
            <p:cNvPr id="4" name="object 4"/>
            <p:cNvSpPr/>
            <p:nvPr/>
          </p:nvSpPr>
          <p:spPr>
            <a:xfrm>
              <a:off x="3416313" y="4214124"/>
              <a:ext cx="1252855" cy="950594"/>
            </a:xfrm>
            <a:custGeom>
              <a:avLst/>
              <a:gdLst/>
              <a:ahLst/>
              <a:cxnLst/>
              <a:rect l="l" t="t" r="r" b="b"/>
              <a:pathLst>
                <a:path w="1252854" h="950595">
                  <a:moveTo>
                    <a:pt x="1252725" y="3813"/>
                  </a:moveTo>
                  <a:lnTo>
                    <a:pt x="826010" y="326900"/>
                  </a:lnTo>
                  <a:lnTo>
                    <a:pt x="616453" y="485394"/>
                  </a:lnTo>
                  <a:lnTo>
                    <a:pt x="409947" y="641605"/>
                  </a:lnTo>
                  <a:lnTo>
                    <a:pt x="203455" y="797051"/>
                  </a:lnTo>
                  <a:lnTo>
                    <a:pt x="0" y="950214"/>
                  </a:lnTo>
                </a:path>
                <a:path w="1252854" h="950595">
                  <a:moveTo>
                    <a:pt x="1102609" y="0"/>
                  </a:moveTo>
                  <a:lnTo>
                    <a:pt x="1252725" y="3813"/>
                  </a:lnTo>
                  <a:lnTo>
                    <a:pt x="1247400" y="125724"/>
                  </a:lnTo>
                </a:path>
              </a:pathLst>
            </a:custGeom>
            <a:ln w="44714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2468" y="5096500"/>
              <a:ext cx="168453" cy="1364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45405" y="4105147"/>
              <a:ext cx="163830" cy="132715"/>
            </a:xfrm>
            <a:custGeom>
              <a:avLst/>
              <a:gdLst/>
              <a:ahLst/>
              <a:cxnLst/>
              <a:rect l="l" t="t" r="r" b="b"/>
              <a:pathLst>
                <a:path w="163829" h="132714">
                  <a:moveTo>
                    <a:pt x="163830" y="73151"/>
                  </a:moveTo>
                  <a:lnTo>
                    <a:pt x="163830" y="59435"/>
                  </a:lnTo>
                  <a:lnTo>
                    <a:pt x="161544" y="53339"/>
                  </a:lnTo>
                  <a:lnTo>
                    <a:pt x="160020" y="46481"/>
                  </a:lnTo>
                  <a:lnTo>
                    <a:pt x="158496" y="41147"/>
                  </a:lnTo>
                  <a:lnTo>
                    <a:pt x="154686" y="35813"/>
                  </a:lnTo>
                  <a:lnTo>
                    <a:pt x="150114" y="30479"/>
                  </a:lnTo>
                  <a:lnTo>
                    <a:pt x="146304" y="24383"/>
                  </a:lnTo>
                  <a:lnTo>
                    <a:pt x="139446" y="19049"/>
                  </a:lnTo>
                  <a:lnTo>
                    <a:pt x="128016" y="10667"/>
                  </a:lnTo>
                  <a:lnTo>
                    <a:pt x="112014" y="5333"/>
                  </a:lnTo>
                  <a:lnTo>
                    <a:pt x="105156" y="2285"/>
                  </a:lnTo>
                  <a:lnTo>
                    <a:pt x="96774" y="1523"/>
                  </a:lnTo>
                  <a:lnTo>
                    <a:pt x="89916" y="0"/>
                  </a:lnTo>
                  <a:lnTo>
                    <a:pt x="74676" y="0"/>
                  </a:lnTo>
                  <a:lnTo>
                    <a:pt x="66294" y="1523"/>
                  </a:lnTo>
                  <a:lnTo>
                    <a:pt x="59436" y="2285"/>
                  </a:lnTo>
                  <a:lnTo>
                    <a:pt x="51054" y="5333"/>
                  </a:lnTo>
                  <a:lnTo>
                    <a:pt x="44196" y="8381"/>
                  </a:lnTo>
                  <a:lnTo>
                    <a:pt x="37338" y="10667"/>
                  </a:lnTo>
                  <a:lnTo>
                    <a:pt x="30480" y="15239"/>
                  </a:lnTo>
                  <a:lnTo>
                    <a:pt x="23622" y="19049"/>
                  </a:lnTo>
                  <a:lnTo>
                    <a:pt x="18288" y="24383"/>
                  </a:lnTo>
                  <a:lnTo>
                    <a:pt x="12954" y="30479"/>
                  </a:lnTo>
                  <a:lnTo>
                    <a:pt x="6858" y="41147"/>
                  </a:lnTo>
                  <a:lnTo>
                    <a:pt x="3048" y="46481"/>
                  </a:lnTo>
                  <a:lnTo>
                    <a:pt x="1524" y="53339"/>
                  </a:lnTo>
                  <a:lnTo>
                    <a:pt x="1524" y="59435"/>
                  </a:lnTo>
                  <a:lnTo>
                    <a:pt x="0" y="66293"/>
                  </a:lnTo>
                  <a:lnTo>
                    <a:pt x="1524" y="73151"/>
                  </a:lnTo>
                  <a:lnTo>
                    <a:pt x="1524" y="78485"/>
                  </a:lnTo>
                  <a:lnTo>
                    <a:pt x="3048" y="85343"/>
                  </a:lnTo>
                  <a:lnTo>
                    <a:pt x="6858" y="90677"/>
                  </a:lnTo>
                  <a:lnTo>
                    <a:pt x="9906" y="96773"/>
                  </a:lnTo>
                  <a:lnTo>
                    <a:pt x="12954" y="102107"/>
                  </a:lnTo>
                  <a:lnTo>
                    <a:pt x="23622" y="112775"/>
                  </a:lnTo>
                  <a:lnTo>
                    <a:pt x="30480" y="117347"/>
                  </a:lnTo>
                  <a:lnTo>
                    <a:pt x="37338" y="121157"/>
                  </a:lnTo>
                  <a:lnTo>
                    <a:pt x="44196" y="125729"/>
                  </a:lnTo>
                  <a:lnTo>
                    <a:pt x="51054" y="128015"/>
                  </a:lnTo>
                  <a:lnTo>
                    <a:pt x="59436" y="129539"/>
                  </a:lnTo>
                  <a:lnTo>
                    <a:pt x="66294" y="131063"/>
                  </a:lnTo>
                  <a:lnTo>
                    <a:pt x="74676" y="132587"/>
                  </a:lnTo>
                  <a:lnTo>
                    <a:pt x="89916" y="132587"/>
                  </a:lnTo>
                  <a:lnTo>
                    <a:pt x="96774" y="131063"/>
                  </a:lnTo>
                  <a:lnTo>
                    <a:pt x="105156" y="129539"/>
                  </a:lnTo>
                  <a:lnTo>
                    <a:pt x="121158" y="125729"/>
                  </a:lnTo>
                  <a:lnTo>
                    <a:pt x="134112" y="117347"/>
                  </a:lnTo>
                  <a:lnTo>
                    <a:pt x="139446" y="112775"/>
                  </a:lnTo>
                  <a:lnTo>
                    <a:pt x="146304" y="107441"/>
                  </a:lnTo>
                  <a:lnTo>
                    <a:pt x="150114" y="102107"/>
                  </a:lnTo>
                  <a:lnTo>
                    <a:pt x="154686" y="96773"/>
                  </a:lnTo>
                  <a:lnTo>
                    <a:pt x="158496" y="90677"/>
                  </a:lnTo>
                  <a:lnTo>
                    <a:pt x="160020" y="85343"/>
                  </a:lnTo>
                  <a:lnTo>
                    <a:pt x="161544" y="78485"/>
                  </a:lnTo>
                  <a:lnTo>
                    <a:pt x="163830" y="7315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45350" y="4105084"/>
              <a:ext cx="163830" cy="132715"/>
            </a:xfrm>
            <a:custGeom>
              <a:avLst/>
              <a:gdLst/>
              <a:ahLst/>
              <a:cxnLst/>
              <a:rect l="l" t="t" r="r" b="b"/>
              <a:pathLst>
                <a:path w="163829" h="132714">
                  <a:moveTo>
                    <a:pt x="23618" y="112774"/>
                  </a:moveTo>
                  <a:lnTo>
                    <a:pt x="18292" y="107431"/>
                  </a:lnTo>
                  <a:lnTo>
                    <a:pt x="12953" y="102098"/>
                  </a:lnTo>
                  <a:lnTo>
                    <a:pt x="9902" y="96766"/>
                  </a:lnTo>
                  <a:lnTo>
                    <a:pt x="6850" y="90669"/>
                  </a:lnTo>
                  <a:lnTo>
                    <a:pt x="3051" y="85337"/>
                  </a:lnTo>
                  <a:lnTo>
                    <a:pt x="1525" y="78475"/>
                  </a:lnTo>
                  <a:lnTo>
                    <a:pt x="1525" y="73143"/>
                  </a:lnTo>
                  <a:lnTo>
                    <a:pt x="0" y="66292"/>
                  </a:lnTo>
                  <a:lnTo>
                    <a:pt x="1525" y="59430"/>
                  </a:lnTo>
                  <a:lnTo>
                    <a:pt x="1525" y="53333"/>
                  </a:lnTo>
                  <a:lnTo>
                    <a:pt x="3051" y="46470"/>
                  </a:lnTo>
                  <a:lnTo>
                    <a:pt x="6850" y="41138"/>
                  </a:lnTo>
                  <a:lnTo>
                    <a:pt x="9902" y="35806"/>
                  </a:lnTo>
                  <a:lnTo>
                    <a:pt x="12953" y="30474"/>
                  </a:lnTo>
                  <a:lnTo>
                    <a:pt x="18292" y="24377"/>
                  </a:lnTo>
                  <a:lnTo>
                    <a:pt x="23618" y="19045"/>
                  </a:lnTo>
                  <a:lnTo>
                    <a:pt x="30483" y="15231"/>
                  </a:lnTo>
                  <a:lnTo>
                    <a:pt x="37334" y="10664"/>
                  </a:lnTo>
                  <a:lnTo>
                    <a:pt x="44199" y="8380"/>
                  </a:lnTo>
                  <a:lnTo>
                    <a:pt x="51050" y="5332"/>
                  </a:lnTo>
                  <a:lnTo>
                    <a:pt x="59426" y="2283"/>
                  </a:lnTo>
                  <a:lnTo>
                    <a:pt x="66291" y="1518"/>
                  </a:lnTo>
                  <a:lnTo>
                    <a:pt x="74668" y="0"/>
                  </a:lnTo>
                  <a:lnTo>
                    <a:pt x="89910" y="0"/>
                  </a:lnTo>
                  <a:lnTo>
                    <a:pt x="96775" y="1518"/>
                  </a:lnTo>
                  <a:lnTo>
                    <a:pt x="105151" y="2283"/>
                  </a:lnTo>
                  <a:lnTo>
                    <a:pt x="112016" y="5332"/>
                  </a:lnTo>
                  <a:lnTo>
                    <a:pt x="121156" y="8380"/>
                  </a:lnTo>
                  <a:lnTo>
                    <a:pt x="128006" y="10664"/>
                  </a:lnTo>
                  <a:lnTo>
                    <a:pt x="134109" y="15231"/>
                  </a:lnTo>
                  <a:lnTo>
                    <a:pt x="139448" y="19045"/>
                  </a:lnTo>
                  <a:lnTo>
                    <a:pt x="146299" y="24377"/>
                  </a:lnTo>
                  <a:lnTo>
                    <a:pt x="150113" y="30474"/>
                  </a:lnTo>
                  <a:lnTo>
                    <a:pt x="154676" y="35806"/>
                  </a:lnTo>
                  <a:lnTo>
                    <a:pt x="158490" y="41138"/>
                  </a:lnTo>
                  <a:lnTo>
                    <a:pt x="160015" y="46470"/>
                  </a:lnTo>
                  <a:lnTo>
                    <a:pt x="161541" y="53333"/>
                  </a:lnTo>
                  <a:lnTo>
                    <a:pt x="163829" y="59430"/>
                  </a:lnTo>
                  <a:lnTo>
                    <a:pt x="163829" y="73143"/>
                  </a:lnTo>
                  <a:lnTo>
                    <a:pt x="161541" y="78475"/>
                  </a:lnTo>
                  <a:lnTo>
                    <a:pt x="160015" y="85337"/>
                  </a:lnTo>
                  <a:lnTo>
                    <a:pt x="158490" y="90669"/>
                  </a:lnTo>
                  <a:lnTo>
                    <a:pt x="154676" y="96766"/>
                  </a:lnTo>
                  <a:lnTo>
                    <a:pt x="150113" y="102098"/>
                  </a:lnTo>
                  <a:lnTo>
                    <a:pt x="146299" y="107431"/>
                  </a:lnTo>
                  <a:lnTo>
                    <a:pt x="139448" y="112774"/>
                  </a:lnTo>
                  <a:lnTo>
                    <a:pt x="134109" y="117341"/>
                  </a:lnTo>
                  <a:lnTo>
                    <a:pt x="128006" y="121155"/>
                  </a:lnTo>
                  <a:lnTo>
                    <a:pt x="121156" y="125722"/>
                  </a:lnTo>
                  <a:lnTo>
                    <a:pt x="112016" y="128006"/>
                  </a:lnTo>
                  <a:lnTo>
                    <a:pt x="105151" y="129536"/>
                  </a:lnTo>
                  <a:lnTo>
                    <a:pt x="96775" y="131054"/>
                  </a:lnTo>
                  <a:lnTo>
                    <a:pt x="89910" y="132584"/>
                  </a:lnTo>
                  <a:lnTo>
                    <a:pt x="74668" y="132584"/>
                  </a:lnTo>
                  <a:lnTo>
                    <a:pt x="66291" y="131054"/>
                  </a:lnTo>
                  <a:lnTo>
                    <a:pt x="59426" y="129536"/>
                  </a:lnTo>
                  <a:lnTo>
                    <a:pt x="51050" y="128006"/>
                  </a:lnTo>
                  <a:lnTo>
                    <a:pt x="44199" y="125722"/>
                  </a:lnTo>
                  <a:lnTo>
                    <a:pt x="37334" y="121155"/>
                  </a:lnTo>
                  <a:lnTo>
                    <a:pt x="30483" y="117341"/>
                  </a:lnTo>
                  <a:lnTo>
                    <a:pt x="23618" y="112774"/>
                  </a:lnTo>
                </a:path>
              </a:pathLst>
            </a:custGeom>
            <a:ln w="45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802" y="878517"/>
            <a:ext cx="8723630" cy="4655762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Kề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trong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đồ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thị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có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Verdana"/>
                <a:cs typeface="Verdana"/>
              </a:rPr>
              <a:t>hướng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40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Giả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e=(u,</a:t>
            </a:r>
            <a:r>
              <a:rPr sz="2400" spc="-25" dirty="0">
                <a:latin typeface="Arial"/>
                <a:cs typeface="Arial"/>
              </a:rPr>
              <a:t> v)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nói: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kề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sz="2400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ra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khỏi</a:t>
            </a:r>
            <a:r>
              <a:rPr sz="24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vào</a:t>
            </a:r>
            <a:r>
              <a:rPr sz="24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v.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đầu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cuối</a:t>
            </a:r>
            <a:r>
              <a:rPr sz="24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400">
              <a:latin typeface="Arial"/>
              <a:cs typeface="Arial"/>
            </a:endParaRPr>
          </a:p>
          <a:p>
            <a:pPr marL="568960" algn="ctr">
              <a:lnSpc>
                <a:spcPct val="100000"/>
              </a:lnSpc>
            </a:pPr>
            <a:r>
              <a:rPr sz="2000" spc="-50" dirty="0"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  <a:p>
            <a:pPr marR="1066165" algn="ctr">
              <a:lnSpc>
                <a:spcPct val="100000"/>
              </a:lnSpc>
              <a:spcBef>
                <a:spcPts val="735"/>
              </a:spcBef>
            </a:pPr>
            <a:r>
              <a:rPr sz="2000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000">
              <a:latin typeface="Arial"/>
              <a:cs typeface="Arial"/>
            </a:endParaRPr>
          </a:p>
          <a:p>
            <a:pPr marR="2541905" algn="ctr">
              <a:lnSpc>
                <a:spcPct val="100000"/>
              </a:lnSpc>
            </a:pPr>
            <a:r>
              <a:rPr sz="2000" spc="-50" dirty="0">
                <a:latin typeface="Arial"/>
                <a:cs typeface="Arial"/>
              </a:rPr>
              <a:t>u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02" y="878517"/>
            <a:ext cx="8682355" cy="129413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Bán</a:t>
            </a:r>
            <a:r>
              <a:rPr sz="2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bậc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vào</a:t>
            </a:r>
            <a:r>
              <a:rPr sz="2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và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bán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bậc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ra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7030A0"/>
                </a:solidFill>
                <a:latin typeface="Verdana"/>
                <a:cs typeface="Verdana"/>
              </a:rPr>
              <a:t>đỉnh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755015" marR="5080" lvl="1" indent="-317500">
              <a:lnSpc>
                <a:spcPct val="100000"/>
              </a:lnSpc>
              <a:spcBef>
                <a:spcPts val="40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bậc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(bán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bậc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hướng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khỏi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nó).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306" y="2219299"/>
            <a:ext cx="141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7815" algn="l"/>
              </a:tabLst>
            </a:pPr>
            <a:r>
              <a:rPr sz="2400" dirty="0">
                <a:latin typeface="Arial"/>
                <a:cs typeface="Arial"/>
              </a:rPr>
              <a:t>Ký</a:t>
            </a:r>
            <a:r>
              <a:rPr sz="2400" spc="-10" dirty="0">
                <a:latin typeface="Arial"/>
                <a:cs typeface="Arial"/>
              </a:rPr>
              <a:t> hiệu: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2557" y="2142746"/>
            <a:ext cx="3765550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1994535" algn="l"/>
                <a:tab pos="3612515" algn="l"/>
              </a:tabLst>
            </a:pPr>
            <a:r>
              <a:rPr sz="3250" dirty="0">
                <a:latin typeface="Times New Roman"/>
                <a:cs typeface="Times New Roman"/>
              </a:rPr>
              <a:t>deg</a:t>
            </a:r>
            <a:r>
              <a:rPr sz="3250" spc="-509" dirty="0">
                <a:latin typeface="Times New Roman"/>
                <a:cs typeface="Times New Roman"/>
              </a:rPr>
              <a:t> </a:t>
            </a:r>
            <a:r>
              <a:rPr sz="2850" baseline="42397" dirty="0">
                <a:latin typeface="Symbol"/>
                <a:cs typeface="Symbol"/>
              </a:rPr>
              <a:t></a:t>
            </a:r>
            <a:r>
              <a:rPr sz="2850" spc="75" baseline="42397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(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3250" spc="-25" dirty="0">
                <a:latin typeface="Times New Roman"/>
                <a:cs typeface="Times New Roman"/>
              </a:rPr>
              <a:t>)</a:t>
            </a:r>
            <a:r>
              <a:rPr sz="3250" dirty="0">
                <a:latin typeface="Times New Roman"/>
                <a:cs typeface="Times New Roman"/>
              </a:rPr>
              <a:t>	</a:t>
            </a:r>
            <a:r>
              <a:rPr sz="3600" baseline="5787" dirty="0">
                <a:latin typeface="Arial"/>
                <a:cs typeface="Arial"/>
              </a:rPr>
              <a:t>(</a:t>
            </a:r>
            <a:r>
              <a:rPr sz="3250" dirty="0">
                <a:latin typeface="Times New Roman"/>
                <a:cs typeface="Times New Roman"/>
              </a:rPr>
              <a:t>deg</a:t>
            </a:r>
            <a:r>
              <a:rPr sz="3250" spc="-495" dirty="0">
                <a:latin typeface="Times New Roman"/>
                <a:cs typeface="Times New Roman"/>
              </a:rPr>
              <a:t> </a:t>
            </a:r>
            <a:r>
              <a:rPr sz="2850" baseline="42397" dirty="0">
                <a:latin typeface="Symbol"/>
                <a:cs typeface="Symbol"/>
              </a:rPr>
              <a:t></a:t>
            </a:r>
            <a:r>
              <a:rPr sz="2850" spc="89" baseline="42397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(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3250" spc="-25" dirty="0">
                <a:latin typeface="Times New Roman"/>
                <a:cs typeface="Times New Roman"/>
              </a:rPr>
              <a:t>)</a:t>
            </a:r>
            <a:r>
              <a:rPr sz="3250" dirty="0">
                <a:latin typeface="Times New Roman"/>
                <a:cs typeface="Times New Roman"/>
              </a:rPr>
              <a:t>	</a:t>
            </a:r>
            <a:r>
              <a:rPr sz="3600" spc="-75" baseline="5787" dirty="0">
                <a:latin typeface="Arial"/>
                <a:cs typeface="Arial"/>
              </a:rPr>
              <a:t>)</a:t>
            </a:r>
            <a:endParaRPr sz="3600" baseline="578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736" y="3631691"/>
            <a:ext cx="3493135" cy="12446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40"/>
              </a:spcBef>
            </a:pP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</a:t>
            </a:r>
            <a:r>
              <a:rPr sz="2400" spc="-15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ymbol"/>
                <a:cs typeface="Symbol"/>
              </a:rPr>
              <a:t></a:t>
            </a:r>
            <a:r>
              <a:rPr sz="2800" spc="-31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1,</a:t>
            </a:r>
            <a:r>
              <a:rPr sz="2800" spc="-37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</a:t>
            </a:r>
            <a:r>
              <a:rPr sz="2400" spc="-60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(2)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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</a:t>
            </a:r>
            <a:r>
              <a:rPr sz="2400" spc="-22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(6)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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2,</a:t>
            </a:r>
            <a:r>
              <a:rPr sz="2800" spc="-375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</a:t>
            </a:r>
            <a:r>
              <a:rPr sz="2400" spc="-67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(6)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ymbol"/>
                <a:cs typeface="Symbol"/>
              </a:rPr>
              <a:t></a:t>
            </a:r>
            <a:r>
              <a:rPr sz="2800" spc="-3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675" y="3035299"/>
            <a:ext cx="4619625" cy="32765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02" y="937767"/>
            <a:ext cx="8691245" cy="21790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ts val="3354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676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67665" marR="17780" indent="-19685">
              <a:lnSpc>
                <a:spcPct val="79800"/>
              </a:lnSpc>
              <a:spcBef>
                <a:spcPts val="580"/>
              </a:spcBef>
              <a:tabLst>
                <a:tab pos="6364605" algn="l"/>
              </a:tabLst>
            </a:pPr>
            <a:r>
              <a:rPr sz="2400" i="1" dirty="0">
                <a:latin typeface="Verdana"/>
                <a:cs typeface="Verdana"/>
              </a:rPr>
              <a:t>Giả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sử</a:t>
            </a:r>
            <a:r>
              <a:rPr sz="2400" i="1" spc="-1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G=(V,E)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có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với</a:t>
            </a:r>
            <a:r>
              <a:rPr sz="2400" i="1" dirty="0">
                <a:latin typeface="Verdana"/>
                <a:cs typeface="Verdana"/>
              </a:rPr>
              <a:t>	m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cung,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khi</a:t>
            </a:r>
            <a:r>
              <a:rPr sz="2400" i="1" spc="-45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đó </a:t>
            </a:r>
            <a:r>
              <a:rPr sz="2400" i="1" dirty="0">
                <a:latin typeface="Verdana"/>
                <a:cs typeface="Verdana"/>
              </a:rPr>
              <a:t>tổng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tất</a:t>
            </a:r>
            <a:r>
              <a:rPr sz="2400" i="1" spc="-1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cả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các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bán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ra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bằng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tổng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tất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cả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các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bán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vào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và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bằng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m.</a:t>
            </a:r>
            <a:endParaRPr sz="2400">
              <a:latin typeface="Verdana"/>
              <a:cs typeface="Verdana"/>
            </a:endParaRPr>
          </a:p>
          <a:p>
            <a:pPr marL="2038985">
              <a:lnSpc>
                <a:spcPts val="4100"/>
              </a:lnSpc>
            </a:pPr>
            <a:r>
              <a:rPr sz="5400" baseline="-8487" dirty="0">
                <a:latin typeface="Symbol"/>
                <a:cs typeface="Symbol"/>
              </a:rPr>
              <a:t></a:t>
            </a:r>
            <a:r>
              <a:rPr sz="5400" spc="-509" baseline="-848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100" baseline="41666" dirty="0">
                <a:latin typeface="Symbol"/>
                <a:cs typeface="Symbol"/>
              </a:rPr>
              <a:t></a:t>
            </a:r>
            <a:r>
              <a:rPr sz="2100" spc="195" baseline="41666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(</a:t>
            </a:r>
            <a:r>
              <a:rPr sz="2400" i="1" spc="100" dirty="0">
                <a:latin typeface="Times New Roman"/>
                <a:cs typeface="Times New Roman"/>
              </a:rPr>
              <a:t>v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5400" baseline="-8487" dirty="0">
                <a:latin typeface="Symbol"/>
                <a:cs typeface="Symbol"/>
              </a:rPr>
              <a:t></a:t>
            </a:r>
            <a:r>
              <a:rPr sz="5400" spc="-509" baseline="-848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100" baseline="41666" dirty="0">
                <a:latin typeface="Symbol"/>
                <a:cs typeface="Symbol"/>
              </a:rPr>
              <a:t></a:t>
            </a:r>
            <a:r>
              <a:rPr sz="2100" spc="157" baseline="41666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(</a:t>
            </a:r>
            <a:r>
              <a:rPr sz="2400" i="1" spc="100" dirty="0">
                <a:latin typeface="Times New Roman"/>
                <a:cs typeface="Times New Roman"/>
              </a:rPr>
              <a:t>v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2049780">
              <a:lnSpc>
                <a:spcPct val="100000"/>
              </a:lnSpc>
              <a:spcBef>
                <a:spcPts val="170"/>
              </a:spcBef>
              <a:tabLst>
                <a:tab pos="385699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241" y="4132612"/>
            <a:ext cx="3383279" cy="8686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sz="5400" spc="75" baseline="-8487" dirty="0">
                <a:latin typeface="Symbol"/>
                <a:cs typeface="Symbol"/>
              </a:rPr>
              <a:t></a:t>
            </a:r>
            <a:r>
              <a:rPr sz="2400" spc="50" dirty="0">
                <a:latin typeface="Times New Roman"/>
                <a:cs typeface="Times New Roman"/>
              </a:rPr>
              <a:t>deg</a:t>
            </a:r>
            <a:r>
              <a:rPr sz="2100" spc="75" baseline="41666" dirty="0">
                <a:latin typeface="Symbol"/>
                <a:cs typeface="Symbol"/>
              </a:rPr>
              <a:t></a:t>
            </a:r>
            <a:r>
              <a:rPr sz="2100" spc="-112" baseline="4166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5400" spc="75" baseline="-8487" dirty="0">
                <a:latin typeface="Symbol"/>
                <a:cs typeface="Symbol"/>
              </a:rPr>
              <a:t></a:t>
            </a:r>
            <a:r>
              <a:rPr sz="2400" spc="50" dirty="0">
                <a:latin typeface="Times New Roman"/>
                <a:cs typeface="Times New Roman"/>
              </a:rPr>
              <a:t>deg</a:t>
            </a:r>
            <a:r>
              <a:rPr sz="2100" spc="75" baseline="41666" dirty="0">
                <a:latin typeface="Symbol"/>
                <a:cs typeface="Symbol"/>
              </a:rPr>
              <a:t></a:t>
            </a:r>
            <a:r>
              <a:rPr sz="2100" spc="-135" baseline="4166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180"/>
              </a:spcBef>
              <a:tabLst>
                <a:tab pos="162433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9275" y="3187699"/>
            <a:ext cx="4619624" cy="3124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E729-FF13-D8F4-D5EA-D2A32348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pPr algn="ctr"/>
            <a:r>
              <a:rPr lang="en-US" b="1">
                <a:solidFill>
                  <a:srgbClr val="6C0000"/>
                </a:solidFill>
              </a:rPr>
              <a:t>BÀI TẬP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7E04-F01E-EAB9-580E-F9E1FBACA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86098"/>
          </a:xfrm>
          <a:ln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 sz="2100" b="1">
                <a:solidFill>
                  <a:srgbClr val="0070C0"/>
                </a:solidFill>
              </a:rPr>
              <a:t>Bài tập </a:t>
            </a:r>
            <a:r>
              <a:rPr lang="en-US" sz="2100">
                <a:solidFill>
                  <a:srgbClr val="0070C0"/>
                </a:solidFill>
              </a:rPr>
              <a:t>chương 1: </a:t>
            </a:r>
            <a:r>
              <a:rPr lang="en-US" sz="2100"/>
              <a:t>Tổng quan về Đồ thị</a:t>
            </a:r>
            <a:endParaRPr lang="en-US" sz="21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750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A6F7-C585-A35A-1904-54612200F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717" y="1435100"/>
            <a:ext cx="6781165" cy="553998"/>
          </a:xfrm>
        </p:spPr>
        <p:txBody>
          <a:bodyPr/>
          <a:lstStyle/>
          <a:p>
            <a:pPr algn="ctr"/>
            <a:r>
              <a:rPr lang="en-US" sz="3600">
                <a:solidFill>
                  <a:srgbClr val="C00000"/>
                </a:solidFill>
              </a:rPr>
              <a:t>LÝ THUYẾT ĐỒ THỊ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2A6D6-C41B-B3DE-5369-FD22A6DEE4C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67790" y="3623564"/>
            <a:ext cx="6383020" cy="1107996"/>
          </a:xfrm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txBody>
          <a:bodyPr/>
          <a:lstStyle/>
          <a:p>
            <a:pPr algn="ctr"/>
            <a:r>
              <a:rPr lang="en-US" b="1" i="0"/>
              <a:t>TUẦN 2</a:t>
            </a:r>
          </a:p>
          <a:p>
            <a:pPr algn="ctr"/>
            <a:r>
              <a:rPr lang="en-US" b="1">
                <a:solidFill>
                  <a:srgbClr val="6C0000"/>
                </a:solidFill>
              </a:rPr>
              <a:t>ĐƯỜNG ĐI CHU TRÌNH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72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6C0000"/>
                </a:solidFill>
              </a:rPr>
              <a:t>Nội</a:t>
            </a:r>
            <a:r>
              <a:rPr sz="3200" b="1" spc="-25" dirty="0">
                <a:solidFill>
                  <a:srgbClr val="6C0000"/>
                </a:solidFill>
              </a:rPr>
              <a:t> </a:t>
            </a:r>
            <a:r>
              <a:rPr sz="3200" b="1" spc="-20" dirty="0">
                <a:solidFill>
                  <a:srgbClr val="6C0000"/>
                </a:solidFill>
              </a:rPr>
              <a:t>dung</a:t>
            </a:r>
            <a:endParaRPr sz="3200" b="1">
              <a:solidFill>
                <a:srgbClr val="6C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8900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1758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loại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2098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Định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nghĩa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20385" cy="1995170"/>
            <a:chOff x="617009" y="1563200"/>
            <a:chExt cx="5620385" cy="19951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8900" y="311150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98600" y="3157474"/>
            <a:ext cx="4142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Các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thuật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ngữ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cơ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bản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trong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7009" y="2934800"/>
            <a:ext cx="763270" cy="666750"/>
            <a:chOff x="617009" y="2934800"/>
            <a:chExt cx="763270" cy="6667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31658" y="3834066"/>
            <a:ext cx="4905375" cy="1209675"/>
            <a:chOff x="1331658" y="3834066"/>
            <a:chExt cx="4905375" cy="1209675"/>
          </a:xfrm>
        </p:grpSpPr>
        <p:sp>
          <p:nvSpPr>
            <p:cNvPr id="18" name="object 18"/>
            <p:cNvSpPr/>
            <p:nvPr/>
          </p:nvSpPr>
          <p:spPr>
            <a:xfrm>
              <a:off x="1358900" y="3848353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58900" y="3848353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45946" y="4597399"/>
              <a:ext cx="4864735" cy="432434"/>
            </a:xfrm>
            <a:custGeom>
              <a:avLst/>
              <a:gdLst/>
              <a:ahLst/>
              <a:cxnLst/>
              <a:rect l="l" t="t" r="r" b="b"/>
              <a:pathLst>
                <a:path w="4864735" h="432435">
                  <a:moveTo>
                    <a:pt x="216407" y="0"/>
                  </a:moveTo>
                  <a:lnTo>
                    <a:pt x="166751" y="5707"/>
                  </a:lnTo>
                  <a:lnTo>
                    <a:pt x="121186" y="21958"/>
                  </a:lnTo>
                  <a:lnTo>
                    <a:pt x="81007" y="47446"/>
                  </a:lnTo>
                  <a:lnTo>
                    <a:pt x="47506" y="80865"/>
                  </a:lnTo>
                  <a:lnTo>
                    <a:pt x="21975" y="120909"/>
                  </a:lnTo>
                  <a:lnTo>
                    <a:pt x="5709" y="166271"/>
                  </a:lnTo>
                  <a:lnTo>
                    <a:pt x="0" y="215646"/>
                  </a:lnTo>
                  <a:lnTo>
                    <a:pt x="5709" y="265302"/>
                  </a:lnTo>
                  <a:lnTo>
                    <a:pt x="21975" y="310867"/>
                  </a:lnTo>
                  <a:lnTo>
                    <a:pt x="47506" y="351046"/>
                  </a:lnTo>
                  <a:lnTo>
                    <a:pt x="81007" y="384547"/>
                  </a:lnTo>
                  <a:lnTo>
                    <a:pt x="121186" y="410078"/>
                  </a:lnTo>
                  <a:lnTo>
                    <a:pt x="166751" y="426344"/>
                  </a:lnTo>
                  <a:lnTo>
                    <a:pt x="216407" y="432054"/>
                  </a:lnTo>
                  <a:lnTo>
                    <a:pt x="4648200" y="432053"/>
                  </a:lnTo>
                  <a:lnTo>
                    <a:pt x="4697856" y="426344"/>
                  </a:lnTo>
                  <a:lnTo>
                    <a:pt x="4743421" y="410078"/>
                  </a:lnTo>
                  <a:lnTo>
                    <a:pt x="4783600" y="384547"/>
                  </a:lnTo>
                  <a:lnTo>
                    <a:pt x="4817101" y="351046"/>
                  </a:lnTo>
                  <a:lnTo>
                    <a:pt x="4842632" y="310867"/>
                  </a:lnTo>
                  <a:lnTo>
                    <a:pt x="4858898" y="265302"/>
                  </a:lnTo>
                  <a:lnTo>
                    <a:pt x="4864608" y="215645"/>
                  </a:lnTo>
                  <a:lnTo>
                    <a:pt x="4858898" y="166271"/>
                  </a:lnTo>
                  <a:lnTo>
                    <a:pt x="4842632" y="120909"/>
                  </a:lnTo>
                  <a:lnTo>
                    <a:pt x="4817101" y="80865"/>
                  </a:lnTo>
                  <a:lnTo>
                    <a:pt x="4783600" y="47446"/>
                  </a:lnTo>
                  <a:lnTo>
                    <a:pt x="4743421" y="21958"/>
                  </a:lnTo>
                  <a:lnTo>
                    <a:pt x="4697856" y="5707"/>
                  </a:lnTo>
                  <a:lnTo>
                    <a:pt x="4648200" y="0"/>
                  </a:lnTo>
                  <a:lnTo>
                    <a:pt x="216407" y="0"/>
                  </a:lnTo>
                  <a:close/>
                </a:path>
              </a:pathLst>
            </a:custGeom>
            <a:ln w="2857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85646" y="4643373"/>
            <a:ext cx="202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Đồ thị đặc biệt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58900" y="385445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500124" y="3904233"/>
            <a:ext cx="2406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đi,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chu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trình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7009" y="3696800"/>
            <a:ext cx="763270" cy="1352550"/>
            <a:chOff x="617009" y="3696800"/>
            <a:chExt cx="763270" cy="135255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4382600"/>
              <a:ext cx="763250" cy="66619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4443476"/>
              <a:ext cx="352806" cy="336803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1358900" y="532130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98600" y="5367273"/>
            <a:ext cx="3310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latin typeface="Arial"/>
                <a:cs typeface="Arial"/>
              </a:rPr>
              <a:t>Biểu diễn đồ thị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9308" y="5106500"/>
            <a:ext cx="763905" cy="666750"/>
            <a:chOff x="629308" y="5106500"/>
            <a:chExt cx="763905" cy="66675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5106500"/>
              <a:ext cx="763583" cy="6661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5167376"/>
              <a:ext cx="352044" cy="33680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0127" y="1457147"/>
            <a:ext cx="535305" cy="42545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36195" marR="39370" indent="55244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5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V.</a:t>
            </a:r>
            <a:endParaRPr sz="32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8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VI.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27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IV.</a:t>
            </a:r>
            <a:r>
              <a:rPr sz="3200" spc="-45" dirty="0"/>
              <a:t> </a:t>
            </a:r>
            <a:r>
              <a:rPr sz="3200" dirty="0"/>
              <a:t>Đường</a:t>
            </a:r>
            <a:r>
              <a:rPr sz="3200" spc="-40" dirty="0"/>
              <a:t> </a:t>
            </a:r>
            <a:r>
              <a:rPr sz="3200" dirty="0"/>
              <a:t>đi,</a:t>
            </a:r>
            <a:r>
              <a:rPr sz="3200" spc="-50" dirty="0"/>
              <a:t> </a:t>
            </a:r>
            <a:r>
              <a:rPr sz="3200" dirty="0"/>
              <a:t>chu</a:t>
            </a:r>
            <a:r>
              <a:rPr sz="3200" spc="-50" dirty="0"/>
              <a:t> </a:t>
            </a:r>
            <a:r>
              <a:rPr sz="3200" spc="-10" dirty="0"/>
              <a:t>trình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1249" y="1010158"/>
            <a:ext cx="8776335" cy="438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10668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80365" algn="l"/>
                <a:tab pos="3338829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Đường</a:t>
            </a:r>
            <a:r>
              <a:rPr kumimoji="0" sz="2400" b="0" i="0" u="heavy" strike="noStrike" kern="0" cap="none" spc="-3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độ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dài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từ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đến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trên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vô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G=(V,E)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dãy(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theo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0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…,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x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Trong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đó: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1000" marR="0" lvl="0" indent="0" defTabSz="914400" eaLnBrk="1" fontAlgn="auto" latinLnBrk="0" hangingPunct="1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0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1000" marR="0" lvl="0" indent="0" defTabSz="91440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1000" marR="0" lvl="0" indent="0" defTabSz="91440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i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i+1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400" b="0" i="0" u="none" strike="noStrike" kern="0" cap="none" spc="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0365" marR="0" lvl="0" indent="-342265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803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Hay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theo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cạnh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0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2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…,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(x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79730" marR="30480" lvl="0" indent="-342265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810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Khi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đó: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đỉnh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đầu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đỉnh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cuối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 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12573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Theo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đỉnh: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(1,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6)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573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Theo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cạnh: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(b,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h,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g)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7000" y="4330699"/>
            <a:ext cx="3543299" cy="2133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28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IV.</a:t>
            </a:r>
            <a:r>
              <a:rPr sz="3200" spc="-45" dirty="0"/>
              <a:t> </a:t>
            </a:r>
            <a:r>
              <a:rPr sz="3200" dirty="0"/>
              <a:t>Đường</a:t>
            </a:r>
            <a:r>
              <a:rPr sz="3200" spc="-40" dirty="0"/>
              <a:t> </a:t>
            </a:r>
            <a:r>
              <a:rPr sz="3200" dirty="0"/>
              <a:t>đi,</a:t>
            </a:r>
            <a:r>
              <a:rPr sz="3200" spc="-50" dirty="0"/>
              <a:t> </a:t>
            </a:r>
            <a:r>
              <a:rPr sz="3200" dirty="0"/>
              <a:t>chu</a:t>
            </a:r>
            <a:r>
              <a:rPr sz="3200" spc="-50" dirty="0"/>
              <a:t> </a:t>
            </a:r>
            <a:r>
              <a:rPr sz="3200" spc="-10" dirty="0"/>
              <a:t>trình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1010158"/>
            <a:ext cx="8380095" cy="142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Đường</a:t>
            </a:r>
            <a:r>
              <a:rPr kumimoji="0" sz="2400" b="0" i="0" u="heavy" strike="noStrike" kern="0" cap="none" spc="-3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đầu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và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cuối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trùng</a:t>
            </a:r>
            <a:r>
              <a:rPr kumimoji="0" sz="2400" b="0" i="0" u="heavy" strike="noStrike" kern="0" cap="none" spc="-3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nhau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chu</a:t>
            </a:r>
            <a:r>
              <a:rPr kumimoji="0" sz="2400" b="0" i="0" u="heavy" strike="noStrike" kern="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trình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755015" marR="107314" lvl="1" indent="-28575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1B9AD9"/>
              </a:buClr>
              <a:buSzTx/>
              <a:buFont typeface="Wingdings"/>
              <a:buChar char="■"/>
              <a:tabLst>
                <a:tab pos="75501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Đường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đi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(hay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trình)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được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gọi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là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đơn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nếu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nó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không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kumimoji="0" sz="2000" b="0" i="0" u="heavy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kumimoji="0" sz="20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qua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một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nào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quá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một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lần.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5002" y="5576822"/>
            <a:ext cx="5242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đơn: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(1,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6,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1)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không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phải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đơn: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6,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6,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9050" y="2654299"/>
            <a:ext cx="5200650" cy="2743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29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IV.</a:t>
            </a:r>
            <a:r>
              <a:rPr sz="3200" spc="-45" dirty="0"/>
              <a:t> </a:t>
            </a:r>
            <a:r>
              <a:rPr sz="3200" dirty="0"/>
              <a:t>Đường</a:t>
            </a:r>
            <a:r>
              <a:rPr sz="3200" spc="-40" dirty="0"/>
              <a:t> </a:t>
            </a:r>
            <a:r>
              <a:rPr sz="3200" dirty="0"/>
              <a:t>đi,</a:t>
            </a:r>
            <a:r>
              <a:rPr sz="3200" spc="-50" dirty="0"/>
              <a:t> </a:t>
            </a:r>
            <a:r>
              <a:rPr sz="3200" dirty="0"/>
              <a:t>chu</a:t>
            </a:r>
            <a:r>
              <a:rPr sz="3200" spc="-50" dirty="0"/>
              <a:t> </a:t>
            </a:r>
            <a:r>
              <a:rPr sz="3200" spc="-10" dirty="0"/>
              <a:t>trình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4102" y="845564"/>
            <a:ext cx="8782685" cy="275907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và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chu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trình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trong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254000" marR="0" lvl="0" indent="0" defTabSz="914400" eaLnBrk="1" fontAlgn="auto" latinLnBrk="0" hangingPunct="1">
              <a:lnSpc>
                <a:spcPts val="2850"/>
              </a:lnSpc>
              <a:spcBef>
                <a:spcPts val="12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Đường</a:t>
            </a:r>
            <a:r>
              <a:rPr kumimoji="0" sz="2400" b="1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</a:t>
            </a:r>
            <a:r>
              <a:rPr kumimoji="0" sz="2400" b="1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độ</a:t>
            </a:r>
            <a:r>
              <a:rPr kumimoji="0" sz="24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dài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2430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từ</a:t>
            </a:r>
            <a:r>
              <a:rPr kumimoji="0" sz="2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đến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trên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có</a:t>
            </a:r>
            <a:r>
              <a:rPr kumimoji="0" sz="2400" b="1" i="0" u="heavy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hướng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96900" marR="0" lvl="0" indent="0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G=(V,E)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dãy: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58800" marR="0" lvl="0" indent="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...,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58800" marR="0" lvl="0" indent="0" defTabSz="91440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Trong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00" marR="0" lvl="0" indent="0" defTabSz="91440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cung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r>
              <a:rPr kumimoji="0" sz="2400" b="0" i="0" u="none" strike="noStrike" kern="0" cap="none" spc="-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...,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(x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3323" y="6145276"/>
            <a:ext cx="2070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30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1139" y="4022661"/>
            <a:ext cx="4200525" cy="2263775"/>
            <a:chOff x="1751139" y="4022661"/>
            <a:chExt cx="4200525" cy="22637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339" y="5622861"/>
              <a:ext cx="161925" cy="12992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5139" y="4022661"/>
              <a:ext cx="161925" cy="1299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0139" y="4403661"/>
              <a:ext cx="161925" cy="129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3539" y="5394261"/>
              <a:ext cx="238125" cy="12992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1139" y="4479861"/>
              <a:ext cx="161925" cy="1299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65630" y="4072813"/>
              <a:ext cx="3013710" cy="2056764"/>
            </a:xfrm>
            <a:custGeom>
              <a:avLst/>
              <a:gdLst/>
              <a:ahLst/>
              <a:cxnLst/>
              <a:rect l="l" t="t" r="r" b="b"/>
              <a:pathLst>
                <a:path w="3013710" h="2056764">
                  <a:moveTo>
                    <a:pt x="361188" y="1518234"/>
                  </a:moveTo>
                  <a:lnTo>
                    <a:pt x="66535" y="636447"/>
                  </a:lnTo>
                  <a:lnTo>
                    <a:pt x="44500" y="617118"/>
                  </a:lnTo>
                  <a:lnTo>
                    <a:pt x="49530" y="621525"/>
                  </a:lnTo>
                  <a:lnTo>
                    <a:pt x="100584" y="666318"/>
                  </a:lnTo>
                  <a:lnTo>
                    <a:pt x="126492" y="658698"/>
                  </a:lnTo>
                  <a:lnTo>
                    <a:pt x="125730" y="649554"/>
                  </a:lnTo>
                  <a:lnTo>
                    <a:pt x="26670" y="562686"/>
                  </a:lnTo>
                  <a:lnTo>
                    <a:pt x="0" y="691464"/>
                  </a:lnTo>
                  <a:lnTo>
                    <a:pt x="4572" y="699084"/>
                  </a:lnTo>
                  <a:lnTo>
                    <a:pt x="12192" y="700608"/>
                  </a:lnTo>
                  <a:lnTo>
                    <a:pt x="20574" y="702894"/>
                  </a:lnTo>
                  <a:lnTo>
                    <a:pt x="22098" y="701713"/>
                  </a:lnTo>
                  <a:lnTo>
                    <a:pt x="27432" y="697560"/>
                  </a:lnTo>
                  <a:lnTo>
                    <a:pt x="29718" y="689940"/>
                  </a:lnTo>
                  <a:lnTo>
                    <a:pt x="38950" y="644436"/>
                  </a:lnTo>
                  <a:lnTo>
                    <a:pt x="22098" y="593928"/>
                  </a:lnTo>
                  <a:lnTo>
                    <a:pt x="25908" y="605345"/>
                  </a:lnTo>
                  <a:lnTo>
                    <a:pt x="38950" y="644436"/>
                  </a:lnTo>
                  <a:lnTo>
                    <a:pt x="333756" y="1527378"/>
                  </a:lnTo>
                  <a:lnTo>
                    <a:pt x="361188" y="1518234"/>
                  </a:lnTo>
                  <a:close/>
                </a:path>
                <a:path w="3013710" h="2056764">
                  <a:moveTo>
                    <a:pt x="1413510" y="77292"/>
                  </a:moveTo>
                  <a:lnTo>
                    <a:pt x="1178052" y="1092"/>
                  </a:lnTo>
                  <a:lnTo>
                    <a:pt x="1166660" y="0"/>
                  </a:lnTo>
                  <a:lnTo>
                    <a:pt x="1156144" y="3187"/>
                  </a:lnTo>
                  <a:lnTo>
                    <a:pt x="1147610" y="10096"/>
                  </a:lnTo>
                  <a:lnTo>
                    <a:pt x="1142238" y="20142"/>
                  </a:lnTo>
                  <a:lnTo>
                    <a:pt x="1141018" y="31102"/>
                  </a:lnTo>
                  <a:lnTo>
                    <a:pt x="1143952" y="41478"/>
                  </a:lnTo>
                  <a:lnTo>
                    <a:pt x="1150594" y="50152"/>
                  </a:lnTo>
                  <a:lnTo>
                    <a:pt x="1160526" y="55956"/>
                  </a:lnTo>
                  <a:lnTo>
                    <a:pt x="1248803" y="84086"/>
                  </a:lnTo>
                  <a:lnTo>
                    <a:pt x="36576" y="352374"/>
                  </a:lnTo>
                  <a:lnTo>
                    <a:pt x="48768" y="408000"/>
                  </a:lnTo>
                  <a:lnTo>
                    <a:pt x="1261579" y="139738"/>
                  </a:lnTo>
                  <a:lnTo>
                    <a:pt x="1193292" y="203022"/>
                  </a:lnTo>
                  <a:lnTo>
                    <a:pt x="1186726" y="212229"/>
                  </a:lnTo>
                  <a:lnTo>
                    <a:pt x="1184236" y="222935"/>
                  </a:lnTo>
                  <a:lnTo>
                    <a:pt x="1185887" y="233781"/>
                  </a:lnTo>
                  <a:lnTo>
                    <a:pt x="1191768" y="243408"/>
                  </a:lnTo>
                  <a:lnTo>
                    <a:pt x="1200861" y="249974"/>
                  </a:lnTo>
                  <a:lnTo>
                    <a:pt x="1211389" y="252463"/>
                  </a:lnTo>
                  <a:lnTo>
                    <a:pt x="1222197" y="250812"/>
                  </a:lnTo>
                  <a:lnTo>
                    <a:pt x="1232154" y="244932"/>
                  </a:lnTo>
                  <a:lnTo>
                    <a:pt x="1364742" y="122377"/>
                  </a:lnTo>
                  <a:lnTo>
                    <a:pt x="1413510" y="77292"/>
                  </a:lnTo>
                  <a:close/>
                </a:path>
                <a:path w="3013710" h="2056764">
                  <a:moveTo>
                    <a:pt x="3013710" y="2056206"/>
                  </a:moveTo>
                  <a:lnTo>
                    <a:pt x="2985516" y="1810080"/>
                  </a:lnTo>
                  <a:lnTo>
                    <a:pt x="2953512" y="1784934"/>
                  </a:lnTo>
                  <a:lnTo>
                    <a:pt x="2942945" y="1788655"/>
                  </a:lnTo>
                  <a:lnTo>
                    <a:pt x="2934741" y="1795792"/>
                  </a:lnTo>
                  <a:lnTo>
                    <a:pt x="2929826" y="1805508"/>
                  </a:lnTo>
                  <a:lnTo>
                    <a:pt x="2929128" y="1816938"/>
                  </a:lnTo>
                  <a:lnTo>
                    <a:pt x="2939834" y="1909483"/>
                  </a:lnTo>
                  <a:lnTo>
                    <a:pt x="1573530" y="87960"/>
                  </a:lnTo>
                  <a:lnTo>
                    <a:pt x="1527810" y="122250"/>
                  </a:lnTo>
                  <a:lnTo>
                    <a:pt x="2894241" y="1943925"/>
                  </a:lnTo>
                  <a:lnTo>
                    <a:pt x="2807970" y="1907616"/>
                  </a:lnTo>
                  <a:lnTo>
                    <a:pt x="2796883" y="1905393"/>
                  </a:lnTo>
                  <a:lnTo>
                    <a:pt x="2786151" y="1907527"/>
                  </a:lnTo>
                  <a:lnTo>
                    <a:pt x="2776994" y="1913521"/>
                  </a:lnTo>
                  <a:lnTo>
                    <a:pt x="2770632" y="1922856"/>
                  </a:lnTo>
                  <a:lnTo>
                    <a:pt x="2768396" y="1933943"/>
                  </a:lnTo>
                  <a:lnTo>
                    <a:pt x="2770530" y="1944674"/>
                  </a:lnTo>
                  <a:lnTo>
                    <a:pt x="2776524" y="1953831"/>
                  </a:lnTo>
                  <a:lnTo>
                    <a:pt x="2785872" y="1960194"/>
                  </a:lnTo>
                  <a:lnTo>
                    <a:pt x="3003042" y="2051723"/>
                  </a:lnTo>
                  <a:lnTo>
                    <a:pt x="3013710" y="2056206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9139" y="6156261"/>
              <a:ext cx="161925" cy="1299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49500" y="4456429"/>
              <a:ext cx="3451860" cy="1708785"/>
            </a:xfrm>
            <a:custGeom>
              <a:avLst/>
              <a:gdLst/>
              <a:ahLst/>
              <a:cxnLst/>
              <a:rect l="l" t="t" r="r" b="b"/>
              <a:pathLst>
                <a:path w="3451860" h="1708785">
                  <a:moveTo>
                    <a:pt x="2459736" y="1680222"/>
                  </a:moveTo>
                  <a:lnTo>
                    <a:pt x="82727" y="1245527"/>
                  </a:lnTo>
                  <a:lnTo>
                    <a:pt x="126492" y="1229880"/>
                  </a:lnTo>
                  <a:lnTo>
                    <a:pt x="134112" y="1227594"/>
                  </a:lnTo>
                  <a:lnTo>
                    <a:pt x="137922" y="1219212"/>
                  </a:lnTo>
                  <a:lnTo>
                    <a:pt x="134874" y="1211592"/>
                  </a:lnTo>
                  <a:lnTo>
                    <a:pt x="132588" y="1203972"/>
                  </a:lnTo>
                  <a:lnTo>
                    <a:pt x="124206" y="1200162"/>
                  </a:lnTo>
                  <a:lnTo>
                    <a:pt x="116586" y="1203210"/>
                  </a:lnTo>
                  <a:lnTo>
                    <a:pt x="0" y="1245120"/>
                  </a:lnTo>
                  <a:lnTo>
                    <a:pt x="25908" y="1267256"/>
                  </a:lnTo>
                  <a:lnTo>
                    <a:pt x="94488" y="1325892"/>
                  </a:lnTo>
                  <a:lnTo>
                    <a:pt x="100584" y="1331226"/>
                  </a:lnTo>
                  <a:lnTo>
                    <a:pt x="108966" y="1330464"/>
                  </a:lnTo>
                  <a:lnTo>
                    <a:pt x="119634" y="1318272"/>
                  </a:lnTo>
                  <a:lnTo>
                    <a:pt x="118872" y="1309128"/>
                  </a:lnTo>
                  <a:lnTo>
                    <a:pt x="112776" y="1303794"/>
                  </a:lnTo>
                  <a:lnTo>
                    <a:pt x="77114" y="1273530"/>
                  </a:lnTo>
                  <a:lnTo>
                    <a:pt x="25908" y="1264170"/>
                  </a:lnTo>
                  <a:lnTo>
                    <a:pt x="32766" y="1265415"/>
                  </a:lnTo>
                  <a:lnTo>
                    <a:pt x="77114" y="1273530"/>
                  </a:lnTo>
                  <a:lnTo>
                    <a:pt x="2454402" y="1708416"/>
                  </a:lnTo>
                  <a:lnTo>
                    <a:pt x="2459736" y="1680222"/>
                  </a:lnTo>
                  <a:close/>
                </a:path>
                <a:path w="3451860" h="1708785">
                  <a:moveTo>
                    <a:pt x="2830068" y="53340"/>
                  </a:moveTo>
                  <a:lnTo>
                    <a:pt x="2808732" y="0"/>
                  </a:lnTo>
                  <a:lnTo>
                    <a:pt x="156718" y="1053020"/>
                  </a:lnTo>
                  <a:lnTo>
                    <a:pt x="214122" y="979932"/>
                  </a:lnTo>
                  <a:lnTo>
                    <a:pt x="208788" y="939546"/>
                  </a:lnTo>
                  <a:lnTo>
                    <a:pt x="187833" y="933640"/>
                  </a:lnTo>
                  <a:lnTo>
                    <a:pt x="177495" y="937196"/>
                  </a:lnTo>
                  <a:lnTo>
                    <a:pt x="169164" y="944880"/>
                  </a:lnTo>
                  <a:lnTo>
                    <a:pt x="16002" y="1139190"/>
                  </a:lnTo>
                  <a:lnTo>
                    <a:pt x="58674" y="1145705"/>
                  </a:lnTo>
                  <a:lnTo>
                    <a:pt x="260604" y="1176528"/>
                  </a:lnTo>
                  <a:lnTo>
                    <a:pt x="272148" y="1175943"/>
                  </a:lnTo>
                  <a:lnTo>
                    <a:pt x="282130" y="1171194"/>
                  </a:lnTo>
                  <a:lnTo>
                    <a:pt x="289534" y="1163027"/>
                  </a:lnTo>
                  <a:lnTo>
                    <a:pt x="293370" y="1152144"/>
                  </a:lnTo>
                  <a:lnTo>
                    <a:pt x="292785" y="1141044"/>
                  </a:lnTo>
                  <a:lnTo>
                    <a:pt x="288124" y="1131290"/>
                  </a:lnTo>
                  <a:lnTo>
                    <a:pt x="280187" y="1123962"/>
                  </a:lnTo>
                  <a:lnTo>
                    <a:pt x="269748" y="1120140"/>
                  </a:lnTo>
                  <a:lnTo>
                    <a:pt x="177660" y="1106220"/>
                  </a:lnTo>
                  <a:lnTo>
                    <a:pt x="2830068" y="53340"/>
                  </a:lnTo>
                  <a:close/>
                </a:path>
                <a:path w="3451860" h="1708785">
                  <a:moveTo>
                    <a:pt x="2969844" y="351243"/>
                  </a:moveTo>
                  <a:lnTo>
                    <a:pt x="2968752" y="339864"/>
                  </a:lnTo>
                  <a:lnTo>
                    <a:pt x="2895600" y="103644"/>
                  </a:lnTo>
                  <a:lnTo>
                    <a:pt x="2725674" y="283476"/>
                  </a:lnTo>
                  <a:lnTo>
                    <a:pt x="2719679" y="293001"/>
                  </a:lnTo>
                  <a:lnTo>
                    <a:pt x="2717762" y="303669"/>
                  </a:lnTo>
                  <a:lnTo>
                    <a:pt x="2719984" y="314337"/>
                  </a:lnTo>
                  <a:lnTo>
                    <a:pt x="2757614" y="328891"/>
                  </a:lnTo>
                  <a:lnTo>
                    <a:pt x="2830588" y="254990"/>
                  </a:lnTo>
                  <a:lnTo>
                    <a:pt x="2502408" y="1666506"/>
                  </a:lnTo>
                  <a:lnTo>
                    <a:pt x="2558034" y="1679460"/>
                  </a:lnTo>
                  <a:lnTo>
                    <a:pt x="2886722" y="268808"/>
                  </a:lnTo>
                  <a:lnTo>
                    <a:pt x="2910840" y="346760"/>
                  </a:lnTo>
                  <a:lnTo>
                    <a:pt x="2913888" y="356628"/>
                  </a:lnTo>
                  <a:lnTo>
                    <a:pt x="2919260" y="366674"/>
                  </a:lnTo>
                  <a:lnTo>
                    <a:pt x="2927794" y="373583"/>
                  </a:lnTo>
                  <a:lnTo>
                    <a:pt x="2938310" y="376770"/>
                  </a:lnTo>
                  <a:lnTo>
                    <a:pt x="2949702" y="375678"/>
                  </a:lnTo>
                  <a:lnTo>
                    <a:pt x="2959747" y="370293"/>
                  </a:lnTo>
                  <a:lnTo>
                    <a:pt x="2966656" y="361772"/>
                  </a:lnTo>
                  <a:lnTo>
                    <a:pt x="2969844" y="351243"/>
                  </a:lnTo>
                  <a:close/>
                </a:path>
                <a:path w="3451860" h="1708785">
                  <a:moveTo>
                    <a:pt x="3445002" y="910590"/>
                  </a:moveTo>
                  <a:lnTo>
                    <a:pt x="3440430" y="787146"/>
                  </a:lnTo>
                  <a:lnTo>
                    <a:pt x="3440430" y="778764"/>
                  </a:lnTo>
                  <a:lnTo>
                    <a:pt x="3433572" y="772668"/>
                  </a:lnTo>
                  <a:lnTo>
                    <a:pt x="3425952" y="773430"/>
                  </a:lnTo>
                  <a:lnTo>
                    <a:pt x="3418332" y="773430"/>
                  </a:lnTo>
                  <a:lnTo>
                    <a:pt x="3411474" y="780288"/>
                  </a:lnTo>
                  <a:lnTo>
                    <a:pt x="3412236" y="787908"/>
                  </a:lnTo>
                  <a:lnTo>
                    <a:pt x="3413658" y="834339"/>
                  </a:lnTo>
                  <a:lnTo>
                    <a:pt x="2999994" y="176022"/>
                  </a:lnTo>
                  <a:lnTo>
                    <a:pt x="2975610" y="191262"/>
                  </a:lnTo>
                  <a:lnTo>
                    <a:pt x="3389236" y="849515"/>
                  </a:lnTo>
                  <a:lnTo>
                    <a:pt x="3348228" y="828294"/>
                  </a:lnTo>
                  <a:lnTo>
                    <a:pt x="3341370" y="824484"/>
                  </a:lnTo>
                  <a:lnTo>
                    <a:pt x="3332988" y="826770"/>
                  </a:lnTo>
                  <a:lnTo>
                    <a:pt x="3329178" y="834390"/>
                  </a:lnTo>
                  <a:lnTo>
                    <a:pt x="3325368" y="841248"/>
                  </a:lnTo>
                  <a:lnTo>
                    <a:pt x="3328416" y="849630"/>
                  </a:lnTo>
                  <a:lnTo>
                    <a:pt x="3335274" y="853440"/>
                  </a:lnTo>
                  <a:lnTo>
                    <a:pt x="3441954" y="909002"/>
                  </a:lnTo>
                  <a:lnTo>
                    <a:pt x="3445002" y="910590"/>
                  </a:lnTo>
                  <a:close/>
                </a:path>
                <a:path w="3451860" h="1708785">
                  <a:moveTo>
                    <a:pt x="3451860" y="1200912"/>
                  </a:moveTo>
                  <a:lnTo>
                    <a:pt x="3437382" y="1176528"/>
                  </a:lnTo>
                  <a:lnTo>
                    <a:pt x="2670429" y="1619300"/>
                  </a:lnTo>
                  <a:lnTo>
                    <a:pt x="2692908" y="1579626"/>
                  </a:lnTo>
                  <a:lnTo>
                    <a:pt x="2696718" y="1572768"/>
                  </a:lnTo>
                  <a:lnTo>
                    <a:pt x="2694432" y="1563624"/>
                  </a:lnTo>
                  <a:lnTo>
                    <a:pt x="2680716" y="1556004"/>
                  </a:lnTo>
                  <a:lnTo>
                    <a:pt x="2672334" y="1558290"/>
                  </a:lnTo>
                  <a:lnTo>
                    <a:pt x="2668524" y="1565148"/>
                  </a:lnTo>
                  <a:lnTo>
                    <a:pt x="2606802" y="1672590"/>
                  </a:lnTo>
                  <a:lnTo>
                    <a:pt x="2624328" y="1672704"/>
                  </a:lnTo>
                  <a:lnTo>
                    <a:pt x="2730246" y="1673352"/>
                  </a:lnTo>
                  <a:lnTo>
                    <a:pt x="2738628" y="1673352"/>
                  </a:lnTo>
                  <a:lnTo>
                    <a:pt x="2744724" y="1667256"/>
                  </a:lnTo>
                  <a:lnTo>
                    <a:pt x="2744724" y="1651254"/>
                  </a:lnTo>
                  <a:lnTo>
                    <a:pt x="2738628" y="1644396"/>
                  </a:lnTo>
                  <a:lnTo>
                    <a:pt x="2684919" y="1644408"/>
                  </a:lnTo>
                  <a:lnTo>
                    <a:pt x="2656217" y="1644396"/>
                  </a:lnTo>
                  <a:lnTo>
                    <a:pt x="2684919" y="1644396"/>
                  </a:lnTo>
                  <a:lnTo>
                    <a:pt x="3451860" y="1200912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14602" y="434009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30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12286" y="604997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6896" y="40543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9007" y="3902041"/>
            <a:ext cx="1993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30890" y="5273502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12010" y="3948302"/>
            <a:ext cx="283210" cy="9398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88265" marR="0" lvl="0" indent="0" defTabSz="91440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5711" y="4663569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93405" y="5806572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3827" y="5044688"/>
            <a:ext cx="147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3552" y="6049620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59212" y="4861850"/>
            <a:ext cx="20764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 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56502" y="4584446"/>
            <a:ext cx="2209800" cy="1383030"/>
          </a:xfrm>
          <a:prstGeom prst="rect">
            <a:avLst/>
          </a:prstGeom>
          <a:ln w="9525">
            <a:solidFill>
              <a:srgbClr val="1D528D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6520" marR="0" lvl="0" indent="0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(1,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6,</a:t>
            </a:r>
            <a:r>
              <a:rPr kumimoji="0" sz="2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6520" marR="0" lvl="0" indent="0" defTabSz="91440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(a,</a:t>
            </a:r>
            <a:r>
              <a:rPr kumimoji="0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c,</a:t>
            </a:r>
            <a:r>
              <a:rPr kumimoji="0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f,</a:t>
            </a:r>
            <a:r>
              <a:rPr kumimoji="0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652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(1,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4,</a:t>
            </a:r>
            <a:r>
              <a:rPr kumimoji="0" sz="2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26400" y="5273535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900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1758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Các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loại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2098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Định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nghĩa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20385" cy="1995170"/>
            <a:chOff x="617009" y="1563200"/>
            <a:chExt cx="5620385" cy="19951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8900" y="311150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98600" y="3157474"/>
            <a:ext cx="4142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Các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thuật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ngữ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cơ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bản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trong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7009" y="2934800"/>
            <a:ext cx="763270" cy="666750"/>
            <a:chOff x="617009" y="2934800"/>
            <a:chExt cx="763270" cy="6667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31658" y="4570158"/>
            <a:ext cx="4893310" cy="473709"/>
            <a:chOff x="1331658" y="4570158"/>
            <a:chExt cx="4893310" cy="473709"/>
          </a:xfrm>
        </p:grpSpPr>
        <p:sp>
          <p:nvSpPr>
            <p:cNvPr id="18" name="object 18"/>
            <p:cNvSpPr/>
            <p:nvPr/>
          </p:nvSpPr>
          <p:spPr>
            <a:xfrm>
              <a:off x="1345946" y="4584446"/>
              <a:ext cx="4864735" cy="438150"/>
            </a:xfrm>
            <a:custGeom>
              <a:avLst/>
              <a:gdLst/>
              <a:ahLst/>
              <a:cxnLst/>
              <a:rect l="l" t="t" r="r" b="b"/>
              <a:pathLst>
                <a:path w="4864735" h="438150">
                  <a:moveTo>
                    <a:pt x="4864608" y="219455"/>
                  </a:moveTo>
                  <a:lnTo>
                    <a:pt x="4860147" y="175240"/>
                  </a:lnTo>
                  <a:lnTo>
                    <a:pt x="4847355" y="134052"/>
                  </a:lnTo>
                  <a:lnTo>
                    <a:pt x="4827116" y="96775"/>
                  </a:lnTo>
                  <a:lnTo>
                    <a:pt x="4800314" y="64293"/>
                  </a:lnTo>
                  <a:lnTo>
                    <a:pt x="4767832" y="37491"/>
                  </a:lnTo>
                  <a:lnTo>
                    <a:pt x="4730555" y="17252"/>
                  </a:lnTo>
                  <a:lnTo>
                    <a:pt x="4689367" y="4460"/>
                  </a:lnTo>
                  <a:lnTo>
                    <a:pt x="4645152" y="0"/>
                  </a:lnTo>
                  <a:lnTo>
                    <a:pt x="219456" y="0"/>
                  </a:lnTo>
                  <a:lnTo>
                    <a:pt x="175240" y="4460"/>
                  </a:lnTo>
                  <a:lnTo>
                    <a:pt x="134052" y="17252"/>
                  </a:lnTo>
                  <a:lnTo>
                    <a:pt x="96775" y="37491"/>
                  </a:lnTo>
                  <a:lnTo>
                    <a:pt x="64293" y="64293"/>
                  </a:lnTo>
                  <a:lnTo>
                    <a:pt x="37491" y="96775"/>
                  </a:lnTo>
                  <a:lnTo>
                    <a:pt x="17252" y="134052"/>
                  </a:lnTo>
                  <a:lnTo>
                    <a:pt x="4460" y="175240"/>
                  </a:lnTo>
                  <a:lnTo>
                    <a:pt x="0" y="219456"/>
                  </a:lnTo>
                  <a:lnTo>
                    <a:pt x="5798" y="269719"/>
                  </a:lnTo>
                  <a:lnTo>
                    <a:pt x="22313" y="315796"/>
                  </a:lnTo>
                  <a:lnTo>
                    <a:pt x="48225" y="356396"/>
                  </a:lnTo>
                  <a:lnTo>
                    <a:pt x="82216" y="390223"/>
                  </a:lnTo>
                  <a:lnTo>
                    <a:pt x="122964" y="415987"/>
                  </a:lnTo>
                  <a:lnTo>
                    <a:pt x="169150" y="432393"/>
                  </a:lnTo>
                  <a:lnTo>
                    <a:pt x="219456" y="438150"/>
                  </a:lnTo>
                  <a:lnTo>
                    <a:pt x="4645152" y="438149"/>
                  </a:lnTo>
                  <a:lnTo>
                    <a:pt x="4695457" y="432393"/>
                  </a:lnTo>
                  <a:lnTo>
                    <a:pt x="4741643" y="415987"/>
                  </a:lnTo>
                  <a:lnTo>
                    <a:pt x="4782391" y="390223"/>
                  </a:lnTo>
                  <a:lnTo>
                    <a:pt x="4816382" y="356396"/>
                  </a:lnTo>
                  <a:lnTo>
                    <a:pt x="4842294" y="315796"/>
                  </a:lnTo>
                  <a:lnTo>
                    <a:pt x="4858809" y="269719"/>
                  </a:lnTo>
                  <a:lnTo>
                    <a:pt x="4864608" y="219455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45946" y="4584446"/>
              <a:ext cx="4864735" cy="438150"/>
            </a:xfrm>
            <a:custGeom>
              <a:avLst/>
              <a:gdLst/>
              <a:ahLst/>
              <a:cxnLst/>
              <a:rect l="l" t="t" r="r" b="b"/>
              <a:pathLst>
                <a:path w="4864735" h="438150">
                  <a:moveTo>
                    <a:pt x="219456" y="0"/>
                  </a:moveTo>
                  <a:lnTo>
                    <a:pt x="175240" y="4460"/>
                  </a:lnTo>
                  <a:lnTo>
                    <a:pt x="134052" y="17252"/>
                  </a:lnTo>
                  <a:lnTo>
                    <a:pt x="96775" y="37491"/>
                  </a:lnTo>
                  <a:lnTo>
                    <a:pt x="64293" y="64293"/>
                  </a:lnTo>
                  <a:lnTo>
                    <a:pt x="37491" y="96775"/>
                  </a:lnTo>
                  <a:lnTo>
                    <a:pt x="17252" y="134052"/>
                  </a:lnTo>
                  <a:lnTo>
                    <a:pt x="4460" y="175240"/>
                  </a:lnTo>
                  <a:lnTo>
                    <a:pt x="0" y="219456"/>
                  </a:lnTo>
                  <a:lnTo>
                    <a:pt x="5798" y="269719"/>
                  </a:lnTo>
                  <a:lnTo>
                    <a:pt x="22313" y="315796"/>
                  </a:lnTo>
                  <a:lnTo>
                    <a:pt x="48225" y="356396"/>
                  </a:lnTo>
                  <a:lnTo>
                    <a:pt x="82216" y="390223"/>
                  </a:lnTo>
                  <a:lnTo>
                    <a:pt x="122964" y="415987"/>
                  </a:lnTo>
                  <a:lnTo>
                    <a:pt x="169150" y="432393"/>
                  </a:lnTo>
                  <a:lnTo>
                    <a:pt x="219456" y="438150"/>
                  </a:lnTo>
                  <a:lnTo>
                    <a:pt x="4645152" y="438149"/>
                  </a:lnTo>
                  <a:lnTo>
                    <a:pt x="4695457" y="432393"/>
                  </a:lnTo>
                  <a:lnTo>
                    <a:pt x="4741643" y="415987"/>
                  </a:lnTo>
                  <a:lnTo>
                    <a:pt x="4782391" y="390223"/>
                  </a:lnTo>
                  <a:lnTo>
                    <a:pt x="4816382" y="356396"/>
                  </a:lnTo>
                  <a:lnTo>
                    <a:pt x="4842294" y="315796"/>
                  </a:lnTo>
                  <a:lnTo>
                    <a:pt x="4858809" y="269719"/>
                  </a:lnTo>
                  <a:lnTo>
                    <a:pt x="4864608" y="219455"/>
                  </a:lnTo>
                  <a:lnTo>
                    <a:pt x="4860147" y="175240"/>
                  </a:lnTo>
                  <a:lnTo>
                    <a:pt x="4847355" y="134052"/>
                  </a:lnTo>
                  <a:lnTo>
                    <a:pt x="4827116" y="96775"/>
                  </a:lnTo>
                  <a:lnTo>
                    <a:pt x="4800314" y="64293"/>
                  </a:lnTo>
                  <a:lnTo>
                    <a:pt x="4767832" y="37491"/>
                  </a:lnTo>
                  <a:lnTo>
                    <a:pt x="4730555" y="17252"/>
                  </a:lnTo>
                  <a:lnTo>
                    <a:pt x="4689367" y="4460"/>
                  </a:lnTo>
                  <a:lnTo>
                    <a:pt x="4645152" y="0"/>
                  </a:lnTo>
                  <a:lnTo>
                    <a:pt x="21945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45946" y="4597400"/>
              <a:ext cx="4864735" cy="432434"/>
            </a:xfrm>
            <a:custGeom>
              <a:avLst/>
              <a:gdLst/>
              <a:ahLst/>
              <a:cxnLst/>
              <a:rect l="l" t="t" r="r" b="b"/>
              <a:pathLst>
                <a:path w="4864735" h="432435">
                  <a:moveTo>
                    <a:pt x="216407" y="0"/>
                  </a:moveTo>
                  <a:lnTo>
                    <a:pt x="166751" y="5707"/>
                  </a:lnTo>
                  <a:lnTo>
                    <a:pt x="121186" y="21958"/>
                  </a:lnTo>
                  <a:lnTo>
                    <a:pt x="81007" y="47446"/>
                  </a:lnTo>
                  <a:lnTo>
                    <a:pt x="47506" y="80865"/>
                  </a:lnTo>
                  <a:lnTo>
                    <a:pt x="21975" y="120909"/>
                  </a:lnTo>
                  <a:lnTo>
                    <a:pt x="5709" y="166271"/>
                  </a:lnTo>
                  <a:lnTo>
                    <a:pt x="0" y="215646"/>
                  </a:lnTo>
                  <a:lnTo>
                    <a:pt x="5709" y="265302"/>
                  </a:lnTo>
                  <a:lnTo>
                    <a:pt x="21975" y="310867"/>
                  </a:lnTo>
                  <a:lnTo>
                    <a:pt x="47506" y="351046"/>
                  </a:lnTo>
                  <a:lnTo>
                    <a:pt x="81007" y="384547"/>
                  </a:lnTo>
                  <a:lnTo>
                    <a:pt x="121186" y="410078"/>
                  </a:lnTo>
                  <a:lnTo>
                    <a:pt x="166751" y="426344"/>
                  </a:lnTo>
                  <a:lnTo>
                    <a:pt x="216407" y="432054"/>
                  </a:lnTo>
                  <a:lnTo>
                    <a:pt x="4648200" y="432053"/>
                  </a:lnTo>
                  <a:lnTo>
                    <a:pt x="4697856" y="426344"/>
                  </a:lnTo>
                  <a:lnTo>
                    <a:pt x="4743421" y="410078"/>
                  </a:lnTo>
                  <a:lnTo>
                    <a:pt x="4783600" y="384547"/>
                  </a:lnTo>
                  <a:lnTo>
                    <a:pt x="4817101" y="351046"/>
                  </a:lnTo>
                  <a:lnTo>
                    <a:pt x="4842632" y="310867"/>
                  </a:lnTo>
                  <a:lnTo>
                    <a:pt x="4858898" y="265302"/>
                  </a:lnTo>
                  <a:lnTo>
                    <a:pt x="4864608" y="215645"/>
                  </a:lnTo>
                  <a:lnTo>
                    <a:pt x="4858898" y="166271"/>
                  </a:lnTo>
                  <a:lnTo>
                    <a:pt x="4842632" y="120909"/>
                  </a:lnTo>
                  <a:lnTo>
                    <a:pt x="4817101" y="80865"/>
                  </a:lnTo>
                  <a:lnTo>
                    <a:pt x="4783600" y="47446"/>
                  </a:lnTo>
                  <a:lnTo>
                    <a:pt x="4743421" y="21958"/>
                  </a:lnTo>
                  <a:lnTo>
                    <a:pt x="4697856" y="5707"/>
                  </a:lnTo>
                  <a:lnTo>
                    <a:pt x="4648200" y="0"/>
                  </a:lnTo>
                  <a:lnTo>
                    <a:pt x="216407" y="0"/>
                  </a:lnTo>
                  <a:close/>
                </a:path>
              </a:pathLst>
            </a:custGeom>
            <a:ln w="2857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85646" y="4643373"/>
            <a:ext cx="202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liên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thông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58900" y="385445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0124" y="3904233"/>
            <a:ext cx="2406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Đường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đi,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7009" y="3696800"/>
            <a:ext cx="763270" cy="1352550"/>
            <a:chOff x="617009" y="3696800"/>
            <a:chExt cx="763270" cy="135255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4382600"/>
              <a:ext cx="763250" cy="66619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4443476"/>
              <a:ext cx="352806" cy="336803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1358900" y="532130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98600" y="5367273"/>
            <a:ext cx="3310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Một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dạng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đặc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biệt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9308" y="5106500"/>
            <a:ext cx="763905" cy="666750"/>
            <a:chOff x="629308" y="5106500"/>
            <a:chExt cx="763905" cy="66675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5106500"/>
              <a:ext cx="763583" cy="6661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5167376"/>
              <a:ext cx="352044" cy="33680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0127" y="1457147"/>
            <a:ext cx="535305" cy="42545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 marR="0" lvl="0" indent="0" defTabSz="914400" eaLnBrk="1" fontAlgn="auto" latinLnBrk="0" hangingPunct="1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6195" marR="39370" lvl="0" indent="55244" defTabSz="914400" eaLnBrk="1" fontAlgn="auto" latinLnBrk="0" hangingPunct="1">
              <a:lnSpc>
                <a:spcPct val="140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II. </a:t>
            </a:r>
            <a:r>
              <a:rPr kumimoji="0" sz="32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III.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IV.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7945" marR="0" lvl="0" indent="0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765" marR="0" lvl="0" indent="0" defTabSz="914400" eaLnBrk="1" fontAlgn="auto" latinLnBrk="0" hangingPunct="1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VI.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402" y="1238758"/>
            <a:ext cx="833247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vô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G=(V,E)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liên</a:t>
            </a:r>
            <a:r>
              <a:rPr kumimoji="0" sz="2400" b="0" i="0" u="heavy" strike="noStrike" kern="0" cap="none" spc="-3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thông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luôn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tìm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giữa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2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bất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kỳ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nó.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100" y="2730499"/>
            <a:ext cx="3581399" cy="304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8802" y="3824223"/>
            <a:ext cx="2256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Đường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đi: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1,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32</a:t>
            </a: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02" y="1154176"/>
            <a:ext cx="8253730" cy="7620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4330" marR="5080" lvl="0" indent="-342265" defTabSz="914400" eaLnBrk="1" fontAlgn="auto" latinLnBrk="0" hangingPunct="1">
              <a:lnSpc>
                <a:spcPct val="101299"/>
              </a:lnSpc>
              <a:spcBef>
                <a:spcPts val="6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  <a:tab pos="2162810" algn="l"/>
                <a:tab pos="713295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H=(W,F)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được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G=(V,E)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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và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</a:t>
            </a:r>
            <a:r>
              <a:rPr kumimoji="0" sz="24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003" y="2273300"/>
            <a:ext cx="7688171" cy="304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81602" y="5500623"/>
            <a:ext cx="1607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V={1,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E={a,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b,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d,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10507" y="5500623"/>
            <a:ext cx="1416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W={1,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F={a,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d,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402" y="6534657"/>
            <a:ext cx="30372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35101" y="1004062"/>
            <a:ext cx="7037705" cy="9017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1.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bao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nhiêu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ít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nhất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00497" y="2334336"/>
            <a:ext cx="1035685" cy="577215"/>
            <a:chOff x="2100497" y="2334336"/>
            <a:chExt cx="1035685" cy="577215"/>
          </a:xfrm>
        </p:grpSpPr>
        <p:sp>
          <p:nvSpPr>
            <p:cNvPr id="6" name="object 6"/>
            <p:cNvSpPr/>
            <p:nvPr/>
          </p:nvSpPr>
          <p:spPr>
            <a:xfrm>
              <a:off x="2152903" y="2375407"/>
              <a:ext cx="931544" cy="494665"/>
            </a:xfrm>
            <a:custGeom>
              <a:avLst/>
              <a:gdLst/>
              <a:ahLst/>
              <a:cxnLst/>
              <a:rect l="l" t="t" r="r" b="b"/>
              <a:pathLst>
                <a:path w="931544" h="494664">
                  <a:moveTo>
                    <a:pt x="300227" y="0"/>
                  </a:moveTo>
                  <a:lnTo>
                    <a:pt x="198119" y="168402"/>
                  </a:lnTo>
                  <a:lnTo>
                    <a:pt x="97535" y="332994"/>
                  </a:lnTo>
                  <a:lnTo>
                    <a:pt x="0" y="494538"/>
                  </a:lnTo>
                </a:path>
                <a:path w="931544" h="494664">
                  <a:moveTo>
                    <a:pt x="931163" y="494538"/>
                  </a:move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0497" y="2828969"/>
              <a:ext cx="104051" cy="819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53131" y="2375407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814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2780" y="2829195"/>
              <a:ext cx="103336" cy="81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1523" y="2334336"/>
              <a:ext cx="103658" cy="8182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353225" y="2334336"/>
            <a:ext cx="1035685" cy="577215"/>
            <a:chOff x="3353225" y="2334336"/>
            <a:chExt cx="1035685" cy="577215"/>
          </a:xfrm>
        </p:grpSpPr>
        <p:sp>
          <p:nvSpPr>
            <p:cNvPr id="12" name="object 12"/>
            <p:cNvSpPr/>
            <p:nvPr/>
          </p:nvSpPr>
          <p:spPr>
            <a:xfrm>
              <a:off x="3404870" y="2375407"/>
              <a:ext cx="300990" cy="494665"/>
            </a:xfrm>
            <a:custGeom>
              <a:avLst/>
              <a:gdLst/>
              <a:ahLst/>
              <a:cxnLst/>
              <a:rect l="l" t="t" r="r" b="b"/>
              <a:pathLst>
                <a:path w="300989" h="494664">
                  <a:moveTo>
                    <a:pt x="300989" y="0"/>
                  </a:moveTo>
                  <a:lnTo>
                    <a:pt x="198119" y="168402"/>
                  </a:lnTo>
                  <a:lnTo>
                    <a:pt x="98297" y="332994"/>
                  </a:ln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3225" y="2828969"/>
              <a:ext cx="104051" cy="819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05860" y="2375407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5068" y="2829195"/>
              <a:ext cx="103455" cy="81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3810" y="2334336"/>
              <a:ext cx="103336" cy="8182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635671" y="2334336"/>
            <a:ext cx="1035685" cy="577215"/>
            <a:chOff x="4635671" y="2334336"/>
            <a:chExt cx="1035685" cy="577215"/>
          </a:xfrm>
        </p:grpSpPr>
        <p:sp>
          <p:nvSpPr>
            <p:cNvPr id="18" name="object 18"/>
            <p:cNvSpPr/>
            <p:nvPr/>
          </p:nvSpPr>
          <p:spPr>
            <a:xfrm>
              <a:off x="4687315" y="2375407"/>
              <a:ext cx="932180" cy="494665"/>
            </a:xfrm>
            <a:custGeom>
              <a:avLst/>
              <a:gdLst/>
              <a:ahLst/>
              <a:cxnLst/>
              <a:rect l="l" t="t" r="r" b="b"/>
              <a:pathLst>
                <a:path w="932179" h="494664">
                  <a:moveTo>
                    <a:pt x="300989" y="0"/>
                  </a:moveTo>
                  <a:lnTo>
                    <a:pt x="198119" y="168402"/>
                  </a:lnTo>
                  <a:lnTo>
                    <a:pt x="98297" y="332994"/>
                  </a:lnTo>
                  <a:lnTo>
                    <a:pt x="0" y="494538"/>
                  </a:lnTo>
                </a:path>
                <a:path w="932179" h="494664">
                  <a:moveTo>
                    <a:pt x="931926" y="494538"/>
                  </a:move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5671" y="2828969"/>
              <a:ext cx="104051" cy="8195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7513" y="2829195"/>
              <a:ext cx="103336" cy="815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6256" y="2334336"/>
              <a:ext cx="103336" cy="81822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892971" y="2349135"/>
            <a:ext cx="1035685" cy="576580"/>
            <a:chOff x="5892971" y="2349135"/>
            <a:chExt cx="1035685" cy="576580"/>
          </a:xfrm>
        </p:grpSpPr>
        <p:sp>
          <p:nvSpPr>
            <p:cNvPr id="23" name="object 23"/>
            <p:cNvSpPr/>
            <p:nvPr/>
          </p:nvSpPr>
          <p:spPr>
            <a:xfrm>
              <a:off x="5944615" y="2884424"/>
              <a:ext cx="932180" cy="0"/>
            </a:xfrm>
            <a:custGeom>
              <a:avLst/>
              <a:gdLst/>
              <a:ahLst/>
              <a:cxnLst/>
              <a:rect l="l" t="t" r="r" b="b"/>
              <a:pathLst>
                <a:path w="932179">
                  <a:moveTo>
                    <a:pt x="931926" y="0"/>
                  </a:move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2971" y="2843447"/>
              <a:ext cx="104051" cy="8195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45605" y="2389886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90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4813" y="2843673"/>
              <a:ext cx="103443" cy="8182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93556" y="2349135"/>
              <a:ext cx="103336" cy="8150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2070779" y="3105801"/>
            <a:ext cx="404495" cy="576580"/>
            <a:chOff x="2070779" y="3105801"/>
            <a:chExt cx="404495" cy="576580"/>
          </a:xfrm>
        </p:grpSpPr>
        <p:sp>
          <p:nvSpPr>
            <p:cNvPr id="29" name="object 29"/>
            <p:cNvSpPr/>
            <p:nvPr/>
          </p:nvSpPr>
          <p:spPr>
            <a:xfrm>
              <a:off x="2122423" y="3146552"/>
              <a:ext cx="300990" cy="494665"/>
            </a:xfrm>
            <a:custGeom>
              <a:avLst/>
              <a:gdLst/>
              <a:ahLst/>
              <a:cxnLst/>
              <a:rect l="l" t="t" r="r" b="b"/>
              <a:pathLst>
                <a:path w="300989" h="494664">
                  <a:moveTo>
                    <a:pt x="300989" y="0"/>
                  </a:moveTo>
                  <a:lnTo>
                    <a:pt x="198119" y="168402"/>
                  </a:lnTo>
                  <a:lnTo>
                    <a:pt x="98297" y="332994"/>
                  </a:ln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70779" y="3600113"/>
              <a:ext cx="104051" cy="8195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71364" y="3105801"/>
              <a:ext cx="103658" cy="81500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02622" y="3600339"/>
            <a:ext cx="103455" cy="8192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08089" y="3614591"/>
            <a:ext cx="104051" cy="8271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708996" y="3120279"/>
            <a:ext cx="735330" cy="576580"/>
            <a:chOff x="3708996" y="3120279"/>
            <a:chExt cx="735330" cy="576580"/>
          </a:xfrm>
        </p:grpSpPr>
        <p:sp>
          <p:nvSpPr>
            <p:cNvPr id="35" name="object 35"/>
            <p:cNvSpPr/>
            <p:nvPr/>
          </p:nvSpPr>
          <p:spPr>
            <a:xfrm>
              <a:off x="3760723" y="3161030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40051" y="3614817"/>
              <a:ext cx="103658" cy="819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08996" y="3120279"/>
              <a:ext cx="103455" cy="81500"/>
            </a:xfrm>
            <a:prstGeom prst="rect">
              <a:avLst/>
            </a:prstGeom>
          </p:spPr>
        </p:pic>
      </p:grp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1601977" y="2055367"/>
          <a:ext cx="5610858" cy="4421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9" name="object 39"/>
          <p:cNvGrpSpPr/>
          <p:nvPr/>
        </p:nvGrpSpPr>
        <p:grpSpPr>
          <a:xfrm>
            <a:off x="4665389" y="3643547"/>
            <a:ext cx="1035685" cy="83185"/>
            <a:chOff x="4665389" y="3643547"/>
            <a:chExt cx="1035685" cy="83185"/>
          </a:xfrm>
        </p:grpSpPr>
        <p:sp>
          <p:nvSpPr>
            <p:cNvPr id="40" name="object 40"/>
            <p:cNvSpPr/>
            <p:nvPr/>
          </p:nvSpPr>
          <p:spPr>
            <a:xfrm>
              <a:off x="4717795" y="3685285"/>
              <a:ext cx="931544" cy="0"/>
            </a:xfrm>
            <a:custGeom>
              <a:avLst/>
              <a:gdLst/>
              <a:ahLst/>
              <a:cxnLst/>
              <a:rect l="l" t="t" r="r" b="b"/>
              <a:pathLst>
                <a:path w="931545">
                  <a:moveTo>
                    <a:pt x="931163" y="0"/>
                  </a:move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65389" y="3643547"/>
              <a:ext cx="104051" cy="827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97350" y="3644106"/>
              <a:ext cx="103658" cy="81595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66296" y="3149235"/>
            <a:ext cx="103455" cy="8192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947835" y="3643547"/>
            <a:ext cx="104051" cy="8271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79690" y="3644107"/>
            <a:ext cx="103443" cy="8159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248742" y="3149235"/>
            <a:ext cx="103443" cy="8192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2020487" y="3935191"/>
            <a:ext cx="404495" cy="577215"/>
            <a:chOff x="2020487" y="3935191"/>
            <a:chExt cx="404495" cy="577215"/>
          </a:xfrm>
        </p:grpSpPr>
        <p:sp>
          <p:nvSpPr>
            <p:cNvPr id="48" name="object 48"/>
            <p:cNvSpPr/>
            <p:nvPr/>
          </p:nvSpPr>
          <p:spPr>
            <a:xfrm>
              <a:off x="2072894" y="3976370"/>
              <a:ext cx="300355" cy="494665"/>
            </a:xfrm>
            <a:custGeom>
              <a:avLst/>
              <a:gdLst/>
              <a:ahLst/>
              <a:cxnLst/>
              <a:rect l="l" t="t" r="r" b="b"/>
              <a:pathLst>
                <a:path w="300355" h="494664">
                  <a:moveTo>
                    <a:pt x="300227" y="0"/>
                  </a:moveTo>
                  <a:lnTo>
                    <a:pt x="198119" y="168402"/>
                  </a:lnTo>
                  <a:lnTo>
                    <a:pt x="97535" y="332994"/>
                  </a:ln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20487" y="4429931"/>
              <a:ext cx="104051" cy="8195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21394" y="3935191"/>
              <a:ext cx="103455" cy="81595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3708996" y="3978732"/>
            <a:ext cx="735330" cy="576580"/>
            <a:chOff x="3708996" y="3978732"/>
            <a:chExt cx="735330" cy="576580"/>
          </a:xfrm>
        </p:grpSpPr>
        <p:sp>
          <p:nvSpPr>
            <p:cNvPr id="52" name="object 52"/>
            <p:cNvSpPr/>
            <p:nvPr/>
          </p:nvSpPr>
          <p:spPr>
            <a:xfrm>
              <a:off x="3760723" y="4019804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40051" y="4473591"/>
              <a:ext cx="103658" cy="815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08996" y="3978732"/>
              <a:ext cx="103455" cy="81822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4665389" y="4487843"/>
            <a:ext cx="1035685" cy="82550"/>
            <a:chOff x="4665389" y="4487843"/>
            <a:chExt cx="1035685" cy="82550"/>
          </a:xfrm>
        </p:grpSpPr>
        <p:sp>
          <p:nvSpPr>
            <p:cNvPr id="56" name="object 56"/>
            <p:cNvSpPr/>
            <p:nvPr/>
          </p:nvSpPr>
          <p:spPr>
            <a:xfrm>
              <a:off x="4717795" y="4528820"/>
              <a:ext cx="931544" cy="0"/>
            </a:xfrm>
            <a:custGeom>
              <a:avLst/>
              <a:gdLst/>
              <a:ahLst/>
              <a:cxnLst/>
              <a:rect l="l" t="t" r="r" b="b"/>
              <a:pathLst>
                <a:path w="931545">
                  <a:moveTo>
                    <a:pt x="931163" y="0"/>
                  </a:move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65389" y="4487843"/>
              <a:ext cx="104051" cy="8195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597350" y="4488069"/>
              <a:ext cx="103658" cy="81822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1081" y="5332139"/>
            <a:ext cx="104051" cy="8195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501666" y="4837398"/>
            <a:ext cx="103336" cy="8159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365090" y="5390277"/>
            <a:ext cx="103443" cy="8192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734142" y="4895739"/>
            <a:ext cx="103336" cy="8150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690535" y="5419007"/>
            <a:ext cx="104051" cy="82715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22390" y="5419566"/>
            <a:ext cx="103443" cy="8159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311488" y="5826903"/>
            <a:ext cx="103443" cy="8182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553559" y="6117987"/>
            <a:ext cx="103443" cy="8150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477276" y="6117987"/>
            <a:ext cx="103336" cy="81500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7305802" y="6527800"/>
            <a:ext cx="14414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379721" y="6556754"/>
            <a:ext cx="2070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34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02" y="1152651"/>
            <a:ext cx="839089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phân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rã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 	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thành</a:t>
            </a:r>
            <a:r>
              <a:rPr kumimoji="0" sz="2800" b="0" i="0" u="heavy" strike="noStrike" kern="0" cap="none" spc="-3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phần</a:t>
            </a:r>
            <a:r>
              <a:rPr kumimoji="0" sz="28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8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phần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này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ban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đầu.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348" y="2806699"/>
            <a:ext cx="8085226" cy="3428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35</a:t>
            </a: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382" y="1076451"/>
            <a:ext cx="8376920" cy="2088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715" lvl="0" indent="-34163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Đỉnh</a:t>
            </a:r>
            <a:r>
              <a:rPr kumimoji="0" sz="2600" b="0" i="0" u="heavy" strike="noStrike" kern="0" cap="none" spc="2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v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đỉnh</a:t>
            </a:r>
            <a:r>
              <a:rPr kumimoji="0" sz="2600" b="0" i="0" u="heavy" strike="noStrike" kern="0" cap="none" spc="254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rẽ</a:t>
            </a:r>
            <a:r>
              <a:rPr kumimoji="0" sz="2600" b="0" i="0" u="heavy" strike="noStrike" kern="0" cap="none" spc="2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nhánh</a:t>
            </a:r>
            <a:r>
              <a:rPr kumimoji="0" sz="2600" b="0" i="0" u="none" strike="noStrike" kern="0" cap="none" spc="2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việc</a:t>
            </a:r>
            <a:r>
              <a:rPr kumimoji="0" sz="26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loại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bỏ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cùng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600" b="0" i="0" u="none" strike="noStrike" kern="0" cap="none" spc="2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</a:t>
            </a:r>
            <a:r>
              <a:rPr kumimoji="0" sz="2600" b="0" i="0" u="none" strike="noStrike" kern="0" cap="none" spc="2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làm</a:t>
            </a:r>
            <a:r>
              <a:rPr kumimoji="0" sz="2600" b="0" i="0" u="none" strike="noStrike" kern="0" cap="none" spc="2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tăng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phần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3695" marR="5080" lvl="0" indent="-341630" algn="just" defTabSz="91440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Cạnh</a:t>
            </a:r>
            <a:r>
              <a:rPr kumimoji="0" sz="2600" b="0" i="0" u="heavy" strike="noStrike" kern="0" cap="none" spc="19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</a:t>
            </a:r>
            <a:r>
              <a:rPr kumimoji="0" sz="2600" b="0" i="0" u="none" strike="noStrike" kern="0" cap="none" spc="19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6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6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6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cầu</a:t>
            </a:r>
            <a:r>
              <a:rPr kumimoji="0" sz="2600" b="0" i="0" u="none" strike="noStrike" kern="0" cap="none" spc="20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việc</a:t>
            </a:r>
            <a:r>
              <a:rPr kumimoji="0" sz="260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loại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bỏ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60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làm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tăng</a:t>
            </a:r>
            <a:r>
              <a:rPr kumimoji="0" sz="260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phần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6937" y="3944937"/>
            <a:ext cx="2143125" cy="1914525"/>
            <a:chOff x="896937" y="3944937"/>
            <a:chExt cx="2143125" cy="1914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537" y="39449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937" y="5164137"/>
              <a:ext cx="161925" cy="161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8537" y="3944937"/>
              <a:ext cx="161925" cy="161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8137" y="4859337"/>
              <a:ext cx="161925" cy="161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1337" y="5697537"/>
              <a:ext cx="161925" cy="1619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77900" y="4102100"/>
              <a:ext cx="914400" cy="1600200"/>
            </a:xfrm>
            <a:custGeom>
              <a:avLst/>
              <a:gdLst/>
              <a:ahLst/>
              <a:cxnLst/>
              <a:rect l="l" t="t" r="r" b="b"/>
              <a:pathLst>
                <a:path w="914400" h="1600200">
                  <a:moveTo>
                    <a:pt x="0" y="1066800"/>
                  </a:moveTo>
                  <a:lnTo>
                    <a:pt x="228599" y="0"/>
                  </a:lnTo>
                  <a:lnTo>
                    <a:pt x="914400" y="1600200"/>
                  </a:lnTo>
                </a:path>
                <a:path w="914400" h="1600200">
                  <a:moveTo>
                    <a:pt x="76200" y="1143000"/>
                  </a:moveTo>
                  <a:lnTo>
                    <a:pt x="838200" y="160020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282700" y="4025900"/>
              <a:ext cx="1600200" cy="838200"/>
            </a:xfrm>
            <a:custGeom>
              <a:avLst/>
              <a:gdLst/>
              <a:ahLst/>
              <a:cxnLst/>
              <a:rect l="l" t="t" r="r" b="b"/>
              <a:pathLst>
                <a:path w="1600200" h="838200">
                  <a:moveTo>
                    <a:pt x="1600200" y="838200"/>
                  </a:moveTo>
                  <a:lnTo>
                    <a:pt x="1143000" y="76200"/>
                  </a:lnTo>
                </a:path>
                <a:path w="1600200" h="838200">
                  <a:moveTo>
                    <a:pt x="99060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05201" y="35209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24633" y="3514898"/>
            <a:ext cx="27781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rẽ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nhánh?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cầu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773" y="374940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315" y="4771323"/>
            <a:ext cx="1654810" cy="127444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6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459865" marR="0" lvl="0" indent="0" defTabSz="914400" eaLnBrk="1" fontAlgn="auto" latinLnBrk="0" hangingPunct="1">
              <a:lnSpc>
                <a:spcPct val="100000"/>
              </a:lnSpc>
              <a:spcBef>
                <a:spcPts val="15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71801" y="4442205"/>
            <a:ext cx="3479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D Digi Kyokasho NK-B"/>
                <a:cs typeface="UD Digi Kyokasho NK-B"/>
              </a:rPr>
              <a:t>G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D Digi Kyokasho NK-B"/>
              <a:cs typeface="UD Digi Kyokasho NK-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4801" y="45877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537" y="4325937"/>
            <a:ext cx="161925" cy="1619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10001" y="597382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58937" y="4325937"/>
            <a:ext cx="2143125" cy="1914525"/>
            <a:chOff x="1658937" y="4325937"/>
            <a:chExt cx="2143125" cy="1914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937" y="55451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0537" y="4325937"/>
              <a:ext cx="161925" cy="161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0137" y="5240337"/>
              <a:ext cx="161925" cy="161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3337" y="6078537"/>
              <a:ext cx="161925" cy="1619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26184" y="4340605"/>
              <a:ext cx="1931035" cy="1755139"/>
            </a:xfrm>
            <a:custGeom>
              <a:avLst/>
              <a:gdLst/>
              <a:ahLst/>
              <a:cxnLst/>
              <a:rect l="l" t="t" r="r" b="b"/>
              <a:pathLst>
                <a:path w="1931035" h="1755139">
                  <a:moveTo>
                    <a:pt x="283464" y="267462"/>
                  </a:moveTo>
                  <a:lnTo>
                    <a:pt x="242316" y="142494"/>
                  </a:lnTo>
                  <a:lnTo>
                    <a:pt x="159258" y="233934"/>
                  </a:lnTo>
                  <a:lnTo>
                    <a:pt x="153924" y="240030"/>
                  </a:lnTo>
                  <a:lnTo>
                    <a:pt x="153924" y="249174"/>
                  </a:lnTo>
                  <a:lnTo>
                    <a:pt x="160020" y="254508"/>
                  </a:lnTo>
                  <a:lnTo>
                    <a:pt x="165354" y="259842"/>
                  </a:lnTo>
                  <a:lnTo>
                    <a:pt x="174498" y="259080"/>
                  </a:lnTo>
                  <a:lnTo>
                    <a:pt x="179832" y="253746"/>
                  </a:lnTo>
                  <a:lnTo>
                    <a:pt x="211543" y="218795"/>
                  </a:lnTo>
                  <a:lnTo>
                    <a:pt x="0" y="1206246"/>
                  </a:lnTo>
                  <a:lnTo>
                    <a:pt x="27432" y="1212342"/>
                  </a:lnTo>
                  <a:lnTo>
                    <a:pt x="239039" y="224548"/>
                  </a:lnTo>
                  <a:lnTo>
                    <a:pt x="249936" y="257467"/>
                  </a:lnTo>
                  <a:lnTo>
                    <a:pt x="253746" y="268986"/>
                  </a:lnTo>
                  <a:lnTo>
                    <a:pt x="256032" y="276606"/>
                  </a:lnTo>
                  <a:lnTo>
                    <a:pt x="264414" y="280416"/>
                  </a:lnTo>
                  <a:lnTo>
                    <a:pt x="272034" y="278130"/>
                  </a:lnTo>
                  <a:lnTo>
                    <a:pt x="278892" y="275844"/>
                  </a:lnTo>
                  <a:lnTo>
                    <a:pt x="283464" y="267462"/>
                  </a:lnTo>
                  <a:close/>
                </a:path>
                <a:path w="1931035" h="1755139">
                  <a:moveTo>
                    <a:pt x="859536" y="1730502"/>
                  </a:moveTo>
                  <a:lnTo>
                    <a:pt x="167716" y="1315275"/>
                  </a:lnTo>
                  <a:lnTo>
                    <a:pt x="213360" y="1315974"/>
                  </a:lnTo>
                  <a:lnTo>
                    <a:pt x="220980" y="1315974"/>
                  </a:lnTo>
                  <a:lnTo>
                    <a:pt x="227838" y="1309116"/>
                  </a:lnTo>
                  <a:lnTo>
                    <a:pt x="227838" y="1293876"/>
                  </a:lnTo>
                  <a:lnTo>
                    <a:pt x="221742" y="1287018"/>
                  </a:lnTo>
                  <a:lnTo>
                    <a:pt x="213360" y="1287018"/>
                  </a:lnTo>
                  <a:lnTo>
                    <a:pt x="89916" y="1285494"/>
                  </a:lnTo>
                  <a:lnTo>
                    <a:pt x="106680" y="1316024"/>
                  </a:lnTo>
                  <a:lnTo>
                    <a:pt x="149352" y="1393698"/>
                  </a:lnTo>
                  <a:lnTo>
                    <a:pt x="153162" y="1401318"/>
                  </a:lnTo>
                  <a:lnTo>
                    <a:pt x="162306" y="1403604"/>
                  </a:lnTo>
                  <a:lnTo>
                    <a:pt x="176022" y="1395984"/>
                  </a:lnTo>
                  <a:lnTo>
                    <a:pt x="178308" y="1386840"/>
                  </a:lnTo>
                  <a:lnTo>
                    <a:pt x="174498" y="1379982"/>
                  </a:lnTo>
                  <a:lnTo>
                    <a:pt x="152603" y="1339735"/>
                  </a:lnTo>
                  <a:lnTo>
                    <a:pt x="844296" y="1754886"/>
                  </a:lnTo>
                  <a:lnTo>
                    <a:pt x="859536" y="1730502"/>
                  </a:lnTo>
                  <a:close/>
                </a:path>
                <a:path w="1931035" h="1755139">
                  <a:moveTo>
                    <a:pt x="1309116" y="51816"/>
                  </a:moveTo>
                  <a:lnTo>
                    <a:pt x="400278" y="51816"/>
                  </a:lnTo>
                  <a:lnTo>
                    <a:pt x="439674" y="28956"/>
                  </a:lnTo>
                  <a:lnTo>
                    <a:pt x="446532" y="24384"/>
                  </a:lnTo>
                  <a:lnTo>
                    <a:pt x="448818" y="16002"/>
                  </a:lnTo>
                  <a:lnTo>
                    <a:pt x="441198" y="2286"/>
                  </a:lnTo>
                  <a:lnTo>
                    <a:pt x="432054" y="0"/>
                  </a:lnTo>
                  <a:lnTo>
                    <a:pt x="425958" y="3810"/>
                  </a:lnTo>
                  <a:lnTo>
                    <a:pt x="318516" y="66294"/>
                  </a:lnTo>
                  <a:lnTo>
                    <a:pt x="304800" y="70866"/>
                  </a:lnTo>
                  <a:lnTo>
                    <a:pt x="887336" y="1671396"/>
                  </a:lnTo>
                  <a:lnTo>
                    <a:pt x="851154" y="1641348"/>
                  </a:lnTo>
                  <a:lnTo>
                    <a:pt x="845058" y="1636014"/>
                  </a:lnTo>
                  <a:lnTo>
                    <a:pt x="835914" y="1636776"/>
                  </a:lnTo>
                  <a:lnTo>
                    <a:pt x="831342" y="1642872"/>
                  </a:lnTo>
                  <a:lnTo>
                    <a:pt x="826008" y="1648968"/>
                  </a:lnTo>
                  <a:lnTo>
                    <a:pt x="826770" y="1658112"/>
                  </a:lnTo>
                  <a:lnTo>
                    <a:pt x="832866" y="1663446"/>
                  </a:lnTo>
                  <a:lnTo>
                    <a:pt x="928116" y="1742694"/>
                  </a:lnTo>
                  <a:lnTo>
                    <a:pt x="931926" y="1721675"/>
                  </a:lnTo>
                  <a:lnTo>
                    <a:pt x="950214" y="1620774"/>
                  </a:lnTo>
                  <a:lnTo>
                    <a:pt x="951738" y="1613154"/>
                  </a:lnTo>
                  <a:lnTo>
                    <a:pt x="946404" y="1605534"/>
                  </a:lnTo>
                  <a:lnTo>
                    <a:pt x="931164" y="1602486"/>
                  </a:lnTo>
                  <a:lnTo>
                    <a:pt x="923544" y="1607820"/>
                  </a:lnTo>
                  <a:lnTo>
                    <a:pt x="922020" y="1615440"/>
                  </a:lnTo>
                  <a:lnTo>
                    <a:pt x="913828" y="1660969"/>
                  </a:lnTo>
                  <a:lnTo>
                    <a:pt x="338023" y="77647"/>
                  </a:lnTo>
                  <a:lnTo>
                    <a:pt x="346710" y="82702"/>
                  </a:lnTo>
                  <a:lnTo>
                    <a:pt x="425958" y="128778"/>
                  </a:lnTo>
                  <a:lnTo>
                    <a:pt x="432054" y="132588"/>
                  </a:lnTo>
                  <a:lnTo>
                    <a:pt x="441198" y="130302"/>
                  </a:lnTo>
                  <a:lnTo>
                    <a:pt x="448818" y="116586"/>
                  </a:lnTo>
                  <a:lnTo>
                    <a:pt x="446532" y="108204"/>
                  </a:lnTo>
                  <a:lnTo>
                    <a:pt x="439674" y="103632"/>
                  </a:lnTo>
                  <a:lnTo>
                    <a:pt x="400278" y="80772"/>
                  </a:lnTo>
                  <a:lnTo>
                    <a:pt x="1309116" y="80772"/>
                  </a:lnTo>
                  <a:lnTo>
                    <a:pt x="1309116" y="51816"/>
                  </a:lnTo>
                  <a:close/>
                </a:path>
                <a:path w="1931035" h="1755139">
                  <a:moveTo>
                    <a:pt x="1930908" y="896886"/>
                  </a:moveTo>
                  <a:lnTo>
                    <a:pt x="1515745" y="205193"/>
                  </a:lnTo>
                  <a:lnTo>
                    <a:pt x="1556004" y="227088"/>
                  </a:lnTo>
                  <a:lnTo>
                    <a:pt x="1562862" y="230898"/>
                  </a:lnTo>
                  <a:lnTo>
                    <a:pt x="1572006" y="228612"/>
                  </a:lnTo>
                  <a:lnTo>
                    <a:pt x="1579626" y="214896"/>
                  </a:lnTo>
                  <a:lnTo>
                    <a:pt x="1577340" y="205752"/>
                  </a:lnTo>
                  <a:lnTo>
                    <a:pt x="1569720" y="201942"/>
                  </a:lnTo>
                  <a:lnTo>
                    <a:pt x="1461516" y="142506"/>
                  </a:lnTo>
                  <a:lnTo>
                    <a:pt x="1463040" y="266712"/>
                  </a:lnTo>
                  <a:lnTo>
                    <a:pt x="1463040" y="274332"/>
                  </a:lnTo>
                  <a:lnTo>
                    <a:pt x="1463802" y="275005"/>
                  </a:lnTo>
                  <a:lnTo>
                    <a:pt x="1469898" y="280428"/>
                  </a:lnTo>
                  <a:lnTo>
                    <a:pt x="1485138" y="280428"/>
                  </a:lnTo>
                  <a:lnTo>
                    <a:pt x="1491996" y="273570"/>
                  </a:lnTo>
                  <a:lnTo>
                    <a:pt x="1491996" y="265950"/>
                  </a:lnTo>
                  <a:lnTo>
                    <a:pt x="1491284" y="220306"/>
                  </a:lnTo>
                  <a:lnTo>
                    <a:pt x="1463802" y="174510"/>
                  </a:lnTo>
                  <a:lnTo>
                    <a:pt x="1469136" y="183388"/>
                  </a:lnTo>
                  <a:lnTo>
                    <a:pt x="1491284" y="220306"/>
                  </a:lnTo>
                  <a:lnTo>
                    <a:pt x="1906524" y="912126"/>
                  </a:lnTo>
                  <a:lnTo>
                    <a:pt x="1930908" y="896886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621337" y="4173537"/>
            <a:ext cx="2295525" cy="1838325"/>
            <a:chOff x="5621337" y="4173537"/>
            <a:chExt cx="2295525" cy="1838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1337" y="4783137"/>
              <a:ext cx="161925" cy="1619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7537" y="569753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2937" y="584993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8137" y="4173537"/>
              <a:ext cx="161925" cy="161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4937" y="5087937"/>
              <a:ext cx="161925" cy="1619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87822" y="4928869"/>
              <a:ext cx="1310005" cy="1052830"/>
            </a:xfrm>
            <a:custGeom>
              <a:avLst/>
              <a:gdLst/>
              <a:ahLst/>
              <a:cxnLst/>
              <a:rect l="l" t="t" r="r" b="b"/>
              <a:pathLst>
                <a:path w="1310004" h="1052829">
                  <a:moveTo>
                    <a:pt x="1309878" y="1002030"/>
                  </a:moveTo>
                  <a:lnTo>
                    <a:pt x="1211580" y="925830"/>
                  </a:lnTo>
                  <a:lnTo>
                    <a:pt x="1205484" y="921258"/>
                  </a:lnTo>
                  <a:lnTo>
                    <a:pt x="1197102" y="922020"/>
                  </a:lnTo>
                  <a:lnTo>
                    <a:pt x="1191768" y="928878"/>
                  </a:lnTo>
                  <a:lnTo>
                    <a:pt x="1187196" y="934974"/>
                  </a:lnTo>
                  <a:lnTo>
                    <a:pt x="1187958" y="944118"/>
                  </a:lnTo>
                  <a:lnTo>
                    <a:pt x="1194054" y="948690"/>
                  </a:lnTo>
                  <a:lnTo>
                    <a:pt x="1230058" y="976668"/>
                  </a:lnTo>
                  <a:lnTo>
                    <a:pt x="168402" y="835152"/>
                  </a:lnTo>
                  <a:lnTo>
                    <a:pt x="164592" y="864108"/>
                  </a:lnTo>
                  <a:lnTo>
                    <a:pt x="1226896" y="1005713"/>
                  </a:lnTo>
                  <a:lnTo>
                    <a:pt x="1184148" y="1023366"/>
                  </a:lnTo>
                  <a:lnTo>
                    <a:pt x="1177290" y="1026414"/>
                  </a:lnTo>
                  <a:lnTo>
                    <a:pt x="1173480" y="1034796"/>
                  </a:lnTo>
                  <a:lnTo>
                    <a:pt x="1176528" y="1041654"/>
                  </a:lnTo>
                  <a:lnTo>
                    <a:pt x="1179576" y="1049274"/>
                  </a:lnTo>
                  <a:lnTo>
                    <a:pt x="1187958" y="1052322"/>
                  </a:lnTo>
                  <a:lnTo>
                    <a:pt x="1195578" y="1049274"/>
                  </a:lnTo>
                  <a:lnTo>
                    <a:pt x="1283208" y="1013053"/>
                  </a:lnTo>
                  <a:lnTo>
                    <a:pt x="1309878" y="1002030"/>
                  </a:lnTo>
                  <a:close/>
                </a:path>
                <a:path w="1310004" h="1052829">
                  <a:moveTo>
                    <a:pt x="1309878" y="925830"/>
                  </a:moveTo>
                  <a:lnTo>
                    <a:pt x="1258062" y="813054"/>
                  </a:lnTo>
                  <a:lnTo>
                    <a:pt x="1255014" y="806196"/>
                  </a:lnTo>
                  <a:lnTo>
                    <a:pt x="1246632" y="802386"/>
                  </a:lnTo>
                  <a:lnTo>
                    <a:pt x="1239012" y="806196"/>
                  </a:lnTo>
                  <a:lnTo>
                    <a:pt x="1232154" y="809244"/>
                  </a:lnTo>
                  <a:lnTo>
                    <a:pt x="1229106" y="817626"/>
                  </a:lnTo>
                  <a:lnTo>
                    <a:pt x="1232154" y="825246"/>
                  </a:lnTo>
                  <a:lnTo>
                    <a:pt x="1251267" y="867041"/>
                  </a:lnTo>
                  <a:lnTo>
                    <a:pt x="22860" y="0"/>
                  </a:lnTo>
                  <a:lnTo>
                    <a:pt x="14478" y="11430"/>
                  </a:lnTo>
                  <a:lnTo>
                    <a:pt x="0" y="12954"/>
                  </a:lnTo>
                  <a:lnTo>
                    <a:pt x="68630" y="694436"/>
                  </a:lnTo>
                  <a:lnTo>
                    <a:pt x="41148" y="656082"/>
                  </a:lnTo>
                  <a:lnTo>
                    <a:pt x="36576" y="649986"/>
                  </a:lnTo>
                  <a:lnTo>
                    <a:pt x="27432" y="648462"/>
                  </a:lnTo>
                  <a:lnTo>
                    <a:pt x="21336" y="653034"/>
                  </a:lnTo>
                  <a:lnTo>
                    <a:pt x="14478" y="657606"/>
                  </a:lnTo>
                  <a:lnTo>
                    <a:pt x="12954" y="666750"/>
                  </a:lnTo>
                  <a:lnTo>
                    <a:pt x="18288" y="672846"/>
                  </a:lnTo>
                  <a:lnTo>
                    <a:pt x="90678" y="773430"/>
                  </a:lnTo>
                  <a:lnTo>
                    <a:pt x="102108" y="748182"/>
                  </a:lnTo>
                  <a:lnTo>
                    <a:pt x="141732" y="660654"/>
                  </a:lnTo>
                  <a:lnTo>
                    <a:pt x="145542" y="653796"/>
                  </a:lnTo>
                  <a:lnTo>
                    <a:pt x="142494" y="644652"/>
                  </a:lnTo>
                  <a:lnTo>
                    <a:pt x="134874" y="641604"/>
                  </a:lnTo>
                  <a:lnTo>
                    <a:pt x="128016" y="638556"/>
                  </a:lnTo>
                  <a:lnTo>
                    <a:pt x="119634" y="641604"/>
                  </a:lnTo>
                  <a:lnTo>
                    <a:pt x="115824" y="648462"/>
                  </a:lnTo>
                  <a:lnTo>
                    <a:pt x="96786" y="690410"/>
                  </a:lnTo>
                  <a:lnTo>
                    <a:pt x="32067" y="41211"/>
                  </a:lnTo>
                  <a:lnTo>
                    <a:pt x="1235036" y="890485"/>
                  </a:lnTo>
                  <a:lnTo>
                    <a:pt x="1188720" y="886206"/>
                  </a:lnTo>
                  <a:lnTo>
                    <a:pt x="1181100" y="886206"/>
                  </a:lnTo>
                  <a:lnTo>
                    <a:pt x="1174242" y="891540"/>
                  </a:lnTo>
                  <a:lnTo>
                    <a:pt x="1172718" y="907542"/>
                  </a:lnTo>
                  <a:lnTo>
                    <a:pt x="1178814" y="914400"/>
                  </a:lnTo>
                  <a:lnTo>
                    <a:pt x="1186434" y="915162"/>
                  </a:lnTo>
                  <a:lnTo>
                    <a:pt x="1294638" y="924521"/>
                  </a:lnTo>
                  <a:lnTo>
                    <a:pt x="1309878" y="925830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76802" y="49687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7224" y="4054203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0795" y="413035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62337" y="5349511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3801" y="4823205"/>
            <a:ext cx="3479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D Digi Kyokasho NK-B"/>
                <a:cs typeface="UD Digi Kyokasho NK-B"/>
              </a:rPr>
              <a:t>G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D Digi Kyokasho NK-B"/>
              <a:cs typeface="UD Digi Kyokasho NK-B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96162" y="4899561"/>
            <a:ext cx="3435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D Digi Kyokasho NK-B"/>
                <a:cs typeface="UD Digi Kyokasho NK-B"/>
              </a:rPr>
              <a:t>H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D Digi Kyokasho NK-B"/>
              <a:cs typeface="UD Digi Kyokasho NK-B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22117" y="5397500"/>
            <a:ext cx="923290" cy="697230"/>
          </a:xfrm>
          <a:custGeom>
            <a:avLst/>
            <a:gdLst/>
            <a:ahLst/>
            <a:cxnLst/>
            <a:rect l="l" t="t" r="r" b="b"/>
            <a:pathLst>
              <a:path w="923289" h="697229">
                <a:moveTo>
                  <a:pt x="877357" y="34042"/>
                </a:moveTo>
                <a:lnTo>
                  <a:pt x="848868" y="37356"/>
                </a:lnTo>
                <a:lnTo>
                  <a:pt x="0" y="674370"/>
                </a:lnTo>
                <a:lnTo>
                  <a:pt x="16764" y="697230"/>
                </a:lnTo>
                <a:lnTo>
                  <a:pt x="866515" y="59553"/>
                </a:lnTo>
                <a:lnTo>
                  <a:pt x="877357" y="34042"/>
                </a:lnTo>
                <a:close/>
              </a:path>
              <a:path w="923289" h="697229">
                <a:moveTo>
                  <a:pt x="922782" y="0"/>
                </a:moveTo>
                <a:lnTo>
                  <a:pt x="799338" y="14478"/>
                </a:lnTo>
                <a:lnTo>
                  <a:pt x="791718" y="15240"/>
                </a:lnTo>
                <a:lnTo>
                  <a:pt x="786384" y="22098"/>
                </a:lnTo>
                <a:lnTo>
                  <a:pt x="787908" y="38100"/>
                </a:lnTo>
                <a:lnTo>
                  <a:pt x="794766" y="43434"/>
                </a:lnTo>
                <a:lnTo>
                  <a:pt x="803148" y="42672"/>
                </a:lnTo>
                <a:lnTo>
                  <a:pt x="848868" y="37355"/>
                </a:lnTo>
                <a:lnTo>
                  <a:pt x="891540" y="5334"/>
                </a:lnTo>
                <a:lnTo>
                  <a:pt x="908304" y="28194"/>
                </a:lnTo>
                <a:lnTo>
                  <a:pt x="908304" y="34471"/>
                </a:lnTo>
                <a:lnTo>
                  <a:pt x="922782" y="0"/>
                </a:lnTo>
                <a:close/>
              </a:path>
              <a:path w="923289" h="697229">
                <a:moveTo>
                  <a:pt x="908304" y="34471"/>
                </a:moveTo>
                <a:lnTo>
                  <a:pt x="908304" y="28194"/>
                </a:lnTo>
                <a:lnTo>
                  <a:pt x="866515" y="59553"/>
                </a:lnTo>
                <a:lnTo>
                  <a:pt x="848106" y="102870"/>
                </a:lnTo>
                <a:lnTo>
                  <a:pt x="845058" y="110490"/>
                </a:lnTo>
                <a:lnTo>
                  <a:pt x="848868" y="118872"/>
                </a:lnTo>
                <a:lnTo>
                  <a:pt x="855726" y="121920"/>
                </a:lnTo>
                <a:lnTo>
                  <a:pt x="863346" y="124968"/>
                </a:lnTo>
                <a:lnTo>
                  <a:pt x="871728" y="121158"/>
                </a:lnTo>
                <a:lnTo>
                  <a:pt x="874776" y="114300"/>
                </a:lnTo>
                <a:lnTo>
                  <a:pt x="908304" y="34471"/>
                </a:lnTo>
                <a:close/>
              </a:path>
              <a:path w="923289" h="697229">
                <a:moveTo>
                  <a:pt x="908304" y="28194"/>
                </a:moveTo>
                <a:lnTo>
                  <a:pt x="891540" y="5334"/>
                </a:lnTo>
                <a:lnTo>
                  <a:pt x="848868" y="37355"/>
                </a:lnTo>
                <a:lnTo>
                  <a:pt x="877357" y="34042"/>
                </a:lnTo>
                <a:lnTo>
                  <a:pt x="886968" y="11430"/>
                </a:lnTo>
                <a:lnTo>
                  <a:pt x="901446" y="31242"/>
                </a:lnTo>
                <a:lnTo>
                  <a:pt x="901446" y="33340"/>
                </a:lnTo>
                <a:lnTo>
                  <a:pt x="908304" y="28194"/>
                </a:lnTo>
                <a:close/>
              </a:path>
              <a:path w="923289" h="697229">
                <a:moveTo>
                  <a:pt x="901446" y="33340"/>
                </a:moveTo>
                <a:lnTo>
                  <a:pt x="901446" y="31242"/>
                </a:lnTo>
                <a:lnTo>
                  <a:pt x="877357" y="34042"/>
                </a:lnTo>
                <a:lnTo>
                  <a:pt x="866515" y="59553"/>
                </a:lnTo>
                <a:lnTo>
                  <a:pt x="901446" y="33340"/>
                </a:lnTo>
                <a:close/>
              </a:path>
              <a:path w="923289" h="697229">
                <a:moveTo>
                  <a:pt x="901446" y="31242"/>
                </a:moveTo>
                <a:lnTo>
                  <a:pt x="886968" y="11430"/>
                </a:lnTo>
                <a:lnTo>
                  <a:pt x="877357" y="34042"/>
                </a:lnTo>
                <a:lnTo>
                  <a:pt x="901446" y="31242"/>
                </a:lnTo>
                <a:close/>
              </a:path>
            </a:pathLst>
          </a:custGeom>
          <a:solidFill>
            <a:srgbClr val="1D528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72404" y="4322317"/>
            <a:ext cx="1995805" cy="1542415"/>
          </a:xfrm>
          <a:custGeom>
            <a:avLst/>
            <a:gdLst/>
            <a:ahLst/>
            <a:cxnLst/>
            <a:rect l="l" t="t" r="r" b="b"/>
            <a:pathLst>
              <a:path w="1995804" h="1542414">
                <a:moveTo>
                  <a:pt x="920496" y="8382"/>
                </a:moveTo>
                <a:lnTo>
                  <a:pt x="797052" y="762"/>
                </a:lnTo>
                <a:lnTo>
                  <a:pt x="788670" y="0"/>
                </a:lnTo>
                <a:lnTo>
                  <a:pt x="781812" y="6096"/>
                </a:lnTo>
                <a:lnTo>
                  <a:pt x="781812" y="13716"/>
                </a:lnTo>
                <a:lnTo>
                  <a:pt x="781050" y="21336"/>
                </a:lnTo>
                <a:lnTo>
                  <a:pt x="787146" y="28194"/>
                </a:lnTo>
                <a:lnTo>
                  <a:pt x="794766" y="28956"/>
                </a:lnTo>
                <a:lnTo>
                  <a:pt x="841578" y="31838"/>
                </a:lnTo>
                <a:lnTo>
                  <a:pt x="0" y="452628"/>
                </a:lnTo>
                <a:lnTo>
                  <a:pt x="12192" y="478536"/>
                </a:lnTo>
                <a:lnTo>
                  <a:pt x="853109" y="58445"/>
                </a:lnTo>
                <a:lnTo>
                  <a:pt x="828294" y="96012"/>
                </a:lnTo>
                <a:lnTo>
                  <a:pt x="824484" y="102870"/>
                </a:lnTo>
                <a:lnTo>
                  <a:pt x="826008" y="112014"/>
                </a:lnTo>
                <a:lnTo>
                  <a:pt x="832866" y="115824"/>
                </a:lnTo>
                <a:lnTo>
                  <a:pt x="839724" y="120396"/>
                </a:lnTo>
                <a:lnTo>
                  <a:pt x="848106" y="118872"/>
                </a:lnTo>
                <a:lnTo>
                  <a:pt x="852678" y="112014"/>
                </a:lnTo>
                <a:lnTo>
                  <a:pt x="901446" y="37503"/>
                </a:lnTo>
                <a:lnTo>
                  <a:pt x="920496" y="8382"/>
                </a:lnTo>
                <a:close/>
              </a:path>
              <a:path w="1995804" h="1542414">
                <a:moveTo>
                  <a:pt x="1987296" y="922782"/>
                </a:moveTo>
                <a:lnTo>
                  <a:pt x="1867662" y="954024"/>
                </a:lnTo>
                <a:lnTo>
                  <a:pt x="1860042" y="956310"/>
                </a:lnTo>
                <a:lnTo>
                  <a:pt x="1855470" y="963930"/>
                </a:lnTo>
                <a:lnTo>
                  <a:pt x="1856994" y="971550"/>
                </a:lnTo>
                <a:lnTo>
                  <a:pt x="1859280" y="979170"/>
                </a:lnTo>
                <a:lnTo>
                  <a:pt x="1866900" y="983742"/>
                </a:lnTo>
                <a:lnTo>
                  <a:pt x="1874520" y="982218"/>
                </a:lnTo>
                <a:lnTo>
                  <a:pt x="1918970" y="970584"/>
                </a:lnTo>
                <a:lnTo>
                  <a:pt x="1367790" y="1522476"/>
                </a:lnTo>
                <a:lnTo>
                  <a:pt x="1387602" y="1542288"/>
                </a:lnTo>
                <a:lnTo>
                  <a:pt x="1939493" y="991108"/>
                </a:lnTo>
                <a:lnTo>
                  <a:pt x="1927860" y="1035558"/>
                </a:lnTo>
                <a:lnTo>
                  <a:pt x="1926336" y="1043178"/>
                </a:lnTo>
                <a:lnTo>
                  <a:pt x="1930908" y="1050798"/>
                </a:lnTo>
                <a:lnTo>
                  <a:pt x="1938528" y="1053084"/>
                </a:lnTo>
                <a:lnTo>
                  <a:pt x="1946148" y="1054608"/>
                </a:lnTo>
                <a:lnTo>
                  <a:pt x="1953768" y="1050036"/>
                </a:lnTo>
                <a:lnTo>
                  <a:pt x="1955292" y="1042416"/>
                </a:lnTo>
                <a:lnTo>
                  <a:pt x="1977390" y="959815"/>
                </a:lnTo>
                <a:lnTo>
                  <a:pt x="1987296" y="922782"/>
                </a:lnTo>
                <a:close/>
              </a:path>
              <a:path w="1995804" h="1542414">
                <a:moveTo>
                  <a:pt x="1995678" y="758952"/>
                </a:moveTo>
                <a:lnTo>
                  <a:pt x="1069581" y="46520"/>
                </a:lnTo>
                <a:lnTo>
                  <a:pt x="1115568" y="52578"/>
                </a:lnTo>
                <a:lnTo>
                  <a:pt x="1123950" y="53340"/>
                </a:lnTo>
                <a:lnTo>
                  <a:pt x="1130808" y="48006"/>
                </a:lnTo>
                <a:lnTo>
                  <a:pt x="1131570" y="40386"/>
                </a:lnTo>
                <a:lnTo>
                  <a:pt x="1133094" y="32766"/>
                </a:lnTo>
                <a:lnTo>
                  <a:pt x="1127760" y="25146"/>
                </a:lnTo>
                <a:lnTo>
                  <a:pt x="1119378" y="24384"/>
                </a:lnTo>
                <a:lnTo>
                  <a:pt x="996696" y="8382"/>
                </a:lnTo>
                <a:lnTo>
                  <a:pt x="1010412" y="42341"/>
                </a:lnTo>
                <a:lnTo>
                  <a:pt x="1043178" y="123444"/>
                </a:lnTo>
                <a:lnTo>
                  <a:pt x="1046226" y="130302"/>
                </a:lnTo>
                <a:lnTo>
                  <a:pt x="1054608" y="134112"/>
                </a:lnTo>
                <a:lnTo>
                  <a:pt x="1069848" y="128016"/>
                </a:lnTo>
                <a:lnTo>
                  <a:pt x="1072896" y="119634"/>
                </a:lnTo>
                <a:lnTo>
                  <a:pt x="1052588" y="69773"/>
                </a:lnTo>
                <a:lnTo>
                  <a:pt x="1978914" y="781812"/>
                </a:lnTo>
                <a:lnTo>
                  <a:pt x="1995678" y="758952"/>
                </a:lnTo>
                <a:close/>
              </a:path>
            </a:pathLst>
          </a:custGeom>
          <a:solidFill>
            <a:srgbClr val="1D528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102" y="1152651"/>
            <a:ext cx="8376284" cy="304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8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G=(V,E)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80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800" b="0" i="0" u="heavy" strike="noStrike" kern="0" cap="none" spc="17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800" b="0" i="0" u="heavy" strike="noStrike" kern="0" cap="none" spc="17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mạnh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800" b="0" i="0" u="none" strike="noStrike" kern="0" cap="none" spc="2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luôn</a:t>
            </a:r>
            <a:r>
              <a:rPr kumimoji="0" sz="28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tìm</a:t>
            </a:r>
            <a:r>
              <a:rPr kumimoji="0" sz="28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đường</a:t>
            </a:r>
            <a:r>
              <a:rPr kumimoji="0" sz="28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</a:t>
            </a:r>
            <a:r>
              <a:rPr kumimoji="0" sz="2800" b="0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từ</a:t>
            </a:r>
            <a:r>
              <a:rPr kumimoji="0" sz="28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</a:t>
            </a:r>
            <a:r>
              <a:rPr kumimoji="0" sz="28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đến</a:t>
            </a:r>
            <a:r>
              <a:rPr kumimoji="0" sz="28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khác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5080" lvl="0" indent="-343535" algn="just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3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8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3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G=(V,E)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800" b="0" i="0" u="heavy" strike="noStrike" kern="0" cap="none" spc="38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800" b="0" i="0" u="heavy" strike="noStrike" kern="0" cap="none" spc="38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yếu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800" b="0" i="0" u="none" strike="noStrike" kern="0" cap="none" spc="5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5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5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vô</a:t>
            </a:r>
            <a:r>
              <a:rPr kumimoji="0" sz="2800" b="0" i="0" u="none" strike="noStrike" kern="0" cap="none" spc="5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5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tương</a:t>
            </a:r>
            <a:r>
              <a:rPr kumimoji="0" sz="2800" b="0" i="0" u="none" strike="noStrike" kern="0" cap="none" spc="5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ứng</a:t>
            </a:r>
            <a:r>
              <a:rPr kumimoji="0" sz="2800" b="0" i="0" u="none" strike="noStrike" kern="0" cap="none" spc="5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5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vô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1925320" lvl="0" indent="0" algn="r" defTabSz="914400" eaLnBrk="1" fontAlgn="auto" latinLnBrk="0" hangingPunct="1">
              <a:lnSpc>
                <a:spcPts val="29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37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229579" y="573058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447801" y="370840"/>
            <a:ext cx="3734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4585" y="4740141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91711" y="4968599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01093" y="5654330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V.Đồ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thị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liên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thông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23457"/>
            <a:ext cx="7966075" cy="170751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45465" marR="0" lvl="0" indent="-532765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54546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Bài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tập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545465" marR="5080" lvl="0" indent="-533400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1.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Trong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chứa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đúng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2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bậc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lẻ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(các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còn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lại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đều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bậc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chẵn).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CM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bậc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lẻ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đó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nhau.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Nội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dung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8900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1758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Các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loại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2098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Định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nghĩa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20385" cy="1995170"/>
            <a:chOff x="617009" y="1563200"/>
            <a:chExt cx="5620385" cy="19951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58900" y="311150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98600" y="3157474"/>
            <a:ext cx="4142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Các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thuật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ngữ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cơ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bản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trong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7009" y="2934800"/>
            <a:ext cx="763270" cy="666750"/>
            <a:chOff x="617009" y="2934800"/>
            <a:chExt cx="763270" cy="6667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345946" y="4597400"/>
            <a:ext cx="4864735" cy="432434"/>
          </a:xfrm>
          <a:custGeom>
            <a:avLst/>
            <a:gdLst/>
            <a:ahLst/>
            <a:cxnLst/>
            <a:rect l="l" t="t" r="r" b="b"/>
            <a:pathLst>
              <a:path w="4864735" h="432435">
                <a:moveTo>
                  <a:pt x="216407" y="0"/>
                </a:moveTo>
                <a:lnTo>
                  <a:pt x="166751" y="5707"/>
                </a:lnTo>
                <a:lnTo>
                  <a:pt x="121186" y="21958"/>
                </a:lnTo>
                <a:lnTo>
                  <a:pt x="81007" y="47446"/>
                </a:lnTo>
                <a:lnTo>
                  <a:pt x="47506" y="80865"/>
                </a:lnTo>
                <a:lnTo>
                  <a:pt x="21975" y="120909"/>
                </a:lnTo>
                <a:lnTo>
                  <a:pt x="5709" y="166271"/>
                </a:lnTo>
                <a:lnTo>
                  <a:pt x="0" y="215646"/>
                </a:lnTo>
                <a:lnTo>
                  <a:pt x="5709" y="265302"/>
                </a:lnTo>
                <a:lnTo>
                  <a:pt x="21975" y="310867"/>
                </a:lnTo>
                <a:lnTo>
                  <a:pt x="47506" y="351046"/>
                </a:lnTo>
                <a:lnTo>
                  <a:pt x="81007" y="384547"/>
                </a:lnTo>
                <a:lnTo>
                  <a:pt x="121186" y="410078"/>
                </a:lnTo>
                <a:lnTo>
                  <a:pt x="166751" y="426344"/>
                </a:lnTo>
                <a:lnTo>
                  <a:pt x="216407" y="432054"/>
                </a:lnTo>
                <a:lnTo>
                  <a:pt x="4648200" y="432053"/>
                </a:lnTo>
                <a:lnTo>
                  <a:pt x="4697856" y="426344"/>
                </a:lnTo>
                <a:lnTo>
                  <a:pt x="4743421" y="410078"/>
                </a:lnTo>
                <a:lnTo>
                  <a:pt x="4783600" y="384547"/>
                </a:lnTo>
                <a:lnTo>
                  <a:pt x="4817101" y="351046"/>
                </a:lnTo>
                <a:lnTo>
                  <a:pt x="4842632" y="310867"/>
                </a:lnTo>
                <a:lnTo>
                  <a:pt x="4858898" y="265302"/>
                </a:lnTo>
                <a:lnTo>
                  <a:pt x="4864608" y="215645"/>
                </a:lnTo>
                <a:lnTo>
                  <a:pt x="4858898" y="166271"/>
                </a:lnTo>
                <a:lnTo>
                  <a:pt x="4842632" y="120909"/>
                </a:lnTo>
                <a:lnTo>
                  <a:pt x="4817101" y="80865"/>
                </a:lnTo>
                <a:lnTo>
                  <a:pt x="4783600" y="47446"/>
                </a:lnTo>
                <a:lnTo>
                  <a:pt x="4743421" y="21958"/>
                </a:lnTo>
                <a:lnTo>
                  <a:pt x="4697856" y="5707"/>
                </a:lnTo>
                <a:lnTo>
                  <a:pt x="4648200" y="0"/>
                </a:lnTo>
                <a:lnTo>
                  <a:pt x="216407" y="0"/>
                </a:lnTo>
                <a:close/>
              </a:path>
            </a:pathLst>
          </a:custGeom>
          <a:ln w="2857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85646" y="4643373"/>
            <a:ext cx="202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liên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thông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58900" y="385445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0124" y="3904233"/>
            <a:ext cx="2406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Đường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đi,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009" y="3696800"/>
            <a:ext cx="763270" cy="1352550"/>
            <a:chOff x="617009" y="3696800"/>
            <a:chExt cx="763270" cy="135255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43826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4443476"/>
              <a:ext cx="352806" cy="336803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344612" y="5307012"/>
            <a:ext cx="4892675" cy="466725"/>
            <a:chOff x="1344612" y="5307012"/>
            <a:chExt cx="4892675" cy="466725"/>
          </a:xfrm>
        </p:grpSpPr>
        <p:sp>
          <p:nvSpPr>
            <p:cNvPr id="27" name="object 27"/>
            <p:cNvSpPr/>
            <p:nvPr/>
          </p:nvSpPr>
          <p:spPr>
            <a:xfrm>
              <a:off x="1358900" y="53213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358900" y="53213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358900" y="532130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498600" y="5367273"/>
            <a:ext cx="3310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Một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dạng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đặc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biệt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9308" y="5106500"/>
            <a:ext cx="763905" cy="666750"/>
            <a:chOff x="629308" y="5106500"/>
            <a:chExt cx="763905" cy="66675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5106500"/>
              <a:ext cx="763583" cy="6661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5167376"/>
              <a:ext cx="352044" cy="33680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0127" y="1457147"/>
            <a:ext cx="535305" cy="42545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 marR="0" lvl="0" indent="0" defTabSz="914400" eaLnBrk="1" fontAlgn="auto" latinLnBrk="0" hangingPunct="1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6195" marR="39370" lvl="0" indent="55244" defTabSz="914400" eaLnBrk="1" fontAlgn="auto" latinLnBrk="0" hangingPunct="1">
              <a:lnSpc>
                <a:spcPct val="140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II. </a:t>
            </a:r>
            <a:r>
              <a:rPr kumimoji="0" sz="32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III.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IV.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7945" marR="0" lvl="0" indent="0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765" marR="0" lvl="0" indent="0" defTabSz="914400" eaLnBrk="1" fontAlgn="auto" latinLnBrk="0" hangingPunct="1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VI.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093" y="1086358"/>
            <a:ext cx="797814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177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8300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đầy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đủ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vô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đỉnh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đầy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đủ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hai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bất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đều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nối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nhau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bằng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cạnh.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3259137"/>
            <a:ext cx="2816225" cy="1990725"/>
            <a:chOff x="-4762" y="3259137"/>
            <a:chExt cx="2816225" cy="1990725"/>
          </a:xfrm>
        </p:grpSpPr>
        <p:sp>
          <p:nvSpPr>
            <p:cNvPr id="5" name="object 5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591566" y="1289795"/>
                  </a:moveTo>
                  <a:lnTo>
                    <a:pt x="591566" y="698754"/>
                  </a:lnTo>
                  <a:lnTo>
                    <a:pt x="0" y="788272"/>
                  </a:lnTo>
                  <a:lnTo>
                    <a:pt x="0" y="797758"/>
                  </a:lnTo>
                  <a:lnTo>
                    <a:pt x="473456" y="1079754"/>
                  </a:lnTo>
                  <a:lnTo>
                    <a:pt x="473456" y="1299513"/>
                  </a:lnTo>
                  <a:lnTo>
                    <a:pt x="591566" y="1289795"/>
                  </a:lnTo>
                  <a:close/>
                </a:path>
                <a:path w="2806700" h="1981200">
                  <a:moveTo>
                    <a:pt x="473456" y="1299513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473456" y="1299513"/>
                  </a:lnTo>
                  <a:close/>
                </a:path>
                <a:path w="2806700" h="1981200">
                  <a:moveTo>
                    <a:pt x="1883156" y="0"/>
                  </a:moveTo>
                  <a:lnTo>
                    <a:pt x="1397000" y="531876"/>
                  </a:ln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591566" y="1289795"/>
                  </a:lnTo>
                  <a:lnTo>
                    <a:pt x="727202" y="1278636"/>
                  </a:lnTo>
                  <a:lnTo>
                    <a:pt x="727202" y="1560181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1835150" y="1336753"/>
                  </a:lnTo>
                  <a:lnTo>
                    <a:pt x="1835150" y="488441"/>
                  </a:lnTo>
                  <a:lnTo>
                    <a:pt x="1883156" y="0"/>
                  </a:lnTo>
                  <a:close/>
                </a:path>
                <a:path w="2806700" h="1981200">
                  <a:moveTo>
                    <a:pt x="727202" y="1560181"/>
                  </a:moveTo>
                  <a:lnTo>
                    <a:pt x="727202" y="1278636"/>
                  </a:lnTo>
                  <a:lnTo>
                    <a:pt x="609092" y="1616202"/>
                  </a:lnTo>
                  <a:lnTo>
                    <a:pt x="727202" y="1560181"/>
                  </a:lnTo>
                  <a:close/>
                </a:path>
                <a:path w="2806700" h="1981200">
                  <a:moveTo>
                    <a:pt x="2386076" y="408431"/>
                  </a:moveTo>
                  <a:lnTo>
                    <a:pt x="1835150" y="488441"/>
                  </a:lnTo>
                  <a:lnTo>
                    <a:pt x="1835150" y="1336753"/>
                  </a:lnTo>
                  <a:lnTo>
                    <a:pt x="2167382" y="1542868"/>
                  </a:lnTo>
                  <a:lnTo>
                    <a:pt x="2167382" y="670559"/>
                  </a:lnTo>
                  <a:lnTo>
                    <a:pt x="2386076" y="408431"/>
                  </a:lnTo>
                  <a:close/>
                </a:path>
                <a:path w="2806700" h="1981200">
                  <a:moveTo>
                    <a:pt x="2741168" y="745997"/>
                  </a:moveTo>
                  <a:lnTo>
                    <a:pt x="2167382" y="670559"/>
                  </a:lnTo>
                  <a:lnTo>
                    <a:pt x="2167382" y="1542868"/>
                  </a:lnTo>
                  <a:lnTo>
                    <a:pt x="2184908" y="1553741"/>
                  </a:lnTo>
                  <a:lnTo>
                    <a:pt x="2184908" y="1187195"/>
                  </a:lnTo>
                  <a:lnTo>
                    <a:pt x="2285492" y="1192373"/>
                  </a:lnTo>
                  <a:lnTo>
                    <a:pt x="2285492" y="960882"/>
                  </a:lnTo>
                  <a:lnTo>
                    <a:pt x="2741168" y="745997"/>
                  </a:lnTo>
                  <a:close/>
                </a:path>
                <a:path w="2806700" h="1981200">
                  <a:moveTo>
                    <a:pt x="2355596" y="1659636"/>
                  </a:moveTo>
                  <a:lnTo>
                    <a:pt x="2184908" y="1187195"/>
                  </a:lnTo>
                  <a:lnTo>
                    <a:pt x="2184908" y="1553741"/>
                  </a:lnTo>
                  <a:lnTo>
                    <a:pt x="2355596" y="1659636"/>
                  </a:lnTo>
                  <a:close/>
                </a:path>
                <a:path w="2806700" h="1981200">
                  <a:moveTo>
                    <a:pt x="2806700" y="1219200"/>
                  </a:moveTo>
                  <a:lnTo>
                    <a:pt x="2285492" y="960882"/>
                  </a:lnTo>
                  <a:lnTo>
                    <a:pt x="2285492" y="1192373"/>
                  </a:lnTo>
                  <a:lnTo>
                    <a:pt x="2806700" y="1219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1397000" y="531876"/>
                  </a:move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0" y="788272"/>
                  </a:lnTo>
                </a:path>
                <a:path w="2806700" h="1981200">
                  <a:moveTo>
                    <a:pt x="0" y="797758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727202" y="1278636"/>
                  </a:lnTo>
                  <a:lnTo>
                    <a:pt x="609092" y="1616202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2355596" y="1659636"/>
                  </a:lnTo>
                  <a:lnTo>
                    <a:pt x="2184908" y="1187195"/>
                  </a:lnTo>
                  <a:lnTo>
                    <a:pt x="2806700" y="1219200"/>
                  </a:lnTo>
                  <a:lnTo>
                    <a:pt x="2285492" y="960882"/>
                  </a:lnTo>
                  <a:lnTo>
                    <a:pt x="2741168" y="745997"/>
                  </a:lnTo>
                  <a:lnTo>
                    <a:pt x="2167382" y="670559"/>
                  </a:lnTo>
                  <a:lnTo>
                    <a:pt x="2386076" y="408431"/>
                  </a:lnTo>
                  <a:lnTo>
                    <a:pt x="1835150" y="488441"/>
                  </a:lnTo>
                  <a:lnTo>
                    <a:pt x="1883156" y="0"/>
                  </a:lnTo>
                  <a:lnTo>
                    <a:pt x="1397000" y="531876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1878" y="3903471"/>
            <a:ext cx="1562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 đầy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1525" y="3035299"/>
            <a:ext cx="5667374" cy="3276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101" y="1086358"/>
            <a:ext cx="772287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177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vòng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vô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vòng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duy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nhất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một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chu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trình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qua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tất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cả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3259137"/>
            <a:ext cx="2816225" cy="1990725"/>
            <a:chOff x="-4762" y="3259137"/>
            <a:chExt cx="2816225" cy="1990725"/>
          </a:xfrm>
        </p:grpSpPr>
        <p:sp>
          <p:nvSpPr>
            <p:cNvPr id="5" name="object 5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591566" y="1289795"/>
                  </a:moveTo>
                  <a:lnTo>
                    <a:pt x="591566" y="698754"/>
                  </a:lnTo>
                  <a:lnTo>
                    <a:pt x="0" y="788272"/>
                  </a:lnTo>
                  <a:lnTo>
                    <a:pt x="0" y="797758"/>
                  </a:lnTo>
                  <a:lnTo>
                    <a:pt x="473456" y="1079754"/>
                  </a:lnTo>
                  <a:lnTo>
                    <a:pt x="473456" y="1299513"/>
                  </a:lnTo>
                  <a:lnTo>
                    <a:pt x="591566" y="1289795"/>
                  </a:lnTo>
                  <a:close/>
                </a:path>
                <a:path w="2806700" h="1981200">
                  <a:moveTo>
                    <a:pt x="473456" y="1299513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473456" y="1299513"/>
                  </a:lnTo>
                  <a:close/>
                </a:path>
                <a:path w="2806700" h="1981200">
                  <a:moveTo>
                    <a:pt x="1883156" y="0"/>
                  </a:moveTo>
                  <a:lnTo>
                    <a:pt x="1397000" y="531876"/>
                  </a:ln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591566" y="1289795"/>
                  </a:lnTo>
                  <a:lnTo>
                    <a:pt x="727202" y="1278636"/>
                  </a:lnTo>
                  <a:lnTo>
                    <a:pt x="727202" y="1560181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1835150" y="1336753"/>
                  </a:lnTo>
                  <a:lnTo>
                    <a:pt x="1835150" y="488441"/>
                  </a:lnTo>
                  <a:lnTo>
                    <a:pt x="1883156" y="0"/>
                  </a:lnTo>
                  <a:close/>
                </a:path>
                <a:path w="2806700" h="1981200">
                  <a:moveTo>
                    <a:pt x="727202" y="1560181"/>
                  </a:moveTo>
                  <a:lnTo>
                    <a:pt x="727202" y="1278636"/>
                  </a:lnTo>
                  <a:lnTo>
                    <a:pt x="609092" y="1616202"/>
                  </a:lnTo>
                  <a:lnTo>
                    <a:pt x="727202" y="1560181"/>
                  </a:lnTo>
                  <a:close/>
                </a:path>
                <a:path w="2806700" h="1981200">
                  <a:moveTo>
                    <a:pt x="2386076" y="408431"/>
                  </a:moveTo>
                  <a:lnTo>
                    <a:pt x="1835150" y="488441"/>
                  </a:lnTo>
                  <a:lnTo>
                    <a:pt x="1835150" y="1336753"/>
                  </a:lnTo>
                  <a:lnTo>
                    <a:pt x="2167382" y="1542868"/>
                  </a:lnTo>
                  <a:lnTo>
                    <a:pt x="2167382" y="670559"/>
                  </a:lnTo>
                  <a:lnTo>
                    <a:pt x="2386076" y="408431"/>
                  </a:lnTo>
                  <a:close/>
                </a:path>
                <a:path w="2806700" h="1981200">
                  <a:moveTo>
                    <a:pt x="2741168" y="745997"/>
                  </a:moveTo>
                  <a:lnTo>
                    <a:pt x="2167382" y="670559"/>
                  </a:lnTo>
                  <a:lnTo>
                    <a:pt x="2167382" y="1542868"/>
                  </a:lnTo>
                  <a:lnTo>
                    <a:pt x="2184908" y="1553741"/>
                  </a:lnTo>
                  <a:lnTo>
                    <a:pt x="2184908" y="1187195"/>
                  </a:lnTo>
                  <a:lnTo>
                    <a:pt x="2285492" y="1192373"/>
                  </a:lnTo>
                  <a:lnTo>
                    <a:pt x="2285492" y="960882"/>
                  </a:lnTo>
                  <a:lnTo>
                    <a:pt x="2741168" y="745997"/>
                  </a:lnTo>
                  <a:close/>
                </a:path>
                <a:path w="2806700" h="1981200">
                  <a:moveTo>
                    <a:pt x="2355596" y="1659636"/>
                  </a:moveTo>
                  <a:lnTo>
                    <a:pt x="2184908" y="1187195"/>
                  </a:lnTo>
                  <a:lnTo>
                    <a:pt x="2184908" y="1553741"/>
                  </a:lnTo>
                  <a:lnTo>
                    <a:pt x="2355596" y="1659636"/>
                  </a:lnTo>
                  <a:close/>
                </a:path>
                <a:path w="2806700" h="1981200">
                  <a:moveTo>
                    <a:pt x="2806700" y="1219200"/>
                  </a:moveTo>
                  <a:lnTo>
                    <a:pt x="2285492" y="960882"/>
                  </a:lnTo>
                  <a:lnTo>
                    <a:pt x="2285492" y="1192373"/>
                  </a:lnTo>
                  <a:lnTo>
                    <a:pt x="2806700" y="1219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1397000" y="531876"/>
                  </a:move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0" y="788272"/>
                  </a:lnTo>
                </a:path>
                <a:path w="2806700" h="1981200">
                  <a:moveTo>
                    <a:pt x="0" y="797758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727202" y="1278636"/>
                  </a:lnTo>
                  <a:lnTo>
                    <a:pt x="609092" y="1616202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2355596" y="1659636"/>
                  </a:lnTo>
                  <a:lnTo>
                    <a:pt x="2184908" y="1187195"/>
                  </a:lnTo>
                  <a:lnTo>
                    <a:pt x="2806700" y="1219200"/>
                  </a:lnTo>
                  <a:lnTo>
                    <a:pt x="2285492" y="960882"/>
                  </a:lnTo>
                  <a:lnTo>
                    <a:pt x="2741168" y="745997"/>
                  </a:lnTo>
                  <a:lnTo>
                    <a:pt x="2167382" y="670559"/>
                  </a:lnTo>
                  <a:lnTo>
                    <a:pt x="2386076" y="408431"/>
                  </a:lnTo>
                  <a:lnTo>
                    <a:pt x="1835150" y="488441"/>
                  </a:lnTo>
                  <a:lnTo>
                    <a:pt x="1883156" y="0"/>
                  </a:lnTo>
                  <a:lnTo>
                    <a:pt x="1397000" y="531876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1779" y="3903471"/>
            <a:ext cx="2160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đỉnh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969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vòng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3035299"/>
            <a:ext cx="4610099" cy="3238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101" y="1086358"/>
            <a:ext cx="800354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marR="1778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8300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bánh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xe</a:t>
            </a:r>
            <a:r>
              <a:rPr kumimoji="0" sz="2400" b="1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≥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3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từ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36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bằng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bổ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xung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thêm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mới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nối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tất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W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3259137"/>
            <a:ext cx="2816225" cy="1990725"/>
            <a:chOff x="-4762" y="3259137"/>
            <a:chExt cx="2816225" cy="1990725"/>
          </a:xfrm>
        </p:grpSpPr>
        <p:sp>
          <p:nvSpPr>
            <p:cNvPr id="5" name="object 5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591566" y="1289795"/>
                  </a:moveTo>
                  <a:lnTo>
                    <a:pt x="591566" y="698754"/>
                  </a:lnTo>
                  <a:lnTo>
                    <a:pt x="0" y="788272"/>
                  </a:lnTo>
                  <a:lnTo>
                    <a:pt x="0" y="797758"/>
                  </a:lnTo>
                  <a:lnTo>
                    <a:pt x="473456" y="1079754"/>
                  </a:lnTo>
                  <a:lnTo>
                    <a:pt x="473456" y="1299513"/>
                  </a:lnTo>
                  <a:lnTo>
                    <a:pt x="591566" y="1289795"/>
                  </a:lnTo>
                  <a:close/>
                </a:path>
                <a:path w="2806700" h="1981200">
                  <a:moveTo>
                    <a:pt x="473456" y="1299513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473456" y="1299513"/>
                  </a:lnTo>
                  <a:close/>
                </a:path>
                <a:path w="2806700" h="1981200">
                  <a:moveTo>
                    <a:pt x="1883156" y="0"/>
                  </a:moveTo>
                  <a:lnTo>
                    <a:pt x="1397000" y="531876"/>
                  </a:ln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591566" y="1289795"/>
                  </a:lnTo>
                  <a:lnTo>
                    <a:pt x="727202" y="1278636"/>
                  </a:lnTo>
                  <a:lnTo>
                    <a:pt x="727202" y="1560181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1835150" y="1336753"/>
                  </a:lnTo>
                  <a:lnTo>
                    <a:pt x="1835150" y="488441"/>
                  </a:lnTo>
                  <a:lnTo>
                    <a:pt x="1883156" y="0"/>
                  </a:lnTo>
                  <a:close/>
                </a:path>
                <a:path w="2806700" h="1981200">
                  <a:moveTo>
                    <a:pt x="727202" y="1560181"/>
                  </a:moveTo>
                  <a:lnTo>
                    <a:pt x="727202" y="1278636"/>
                  </a:lnTo>
                  <a:lnTo>
                    <a:pt x="609092" y="1616202"/>
                  </a:lnTo>
                  <a:lnTo>
                    <a:pt x="727202" y="1560181"/>
                  </a:lnTo>
                  <a:close/>
                </a:path>
                <a:path w="2806700" h="1981200">
                  <a:moveTo>
                    <a:pt x="2386076" y="408431"/>
                  </a:moveTo>
                  <a:lnTo>
                    <a:pt x="1835150" y="488441"/>
                  </a:lnTo>
                  <a:lnTo>
                    <a:pt x="1835150" y="1336753"/>
                  </a:lnTo>
                  <a:lnTo>
                    <a:pt x="2167382" y="1542868"/>
                  </a:lnTo>
                  <a:lnTo>
                    <a:pt x="2167382" y="670559"/>
                  </a:lnTo>
                  <a:lnTo>
                    <a:pt x="2386076" y="408431"/>
                  </a:lnTo>
                  <a:close/>
                </a:path>
                <a:path w="2806700" h="1981200">
                  <a:moveTo>
                    <a:pt x="2741168" y="745997"/>
                  </a:moveTo>
                  <a:lnTo>
                    <a:pt x="2167382" y="670559"/>
                  </a:lnTo>
                  <a:lnTo>
                    <a:pt x="2167382" y="1542868"/>
                  </a:lnTo>
                  <a:lnTo>
                    <a:pt x="2184908" y="1553741"/>
                  </a:lnTo>
                  <a:lnTo>
                    <a:pt x="2184908" y="1187195"/>
                  </a:lnTo>
                  <a:lnTo>
                    <a:pt x="2285492" y="1192373"/>
                  </a:lnTo>
                  <a:lnTo>
                    <a:pt x="2285492" y="960882"/>
                  </a:lnTo>
                  <a:lnTo>
                    <a:pt x="2741168" y="745997"/>
                  </a:lnTo>
                  <a:close/>
                </a:path>
                <a:path w="2806700" h="1981200">
                  <a:moveTo>
                    <a:pt x="2355596" y="1659636"/>
                  </a:moveTo>
                  <a:lnTo>
                    <a:pt x="2184908" y="1187195"/>
                  </a:lnTo>
                  <a:lnTo>
                    <a:pt x="2184908" y="1553741"/>
                  </a:lnTo>
                  <a:lnTo>
                    <a:pt x="2355596" y="1659636"/>
                  </a:lnTo>
                  <a:close/>
                </a:path>
                <a:path w="2806700" h="1981200">
                  <a:moveTo>
                    <a:pt x="2806700" y="1219200"/>
                  </a:moveTo>
                  <a:lnTo>
                    <a:pt x="2285492" y="960882"/>
                  </a:lnTo>
                  <a:lnTo>
                    <a:pt x="2285492" y="1192373"/>
                  </a:lnTo>
                  <a:lnTo>
                    <a:pt x="2806700" y="1219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1397000" y="531876"/>
                  </a:move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0" y="788272"/>
                  </a:lnTo>
                </a:path>
                <a:path w="2806700" h="1981200">
                  <a:moveTo>
                    <a:pt x="0" y="797758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727202" y="1278636"/>
                  </a:lnTo>
                  <a:lnTo>
                    <a:pt x="609092" y="1616202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2355596" y="1659636"/>
                  </a:lnTo>
                  <a:lnTo>
                    <a:pt x="2184908" y="1187195"/>
                  </a:lnTo>
                  <a:lnTo>
                    <a:pt x="2806700" y="1219200"/>
                  </a:lnTo>
                  <a:lnTo>
                    <a:pt x="2285492" y="960882"/>
                  </a:lnTo>
                  <a:lnTo>
                    <a:pt x="2741168" y="745997"/>
                  </a:lnTo>
                  <a:lnTo>
                    <a:pt x="2167382" y="670559"/>
                  </a:lnTo>
                  <a:lnTo>
                    <a:pt x="2386076" y="408431"/>
                  </a:lnTo>
                  <a:lnTo>
                    <a:pt x="1835150" y="488441"/>
                  </a:lnTo>
                  <a:lnTo>
                    <a:pt x="1883156" y="0"/>
                  </a:lnTo>
                  <a:lnTo>
                    <a:pt x="1397000" y="531876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1779" y="3903471"/>
            <a:ext cx="2160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đỉnh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2865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bánh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4925" y="2882899"/>
            <a:ext cx="4676774" cy="3276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63537" y="3568700"/>
            <a:ext cx="8539480" cy="2976880"/>
            <a:chOff x="363537" y="3568700"/>
            <a:chExt cx="8539480" cy="2976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7725" y="3568700"/>
              <a:ext cx="5514974" cy="1981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8300" y="4406900"/>
              <a:ext cx="3810000" cy="2133600"/>
            </a:xfrm>
            <a:custGeom>
              <a:avLst/>
              <a:gdLst/>
              <a:ahLst/>
              <a:cxnLst/>
              <a:rect l="l" t="t" r="r" b="b"/>
              <a:pathLst>
                <a:path w="3810000" h="2133600">
                  <a:moveTo>
                    <a:pt x="3810000" y="1312926"/>
                  </a:moveTo>
                  <a:lnTo>
                    <a:pt x="3105912" y="1034795"/>
                  </a:lnTo>
                  <a:lnTo>
                    <a:pt x="3721607" y="803910"/>
                  </a:lnTo>
                  <a:lnTo>
                    <a:pt x="2945891" y="722376"/>
                  </a:lnTo>
                  <a:lnTo>
                    <a:pt x="3242310" y="440436"/>
                  </a:lnTo>
                  <a:lnTo>
                    <a:pt x="2497074" y="525780"/>
                  </a:lnTo>
                  <a:lnTo>
                    <a:pt x="2561844" y="0"/>
                  </a:lnTo>
                  <a:lnTo>
                    <a:pt x="1905000" y="573024"/>
                  </a:lnTo>
                  <a:lnTo>
                    <a:pt x="1472945" y="226314"/>
                  </a:lnTo>
                  <a:lnTo>
                    <a:pt x="1290066" y="624078"/>
                  </a:lnTo>
                  <a:lnTo>
                    <a:pt x="65531" y="226314"/>
                  </a:lnTo>
                  <a:lnTo>
                    <a:pt x="816102" y="752094"/>
                  </a:lnTo>
                  <a:lnTo>
                    <a:pt x="0" y="851154"/>
                  </a:lnTo>
                  <a:lnTo>
                    <a:pt x="656844" y="1162812"/>
                  </a:lnTo>
                  <a:lnTo>
                    <a:pt x="23622" y="1440942"/>
                  </a:lnTo>
                  <a:lnTo>
                    <a:pt x="999744" y="1376934"/>
                  </a:lnTo>
                  <a:lnTo>
                    <a:pt x="839724" y="1740408"/>
                  </a:lnTo>
                  <a:lnTo>
                    <a:pt x="1360932" y="1543812"/>
                  </a:lnTo>
                  <a:lnTo>
                    <a:pt x="1496568" y="2133600"/>
                  </a:lnTo>
                  <a:lnTo>
                    <a:pt x="1857756" y="1475232"/>
                  </a:lnTo>
                  <a:lnTo>
                    <a:pt x="2336292" y="1949196"/>
                  </a:lnTo>
                  <a:lnTo>
                    <a:pt x="2472690" y="1427988"/>
                  </a:lnTo>
                  <a:lnTo>
                    <a:pt x="3200400" y="1787652"/>
                  </a:lnTo>
                  <a:lnTo>
                    <a:pt x="2969514" y="1278636"/>
                  </a:lnTo>
                  <a:lnTo>
                    <a:pt x="3810000" y="1312926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68300" y="4406900"/>
              <a:ext cx="3810000" cy="2133600"/>
            </a:xfrm>
            <a:custGeom>
              <a:avLst/>
              <a:gdLst/>
              <a:ahLst/>
              <a:cxnLst/>
              <a:rect l="l" t="t" r="r" b="b"/>
              <a:pathLst>
                <a:path w="3810000" h="2133600">
                  <a:moveTo>
                    <a:pt x="1905000" y="573024"/>
                  </a:moveTo>
                  <a:lnTo>
                    <a:pt x="1472945" y="226314"/>
                  </a:lnTo>
                  <a:lnTo>
                    <a:pt x="1290066" y="624078"/>
                  </a:lnTo>
                  <a:lnTo>
                    <a:pt x="65531" y="226314"/>
                  </a:lnTo>
                  <a:lnTo>
                    <a:pt x="816102" y="752094"/>
                  </a:lnTo>
                  <a:lnTo>
                    <a:pt x="0" y="851154"/>
                  </a:lnTo>
                  <a:lnTo>
                    <a:pt x="656844" y="1162812"/>
                  </a:lnTo>
                  <a:lnTo>
                    <a:pt x="23622" y="1440942"/>
                  </a:lnTo>
                  <a:lnTo>
                    <a:pt x="999744" y="1376934"/>
                  </a:lnTo>
                  <a:lnTo>
                    <a:pt x="839724" y="1740408"/>
                  </a:lnTo>
                  <a:lnTo>
                    <a:pt x="1360932" y="1543812"/>
                  </a:lnTo>
                  <a:lnTo>
                    <a:pt x="1496568" y="2133600"/>
                  </a:lnTo>
                  <a:lnTo>
                    <a:pt x="1857756" y="1475232"/>
                  </a:lnTo>
                  <a:lnTo>
                    <a:pt x="2336292" y="1949196"/>
                  </a:lnTo>
                  <a:lnTo>
                    <a:pt x="2472690" y="1427988"/>
                  </a:lnTo>
                  <a:lnTo>
                    <a:pt x="3200400" y="1787652"/>
                  </a:lnTo>
                  <a:lnTo>
                    <a:pt x="2969514" y="1278636"/>
                  </a:lnTo>
                  <a:lnTo>
                    <a:pt x="3810000" y="1312926"/>
                  </a:lnTo>
                  <a:lnTo>
                    <a:pt x="3105912" y="1034795"/>
                  </a:lnTo>
                  <a:lnTo>
                    <a:pt x="3721607" y="803910"/>
                  </a:lnTo>
                  <a:lnTo>
                    <a:pt x="2945891" y="722376"/>
                  </a:lnTo>
                  <a:lnTo>
                    <a:pt x="3242310" y="440436"/>
                  </a:lnTo>
                  <a:lnTo>
                    <a:pt x="2497074" y="525780"/>
                  </a:lnTo>
                  <a:lnTo>
                    <a:pt x="2561844" y="0"/>
                  </a:lnTo>
                  <a:lnTo>
                    <a:pt x="1905000" y="573024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855" rIns="0" bIns="0" rtlCol="0">
            <a:spAutoFit/>
          </a:bodyPr>
          <a:lstStyle/>
          <a:p>
            <a:pPr marL="354330" indent="-342265">
              <a:lnSpc>
                <a:spcPts val="2875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330" algn="l"/>
              </a:tabLst>
            </a:pPr>
            <a:r>
              <a:rPr b="1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b="1" i="0" u="heavy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b="1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b="1" i="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b="1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siêu</a:t>
            </a:r>
            <a:r>
              <a:rPr b="1" i="0" u="heavy" spc="-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b="1" i="0" u="heavy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khối</a:t>
            </a:r>
          </a:p>
          <a:p>
            <a:pPr marL="354965" marR="302260">
              <a:lnSpc>
                <a:spcPts val="2870"/>
              </a:lnSpc>
              <a:spcBef>
                <a:spcPts val="100"/>
              </a:spcBef>
            </a:pPr>
            <a:r>
              <a:rPr i="0" dirty="0">
                <a:latin typeface="Verdana"/>
                <a:cs typeface="Verdana"/>
              </a:rPr>
              <a:t>Đồ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thị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siêu</a:t>
            </a:r>
            <a:r>
              <a:rPr i="0" spc="-2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khối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k=2</a:t>
            </a:r>
            <a:r>
              <a:rPr sz="2400" i="0" baseline="24305" dirty="0">
                <a:latin typeface="Verdana"/>
                <a:cs typeface="Verdana"/>
              </a:rPr>
              <a:t>n</a:t>
            </a:r>
            <a:r>
              <a:rPr sz="2400" i="0" spc="375" baseline="2430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đỉnh</a:t>
            </a:r>
            <a:r>
              <a:rPr sz="2400" i="0" spc="-2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là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đồ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thị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có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các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spc="-20" dirty="0">
                <a:latin typeface="Verdana"/>
                <a:cs typeface="Verdana"/>
              </a:rPr>
              <a:t>đỉnh </a:t>
            </a:r>
            <a:r>
              <a:rPr sz="2400" i="0" dirty="0">
                <a:latin typeface="Verdana"/>
                <a:cs typeface="Verdana"/>
              </a:rPr>
              <a:t>được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đánh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số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bằng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các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chuỗi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nhị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phân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độ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dài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spc="-25" dirty="0">
                <a:latin typeface="Verdana"/>
                <a:cs typeface="Verdana"/>
              </a:rPr>
              <a:t>n.</a:t>
            </a:r>
            <a:endParaRPr sz="2400">
              <a:latin typeface="Verdana"/>
              <a:cs typeface="Verdana"/>
            </a:endParaRPr>
          </a:p>
          <a:p>
            <a:pPr marL="354330" indent="-342265">
              <a:lnSpc>
                <a:spcPct val="100000"/>
              </a:lnSpc>
              <a:spcBef>
                <a:spcPts val="480"/>
              </a:spcBef>
              <a:buClr>
                <a:srgbClr val="65CCFF"/>
              </a:buClr>
              <a:buFont typeface="Wingdings"/>
              <a:buChar char=""/>
              <a:tabLst>
                <a:tab pos="354330" algn="l"/>
              </a:tabLst>
            </a:pPr>
            <a:r>
              <a:rPr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i="0" u="heavy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i="0" dirty="0">
                <a:latin typeface="Verdana"/>
                <a:cs typeface="Verdana"/>
              </a:rPr>
              <a:t>:</a:t>
            </a:r>
            <a:r>
              <a:rPr i="0" spc="-20" dirty="0">
                <a:latin typeface="Verdana"/>
                <a:cs typeface="Verdana"/>
              </a:rPr>
              <a:t> </a:t>
            </a:r>
            <a:r>
              <a:rPr i="0" spc="-25" dirty="0">
                <a:latin typeface="Verdana"/>
                <a:cs typeface="Verdana"/>
              </a:rPr>
              <a:t>Q</a:t>
            </a:r>
            <a:r>
              <a:rPr sz="2400" i="0" spc="-37" baseline="-20833" dirty="0">
                <a:latin typeface="Verdana"/>
                <a:cs typeface="Verdana"/>
              </a:rPr>
              <a:t>n</a:t>
            </a:r>
            <a:endParaRPr sz="2400" baseline="-20833">
              <a:latin typeface="Verdana"/>
              <a:cs typeface="Verdana"/>
            </a:endParaRPr>
          </a:p>
          <a:p>
            <a:pPr marL="354965" marR="17780" indent="-342900">
              <a:lnSpc>
                <a:spcPct val="100000"/>
              </a:lnSpc>
              <a:spcBef>
                <a:spcPts val="57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i="0" dirty="0">
                <a:latin typeface="Verdana"/>
                <a:cs typeface="Verdana"/>
              </a:rPr>
              <a:t>Hai</a:t>
            </a:r>
            <a:r>
              <a:rPr i="0" spc="-4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đỉnh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kề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nhau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nếu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2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chuỗi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nhị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phân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tương</a:t>
            </a:r>
            <a:r>
              <a:rPr i="0" spc="-25" dirty="0">
                <a:latin typeface="Verdana"/>
                <a:cs typeface="Verdana"/>
              </a:rPr>
              <a:t> ứng </a:t>
            </a:r>
            <a:r>
              <a:rPr i="0" dirty="0">
                <a:latin typeface="Verdana"/>
                <a:cs typeface="Verdana"/>
              </a:rPr>
              <a:t>chỉ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khác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nhau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1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spc="-20" dirty="0">
                <a:latin typeface="Verdana"/>
                <a:cs typeface="Verdana"/>
              </a:rPr>
              <a:t>bit.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7478" y="5116576"/>
            <a:ext cx="2592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674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siêu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khối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là: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n.2</a:t>
            </a:r>
            <a:r>
              <a:rPr kumimoji="0" sz="1800" b="0" i="0" u="none" strike="noStrike" kern="0" cap="none" spc="0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800" b="0" i="0" u="none" strike="noStrike" kern="0" cap="none" spc="-7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-</a:t>
            </a:r>
            <a:r>
              <a:rPr kumimoji="0" sz="1800" b="0" i="0" u="none" strike="noStrike" kern="0" cap="none" spc="-15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75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endParaRPr kumimoji="0" sz="1800" b="0" i="0" u="none" strike="noStrike" kern="0" cap="none" spc="0" normalizeH="0" baseline="23148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979678"/>
            <a:ext cx="7806690" cy="185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hai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phía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56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G=(V,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E)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phía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5600" marR="0" lvl="0" indent="0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47925" algn="l"/>
                <a:tab pos="3699510" algn="l"/>
                <a:tab pos="493014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-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 =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</a:t>
            </a:r>
            <a:r>
              <a:rPr kumimoji="0" sz="240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Y,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≠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Y ≠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X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2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=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  <a:p>
            <a:pPr marL="354965" marR="0" lvl="0" indent="0" defTabSz="914400" eaLnBrk="1" fontAlgn="auto" latinLnBrk="0" hangingPunct="1">
              <a:lnSpc>
                <a:spcPts val="273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-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Mỗi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sẽ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thuộc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4965" marR="0" lvl="0" indent="0" defTabSz="914400" eaLnBrk="1" fontAlgn="auto" latinLnBrk="0" hangingPunct="1"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thuộc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4275" y="3187700"/>
            <a:ext cx="4772025" cy="304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101" y="1000252"/>
            <a:ext cx="808355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Đồ</a:t>
            </a:r>
            <a:r>
              <a:rPr kumimoji="0" sz="2400" b="1" i="0" u="heavy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thị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hai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phía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đầy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đủ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17780" lvl="0" indent="0" defTabSz="914400" eaLnBrk="1" fontAlgn="auto" latinLnBrk="0" hangingPunct="1">
              <a:lnSpc>
                <a:spcPts val="282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495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Đơn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</a:t>
            </a:r>
            <a:r>
              <a:rPr kumimoji="0" sz="240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đồ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thị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hai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phía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đầy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đủ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Y.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7665" marR="0" lvl="0" indent="0" defTabSz="914400" eaLnBrk="1" fontAlgn="auto" latinLnBrk="0" hangingPunct="1">
              <a:lnSpc>
                <a:spcPts val="27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|X|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|Y|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thì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ký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hiệu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là: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m,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7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1137" y="3259137"/>
            <a:ext cx="2828925" cy="2524125"/>
            <a:chOff x="211137" y="3259137"/>
            <a:chExt cx="2828925" cy="2524125"/>
          </a:xfrm>
        </p:grpSpPr>
        <p:sp>
          <p:nvSpPr>
            <p:cNvPr id="5" name="object 5"/>
            <p:cNvSpPr/>
            <p:nvPr/>
          </p:nvSpPr>
          <p:spPr>
            <a:xfrm>
              <a:off x="215900" y="3263900"/>
              <a:ext cx="2819400" cy="2514600"/>
            </a:xfrm>
            <a:custGeom>
              <a:avLst/>
              <a:gdLst/>
              <a:ahLst/>
              <a:cxnLst/>
              <a:rect l="l" t="t" r="r" b="b"/>
              <a:pathLst>
                <a:path w="2819400" h="2514600">
                  <a:moveTo>
                    <a:pt x="2819400" y="1546860"/>
                  </a:moveTo>
                  <a:lnTo>
                    <a:pt x="2298191" y="1219200"/>
                  </a:lnTo>
                  <a:lnTo>
                    <a:pt x="2753868" y="947166"/>
                  </a:lnTo>
                  <a:lnTo>
                    <a:pt x="2180082" y="851916"/>
                  </a:lnTo>
                  <a:lnTo>
                    <a:pt x="2398776" y="518922"/>
                  </a:lnTo>
                  <a:lnTo>
                    <a:pt x="1847850" y="620268"/>
                  </a:lnTo>
                  <a:lnTo>
                    <a:pt x="1895856" y="0"/>
                  </a:lnTo>
                  <a:lnTo>
                    <a:pt x="1409700" y="675132"/>
                  </a:lnTo>
                  <a:lnTo>
                    <a:pt x="1090422" y="267462"/>
                  </a:lnTo>
                  <a:lnTo>
                    <a:pt x="954024" y="736092"/>
                  </a:lnTo>
                  <a:lnTo>
                    <a:pt x="48006" y="267462"/>
                  </a:lnTo>
                  <a:lnTo>
                    <a:pt x="604266" y="886968"/>
                  </a:lnTo>
                  <a:lnTo>
                    <a:pt x="0" y="1002792"/>
                  </a:lnTo>
                  <a:lnTo>
                    <a:pt x="486156" y="1370838"/>
                  </a:lnTo>
                  <a:lnTo>
                    <a:pt x="17525" y="1698498"/>
                  </a:lnTo>
                  <a:lnTo>
                    <a:pt x="739902" y="1622298"/>
                  </a:lnTo>
                  <a:lnTo>
                    <a:pt x="621792" y="2050542"/>
                  </a:lnTo>
                  <a:lnTo>
                    <a:pt x="1007364" y="1818894"/>
                  </a:lnTo>
                  <a:lnTo>
                    <a:pt x="1107186" y="2514600"/>
                  </a:lnTo>
                  <a:lnTo>
                    <a:pt x="1374648" y="1738884"/>
                  </a:lnTo>
                  <a:lnTo>
                    <a:pt x="1728978" y="2297430"/>
                  </a:lnTo>
                  <a:lnTo>
                    <a:pt x="1830324" y="1683258"/>
                  </a:lnTo>
                  <a:lnTo>
                    <a:pt x="2368296" y="2106168"/>
                  </a:lnTo>
                  <a:lnTo>
                    <a:pt x="2197608" y="1506474"/>
                  </a:lnTo>
                  <a:lnTo>
                    <a:pt x="2819400" y="154686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15900" y="3263900"/>
              <a:ext cx="2819400" cy="2514600"/>
            </a:xfrm>
            <a:custGeom>
              <a:avLst/>
              <a:gdLst/>
              <a:ahLst/>
              <a:cxnLst/>
              <a:rect l="l" t="t" r="r" b="b"/>
              <a:pathLst>
                <a:path w="2819400" h="2514600">
                  <a:moveTo>
                    <a:pt x="1409700" y="675132"/>
                  </a:moveTo>
                  <a:lnTo>
                    <a:pt x="1090422" y="267462"/>
                  </a:lnTo>
                  <a:lnTo>
                    <a:pt x="954024" y="736092"/>
                  </a:lnTo>
                  <a:lnTo>
                    <a:pt x="48006" y="267462"/>
                  </a:lnTo>
                  <a:lnTo>
                    <a:pt x="604266" y="886968"/>
                  </a:lnTo>
                  <a:lnTo>
                    <a:pt x="0" y="1002792"/>
                  </a:lnTo>
                  <a:lnTo>
                    <a:pt x="486156" y="1370838"/>
                  </a:lnTo>
                  <a:lnTo>
                    <a:pt x="17525" y="1698498"/>
                  </a:lnTo>
                  <a:lnTo>
                    <a:pt x="739902" y="1622298"/>
                  </a:lnTo>
                  <a:lnTo>
                    <a:pt x="621792" y="2050542"/>
                  </a:lnTo>
                  <a:lnTo>
                    <a:pt x="1007364" y="1818894"/>
                  </a:lnTo>
                  <a:lnTo>
                    <a:pt x="1107186" y="2514600"/>
                  </a:lnTo>
                  <a:lnTo>
                    <a:pt x="1374648" y="1738884"/>
                  </a:lnTo>
                  <a:lnTo>
                    <a:pt x="1728978" y="2297430"/>
                  </a:lnTo>
                  <a:lnTo>
                    <a:pt x="1830324" y="1683258"/>
                  </a:lnTo>
                  <a:lnTo>
                    <a:pt x="2368296" y="2106168"/>
                  </a:lnTo>
                  <a:lnTo>
                    <a:pt x="2197608" y="1506474"/>
                  </a:lnTo>
                  <a:lnTo>
                    <a:pt x="2819400" y="1546860"/>
                  </a:lnTo>
                  <a:lnTo>
                    <a:pt x="2298191" y="1219200"/>
                  </a:lnTo>
                  <a:lnTo>
                    <a:pt x="2753868" y="947166"/>
                  </a:lnTo>
                  <a:lnTo>
                    <a:pt x="2180082" y="851916"/>
                  </a:lnTo>
                  <a:lnTo>
                    <a:pt x="2398776" y="518922"/>
                  </a:lnTo>
                  <a:lnTo>
                    <a:pt x="1847850" y="620268"/>
                  </a:lnTo>
                  <a:lnTo>
                    <a:pt x="1895856" y="0"/>
                  </a:lnTo>
                  <a:lnTo>
                    <a:pt x="1409700" y="675132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1726" y="4152645"/>
            <a:ext cx="195643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hai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phía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đầy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8675" y="3340100"/>
            <a:ext cx="4924424" cy="2743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46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indent="-369570">
              <a:lnSpc>
                <a:spcPct val="100000"/>
              </a:lnSpc>
              <a:spcBef>
                <a:spcPts val="95"/>
              </a:spcBef>
              <a:buClr>
                <a:srgbClr val="65CCFF"/>
              </a:buClr>
              <a:buSzPct val="95312"/>
              <a:buFont typeface="Wingdings"/>
              <a:buChar char=""/>
              <a:tabLst>
                <a:tab pos="373380" algn="l"/>
              </a:tabLst>
            </a:pPr>
            <a:r>
              <a:rPr sz="3200" b="1" i="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sz="3200" b="1" i="0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i="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lý:</a:t>
            </a:r>
            <a:endParaRPr sz="3200">
              <a:latin typeface="Times New Roman"/>
              <a:cs typeface="Times New Roman"/>
            </a:endParaRPr>
          </a:p>
          <a:p>
            <a:pPr marL="354965" marR="5080">
              <a:lnSpc>
                <a:spcPct val="100000"/>
              </a:lnSpc>
              <a:spcBef>
                <a:spcPts val="25"/>
              </a:spcBef>
            </a:pPr>
            <a:r>
              <a:rPr sz="2800" i="0" dirty="0">
                <a:latin typeface="Times New Roman"/>
                <a:cs typeface="Times New Roman"/>
              </a:rPr>
              <a:t>Đơn</a:t>
            </a:r>
            <a:r>
              <a:rPr sz="2800" i="0" spc="-2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đồ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thị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G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=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(V,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E)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là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đồ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thị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hai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phía</a:t>
            </a:r>
            <a:r>
              <a:rPr sz="2800" i="0" spc="-2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khi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và</a:t>
            </a:r>
            <a:r>
              <a:rPr sz="2800" i="0" spc="-2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chỉ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spc="-25" dirty="0">
                <a:latin typeface="Times New Roman"/>
                <a:cs typeface="Times New Roman"/>
              </a:rPr>
              <a:t>khi </a:t>
            </a:r>
            <a:r>
              <a:rPr sz="2800" i="0" dirty="0">
                <a:latin typeface="Times New Roman"/>
                <a:cs typeface="Times New Roman"/>
              </a:rPr>
              <a:t>nó</a:t>
            </a:r>
            <a:r>
              <a:rPr sz="2800" i="0" spc="-3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không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chứa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chu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trình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độ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dài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spc="-25" dirty="0">
                <a:latin typeface="Times New Roman"/>
                <a:cs typeface="Times New Roman"/>
              </a:rPr>
              <a:t>lẻ.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ts val="3350"/>
              </a:lnSpc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Chứng</a:t>
            </a:r>
            <a:r>
              <a:rPr sz="2800" i="0" u="heavy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800" i="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minh:</a:t>
            </a:r>
            <a:endParaRPr sz="2800">
              <a:latin typeface="Verdana"/>
              <a:cs typeface="Verdana"/>
            </a:endParaRPr>
          </a:p>
          <a:p>
            <a:pPr marL="355600">
              <a:lnSpc>
                <a:spcPts val="2865"/>
              </a:lnSpc>
            </a:pPr>
            <a:r>
              <a:rPr i="0" dirty="0">
                <a:latin typeface="Symbol"/>
                <a:cs typeface="Symbol"/>
              </a:rPr>
              <a:t></a:t>
            </a:r>
            <a:r>
              <a:rPr i="0" spc="215" dirty="0">
                <a:latin typeface="Times New Roman"/>
                <a:cs typeface="Times New Roman"/>
              </a:rPr>
              <a:t> </a:t>
            </a:r>
            <a:r>
              <a:rPr i="0" dirty="0">
                <a:latin typeface="Verdana"/>
                <a:cs typeface="Verdana"/>
              </a:rPr>
              <a:t>Đồ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thị</a:t>
            </a:r>
            <a:r>
              <a:rPr i="0" spc="-2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hai</a:t>
            </a:r>
            <a:r>
              <a:rPr i="0" spc="-20" dirty="0">
                <a:latin typeface="Verdana"/>
                <a:cs typeface="Verdana"/>
              </a:rPr>
              <a:t> phía</a:t>
            </a:r>
          </a:p>
          <a:p>
            <a:pPr marL="1357630">
              <a:lnSpc>
                <a:spcPts val="2875"/>
              </a:lnSpc>
              <a:tabLst>
                <a:tab pos="1980564" algn="l"/>
              </a:tabLst>
            </a:pPr>
            <a:r>
              <a:rPr i="0" spc="-50" dirty="0">
                <a:latin typeface="Symbol"/>
                <a:cs typeface="Symbol"/>
              </a:rPr>
              <a:t></a:t>
            </a:r>
            <a:r>
              <a:rPr i="0" dirty="0">
                <a:latin typeface="Times New Roman"/>
                <a:cs typeface="Times New Roman"/>
              </a:rPr>
              <a:t>	</a:t>
            </a:r>
            <a:r>
              <a:rPr i="0" dirty="0">
                <a:latin typeface="Verdana"/>
                <a:cs typeface="Verdana"/>
              </a:rPr>
              <a:t>Không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chứa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chu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trình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độ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dài</a:t>
            </a:r>
            <a:r>
              <a:rPr i="0" spc="-40" dirty="0">
                <a:latin typeface="Verdana"/>
                <a:cs typeface="Verdana"/>
              </a:rPr>
              <a:t> </a:t>
            </a:r>
            <a:r>
              <a:rPr i="0" spc="-25" dirty="0">
                <a:latin typeface="Verdana"/>
                <a:cs typeface="Verdana"/>
              </a:rPr>
              <a:t>lẻ</a:t>
            </a:r>
          </a:p>
          <a:p>
            <a:pPr marL="354330">
              <a:lnSpc>
                <a:spcPts val="2875"/>
              </a:lnSpc>
            </a:pPr>
            <a:r>
              <a:rPr i="0" dirty="0">
                <a:latin typeface="Symbol"/>
                <a:cs typeface="Symbol"/>
              </a:rPr>
              <a:t></a:t>
            </a:r>
            <a:r>
              <a:rPr i="0" spc="204" dirty="0">
                <a:latin typeface="Times New Roman"/>
                <a:cs typeface="Times New Roman"/>
              </a:rPr>
              <a:t> </a:t>
            </a:r>
            <a:r>
              <a:rPr i="0" dirty="0">
                <a:latin typeface="Verdana"/>
                <a:cs typeface="Verdana"/>
              </a:rPr>
              <a:t>Đồ</a:t>
            </a:r>
            <a:r>
              <a:rPr i="0" spc="-4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thị,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không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chứa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chu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trình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độ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dài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spc="-25" dirty="0">
                <a:latin typeface="Verdana"/>
                <a:cs typeface="Verdana"/>
              </a:rPr>
              <a:t>lẻ</a:t>
            </a:r>
          </a:p>
          <a:p>
            <a:pPr marL="1324610">
              <a:lnSpc>
                <a:spcPts val="2875"/>
              </a:lnSpc>
              <a:tabLst>
                <a:tab pos="1949450" algn="l"/>
              </a:tabLst>
            </a:pPr>
            <a:r>
              <a:rPr i="0" spc="-50" dirty="0">
                <a:latin typeface="Symbol"/>
                <a:cs typeface="Symbol"/>
              </a:rPr>
              <a:t></a:t>
            </a:r>
            <a:r>
              <a:rPr i="0" dirty="0">
                <a:latin typeface="Times New Roman"/>
                <a:cs typeface="Times New Roman"/>
              </a:rPr>
              <a:t>	</a:t>
            </a:r>
            <a:r>
              <a:rPr i="0" dirty="0">
                <a:latin typeface="Verdana"/>
                <a:cs typeface="Verdana"/>
              </a:rPr>
              <a:t>hai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spc="-20" dirty="0">
                <a:latin typeface="Verdana"/>
                <a:cs typeface="Verdana"/>
              </a:rPr>
              <a:t>phía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292100" y="1739900"/>
            <a:ext cx="8458200" cy="3733800"/>
          </a:xfrm>
          <a:custGeom>
            <a:avLst/>
            <a:gdLst/>
            <a:ahLst/>
            <a:cxnLst/>
            <a:rect l="l" t="t" r="r" b="b"/>
            <a:pathLst>
              <a:path w="8458200" h="3733800">
                <a:moveTo>
                  <a:pt x="0" y="0"/>
                </a:moveTo>
                <a:lnTo>
                  <a:pt x="0" y="3733800"/>
                </a:lnTo>
                <a:lnTo>
                  <a:pt x="8458200" y="3733800"/>
                </a:lnTo>
                <a:lnTo>
                  <a:pt x="8458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801" y="1000251"/>
            <a:ext cx="8155305" cy="412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Thuật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toán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kiểm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71525" marR="0" lvl="1" indent="-373380" defTabSz="914400" eaLnBrk="1" fontAlgn="auto" latinLnBrk="0" hangingPunct="1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71525" algn="l"/>
                <a:tab pos="479933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Chọn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kỳ.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Đặt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X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{v}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52475" marR="0" lvl="1" indent="-354330" defTabSz="914400" eaLnBrk="1" fontAlgn="auto" latinLnBrk="0" hangingPunct="1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5247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|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kề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v,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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X}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53745" marR="0" lvl="1" indent="-35560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53745" algn="l"/>
                <a:tab pos="1524000" algn="l"/>
                <a:tab pos="333121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X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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53110" marR="0" lvl="1" indent="-354965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5311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Ngược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lại,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đặt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:=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Quay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trở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lại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2.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81990" marR="5080" lvl="1" indent="-285115" algn="just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81990" algn="l"/>
                <a:tab pos="75247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Nếu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tất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cả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xét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hết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mà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xảy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3.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thì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phía.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Ngược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lại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1000252"/>
            <a:ext cx="4671695" cy="367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Ví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dụ: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X=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{1}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309880" lvl="0" indent="0" defTabSz="91440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{5},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X:=Y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{1,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2},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X:=Y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{5,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7},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X:=Y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2404110" lvl="0" indent="0" defTabSz="914400" eaLnBrk="1" fontAlgn="auto" latinLnBrk="0" hangingPunct="1">
              <a:lnSpc>
                <a:spcPts val="288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{1,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2, 3,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4}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DỪNG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1263650" lvl="0" indent="0" defTabSz="91440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phía: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X={1,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4}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0" lvl="0" indent="0" defTabSz="914400" eaLnBrk="1" fontAlgn="auto" latinLnBrk="0" hangingPunct="1">
              <a:lnSpc>
                <a:spcPts val="2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Y={5,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7}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0825" y="1206500"/>
            <a:ext cx="3267074" cy="3428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941578"/>
            <a:ext cx="72390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175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Kiểm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sau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phải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phía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475" y="2197099"/>
            <a:ext cx="5686424" cy="3505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941578"/>
            <a:ext cx="392112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phải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88137" y="3868737"/>
            <a:ext cx="1914525" cy="1533525"/>
            <a:chOff x="6688137" y="3868737"/>
            <a:chExt cx="1914525" cy="1533525"/>
          </a:xfrm>
        </p:grpSpPr>
        <p:sp>
          <p:nvSpPr>
            <p:cNvPr id="5" name="object 5"/>
            <p:cNvSpPr/>
            <p:nvPr/>
          </p:nvSpPr>
          <p:spPr>
            <a:xfrm>
              <a:off x="6692900" y="3873500"/>
              <a:ext cx="1905000" cy="1524000"/>
            </a:xfrm>
            <a:custGeom>
              <a:avLst/>
              <a:gdLst/>
              <a:ahLst/>
              <a:cxnLst/>
              <a:rect l="l" t="t" r="r" b="b"/>
              <a:pathLst>
                <a:path w="1905000" h="1524000">
                  <a:moveTo>
                    <a:pt x="1905000" y="938021"/>
                  </a:moveTo>
                  <a:lnTo>
                    <a:pt x="1552956" y="739139"/>
                  </a:lnTo>
                  <a:lnTo>
                    <a:pt x="1860803" y="573785"/>
                  </a:lnTo>
                  <a:lnTo>
                    <a:pt x="1472945" y="515873"/>
                  </a:lnTo>
                  <a:lnTo>
                    <a:pt x="1620774" y="314705"/>
                  </a:lnTo>
                  <a:lnTo>
                    <a:pt x="1248156" y="375665"/>
                  </a:lnTo>
                  <a:lnTo>
                    <a:pt x="1280922" y="0"/>
                  </a:lnTo>
                  <a:lnTo>
                    <a:pt x="952500" y="409193"/>
                  </a:lnTo>
                  <a:lnTo>
                    <a:pt x="736854" y="161543"/>
                  </a:lnTo>
                  <a:lnTo>
                    <a:pt x="644652" y="445769"/>
                  </a:lnTo>
                  <a:lnTo>
                    <a:pt x="32765" y="161543"/>
                  </a:lnTo>
                  <a:lnTo>
                    <a:pt x="408431" y="537209"/>
                  </a:lnTo>
                  <a:lnTo>
                    <a:pt x="0" y="608075"/>
                  </a:lnTo>
                  <a:lnTo>
                    <a:pt x="328422" y="830579"/>
                  </a:lnTo>
                  <a:lnTo>
                    <a:pt x="12191" y="1029461"/>
                  </a:lnTo>
                  <a:lnTo>
                    <a:pt x="499872" y="982979"/>
                  </a:lnTo>
                  <a:lnTo>
                    <a:pt x="419862" y="1242821"/>
                  </a:lnTo>
                  <a:lnTo>
                    <a:pt x="680466" y="1102613"/>
                  </a:lnTo>
                  <a:lnTo>
                    <a:pt x="748284" y="1523999"/>
                  </a:lnTo>
                  <a:lnTo>
                    <a:pt x="928878" y="1053845"/>
                  </a:lnTo>
                  <a:lnTo>
                    <a:pt x="1168146" y="1392173"/>
                  </a:lnTo>
                  <a:lnTo>
                    <a:pt x="1236726" y="1020317"/>
                  </a:lnTo>
                  <a:lnTo>
                    <a:pt x="1600200" y="1276349"/>
                  </a:lnTo>
                  <a:lnTo>
                    <a:pt x="1485138" y="912875"/>
                  </a:lnTo>
                  <a:lnTo>
                    <a:pt x="1905000" y="938021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692900" y="3873500"/>
              <a:ext cx="1905000" cy="1524000"/>
            </a:xfrm>
            <a:custGeom>
              <a:avLst/>
              <a:gdLst/>
              <a:ahLst/>
              <a:cxnLst/>
              <a:rect l="l" t="t" r="r" b="b"/>
              <a:pathLst>
                <a:path w="1905000" h="1524000">
                  <a:moveTo>
                    <a:pt x="952500" y="409193"/>
                  </a:moveTo>
                  <a:lnTo>
                    <a:pt x="736854" y="161543"/>
                  </a:lnTo>
                  <a:lnTo>
                    <a:pt x="644652" y="445769"/>
                  </a:lnTo>
                  <a:lnTo>
                    <a:pt x="32765" y="161543"/>
                  </a:lnTo>
                  <a:lnTo>
                    <a:pt x="408431" y="537209"/>
                  </a:lnTo>
                  <a:lnTo>
                    <a:pt x="0" y="608075"/>
                  </a:lnTo>
                  <a:lnTo>
                    <a:pt x="328422" y="830579"/>
                  </a:lnTo>
                  <a:lnTo>
                    <a:pt x="12191" y="1029461"/>
                  </a:lnTo>
                  <a:lnTo>
                    <a:pt x="499872" y="982979"/>
                  </a:lnTo>
                  <a:lnTo>
                    <a:pt x="419862" y="1242821"/>
                  </a:lnTo>
                  <a:lnTo>
                    <a:pt x="680466" y="1102613"/>
                  </a:lnTo>
                  <a:lnTo>
                    <a:pt x="748284" y="1523999"/>
                  </a:lnTo>
                  <a:lnTo>
                    <a:pt x="928878" y="1053845"/>
                  </a:lnTo>
                  <a:lnTo>
                    <a:pt x="1168146" y="1392173"/>
                  </a:lnTo>
                  <a:lnTo>
                    <a:pt x="1236726" y="1020317"/>
                  </a:lnTo>
                  <a:lnTo>
                    <a:pt x="1600200" y="1276349"/>
                  </a:lnTo>
                  <a:lnTo>
                    <a:pt x="1485138" y="912875"/>
                  </a:lnTo>
                  <a:lnTo>
                    <a:pt x="1905000" y="938021"/>
                  </a:lnTo>
                  <a:lnTo>
                    <a:pt x="1552956" y="739139"/>
                  </a:lnTo>
                  <a:lnTo>
                    <a:pt x="1860803" y="573785"/>
                  </a:lnTo>
                  <a:lnTo>
                    <a:pt x="1472945" y="515873"/>
                  </a:lnTo>
                  <a:lnTo>
                    <a:pt x="1620774" y="314705"/>
                  </a:lnTo>
                  <a:lnTo>
                    <a:pt x="1248156" y="375665"/>
                  </a:lnTo>
                  <a:lnTo>
                    <a:pt x="1280922" y="0"/>
                  </a:lnTo>
                  <a:lnTo>
                    <a:pt x="952500" y="409193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21397" y="4298950"/>
            <a:ext cx="96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064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độ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dài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lẻ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075" y="2120900"/>
            <a:ext cx="5457825" cy="3809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1086358"/>
            <a:ext cx="7795259" cy="148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algn="just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phẳng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4330" marR="5080" lvl="0" indent="635" algn="just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phẳng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thể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vẽ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nó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trên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mặt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phẳng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cạnh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không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giao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nhau.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9140" y="2690824"/>
            <a:ext cx="1443355" cy="1158240"/>
            <a:chOff x="2269140" y="2690824"/>
            <a:chExt cx="1443355" cy="1158240"/>
          </a:xfrm>
        </p:grpSpPr>
        <p:sp>
          <p:nvSpPr>
            <p:cNvPr id="5" name="object 5"/>
            <p:cNvSpPr/>
            <p:nvPr/>
          </p:nvSpPr>
          <p:spPr>
            <a:xfrm>
              <a:off x="2325878" y="2744977"/>
              <a:ext cx="1329055" cy="1049655"/>
            </a:xfrm>
            <a:custGeom>
              <a:avLst/>
              <a:gdLst/>
              <a:ahLst/>
              <a:cxnLst/>
              <a:rect l="l" t="t" r="r" b="b"/>
              <a:pathLst>
                <a:path w="1329054" h="1049654">
                  <a:moveTo>
                    <a:pt x="1328927" y="0"/>
                  </a:moveTo>
                  <a:lnTo>
                    <a:pt x="0" y="0"/>
                  </a:lnTo>
                  <a:lnTo>
                    <a:pt x="0" y="1049274"/>
                  </a:lnTo>
                  <a:lnTo>
                    <a:pt x="1328927" y="1049274"/>
                  </a:lnTo>
                </a:path>
                <a:path w="1329054" h="1049654">
                  <a:moveTo>
                    <a:pt x="1328927" y="0"/>
                  </a:moveTo>
                  <a:lnTo>
                    <a:pt x="1328927" y="1049274"/>
                  </a:lnTo>
                </a:path>
                <a:path w="1329054" h="1049654">
                  <a:moveTo>
                    <a:pt x="1328927" y="1049274"/>
                  </a:moveTo>
                  <a:lnTo>
                    <a:pt x="876299" y="691896"/>
                  </a:lnTo>
                  <a:lnTo>
                    <a:pt x="433577" y="342138"/>
                  </a:lnTo>
                  <a:lnTo>
                    <a:pt x="0" y="0"/>
                  </a:lnTo>
                </a:path>
                <a:path w="1329054" h="1049654">
                  <a:moveTo>
                    <a:pt x="1328927" y="0"/>
                  </a:moveTo>
                  <a:lnTo>
                    <a:pt x="876299" y="357378"/>
                  </a:lnTo>
                  <a:lnTo>
                    <a:pt x="433577" y="707136"/>
                  </a:lnTo>
                  <a:lnTo>
                    <a:pt x="0" y="1049274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8068" y="2690824"/>
              <a:ext cx="113903" cy="1084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140" y="2690824"/>
              <a:ext cx="113581" cy="108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9140" y="3740098"/>
              <a:ext cx="113581" cy="1084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7306" y="3739800"/>
              <a:ext cx="114998" cy="10890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971841" y="4416635"/>
            <a:ext cx="1896745" cy="1506855"/>
            <a:chOff x="1971841" y="4416635"/>
            <a:chExt cx="1896745" cy="1506855"/>
          </a:xfrm>
        </p:grpSpPr>
        <p:sp>
          <p:nvSpPr>
            <p:cNvPr id="11" name="object 11"/>
            <p:cNvSpPr/>
            <p:nvPr/>
          </p:nvSpPr>
          <p:spPr>
            <a:xfrm>
              <a:off x="2027935" y="4890008"/>
              <a:ext cx="1403985" cy="979169"/>
            </a:xfrm>
            <a:custGeom>
              <a:avLst/>
              <a:gdLst/>
              <a:ahLst/>
              <a:cxnLst/>
              <a:rect l="l" t="t" r="r" b="b"/>
              <a:pathLst>
                <a:path w="1403985" h="979170">
                  <a:moveTo>
                    <a:pt x="1403604" y="0"/>
                  </a:moveTo>
                  <a:lnTo>
                    <a:pt x="0" y="0"/>
                  </a:lnTo>
                  <a:lnTo>
                    <a:pt x="0" y="979170"/>
                  </a:lnTo>
                  <a:lnTo>
                    <a:pt x="1403604" y="979170"/>
                  </a:lnTo>
                </a:path>
                <a:path w="1403985" h="979170">
                  <a:moveTo>
                    <a:pt x="1403604" y="0"/>
                  </a:moveTo>
                  <a:lnTo>
                    <a:pt x="1403604" y="97917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027935" y="4470146"/>
              <a:ext cx="1784350" cy="1399540"/>
            </a:xfrm>
            <a:custGeom>
              <a:avLst/>
              <a:gdLst/>
              <a:ahLst/>
              <a:cxnLst/>
              <a:rect l="l" t="t" r="r" b="b"/>
              <a:pathLst>
                <a:path w="1784350" h="1399539">
                  <a:moveTo>
                    <a:pt x="1783842" y="0"/>
                  </a:moveTo>
                  <a:lnTo>
                    <a:pt x="1305306" y="762"/>
                  </a:lnTo>
                  <a:lnTo>
                    <a:pt x="835914" y="2286"/>
                  </a:lnTo>
                  <a:lnTo>
                    <a:pt x="377190" y="3048"/>
                  </a:lnTo>
                  <a:lnTo>
                    <a:pt x="377952" y="335280"/>
                  </a:lnTo>
                  <a:lnTo>
                    <a:pt x="379476" y="661416"/>
                  </a:lnTo>
                  <a:lnTo>
                    <a:pt x="380238" y="979932"/>
                  </a:lnTo>
                  <a:lnTo>
                    <a:pt x="1783842" y="979932"/>
                  </a:lnTo>
                </a:path>
                <a:path w="1784350" h="1399539">
                  <a:moveTo>
                    <a:pt x="1783842" y="0"/>
                  </a:moveTo>
                  <a:lnTo>
                    <a:pt x="1783842" y="979932"/>
                  </a:lnTo>
                </a:path>
                <a:path w="1784350" h="1399539">
                  <a:moveTo>
                    <a:pt x="377190" y="3048"/>
                  </a:moveTo>
                  <a:lnTo>
                    <a:pt x="249174" y="144780"/>
                  </a:lnTo>
                  <a:lnTo>
                    <a:pt x="123443" y="283464"/>
                  </a:lnTo>
                  <a:lnTo>
                    <a:pt x="0" y="419862"/>
                  </a:lnTo>
                </a:path>
                <a:path w="1784350" h="1399539">
                  <a:moveTo>
                    <a:pt x="1783842" y="0"/>
                  </a:moveTo>
                  <a:lnTo>
                    <a:pt x="1654302" y="143256"/>
                  </a:lnTo>
                  <a:lnTo>
                    <a:pt x="1527810" y="282702"/>
                  </a:lnTo>
                  <a:lnTo>
                    <a:pt x="1403604" y="419862"/>
                  </a:lnTo>
                </a:path>
                <a:path w="1784350" h="1399539">
                  <a:moveTo>
                    <a:pt x="1783842" y="979932"/>
                  </a:moveTo>
                  <a:lnTo>
                    <a:pt x="1654302" y="1122426"/>
                  </a:lnTo>
                  <a:lnTo>
                    <a:pt x="1527810" y="1262634"/>
                  </a:lnTo>
                  <a:lnTo>
                    <a:pt x="1403604" y="1399032"/>
                  </a:lnTo>
                </a:path>
                <a:path w="1784350" h="1399539">
                  <a:moveTo>
                    <a:pt x="380238" y="979932"/>
                  </a:moveTo>
                  <a:lnTo>
                    <a:pt x="250698" y="1122426"/>
                  </a:lnTo>
                  <a:lnTo>
                    <a:pt x="124206" y="1262634"/>
                  </a:lnTo>
                  <a:lnTo>
                    <a:pt x="0" y="1399032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1841" y="4836497"/>
              <a:ext cx="112188" cy="1062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9031" y="4419683"/>
              <a:ext cx="112188" cy="1070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71841" y="5815667"/>
              <a:ext cx="112188" cy="1070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51758" y="5396567"/>
              <a:ext cx="112510" cy="1070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5874" y="4836497"/>
              <a:ext cx="112081" cy="1062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5683" y="4416635"/>
              <a:ext cx="112188" cy="1070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5040" y="5396388"/>
              <a:ext cx="113474" cy="1073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74802" y="5815488"/>
              <a:ext cx="113474" cy="10737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144190" y="2631293"/>
            <a:ext cx="1656080" cy="1555750"/>
            <a:chOff x="5144190" y="2631293"/>
            <a:chExt cx="1656080" cy="1555750"/>
          </a:xfrm>
        </p:grpSpPr>
        <p:sp>
          <p:nvSpPr>
            <p:cNvPr id="22" name="object 22"/>
            <p:cNvSpPr/>
            <p:nvPr/>
          </p:nvSpPr>
          <p:spPr>
            <a:xfrm>
              <a:off x="5203190" y="2687065"/>
              <a:ext cx="1595755" cy="1499235"/>
            </a:xfrm>
            <a:custGeom>
              <a:avLst/>
              <a:gdLst/>
              <a:ahLst/>
              <a:cxnLst/>
              <a:rect l="l" t="t" r="r" b="b"/>
              <a:pathLst>
                <a:path w="1595754" h="1499235">
                  <a:moveTo>
                    <a:pt x="1319021" y="0"/>
                  </a:moveTo>
                  <a:lnTo>
                    <a:pt x="0" y="0"/>
                  </a:lnTo>
                  <a:lnTo>
                    <a:pt x="0" y="1087373"/>
                  </a:lnTo>
                  <a:lnTo>
                    <a:pt x="1319021" y="1087373"/>
                  </a:lnTo>
                </a:path>
                <a:path w="1595754" h="1499235">
                  <a:moveTo>
                    <a:pt x="1319021" y="0"/>
                  </a:moveTo>
                  <a:lnTo>
                    <a:pt x="1319021" y="1087373"/>
                  </a:lnTo>
                  <a:lnTo>
                    <a:pt x="981455" y="809243"/>
                  </a:lnTo>
                  <a:lnTo>
                    <a:pt x="649223" y="534924"/>
                  </a:lnTo>
                  <a:lnTo>
                    <a:pt x="321563" y="265175"/>
                  </a:lnTo>
                  <a:lnTo>
                    <a:pt x="0" y="0"/>
                  </a:lnTo>
                </a:path>
                <a:path w="1595754" h="1499235">
                  <a:moveTo>
                    <a:pt x="1319021" y="0"/>
                  </a:moveTo>
                  <a:lnTo>
                    <a:pt x="1405127" y="219455"/>
                  </a:lnTo>
                  <a:lnTo>
                    <a:pt x="1475232" y="422147"/>
                  </a:lnTo>
                  <a:lnTo>
                    <a:pt x="1529333" y="606551"/>
                  </a:lnTo>
                  <a:lnTo>
                    <a:pt x="1567433" y="774191"/>
                  </a:lnTo>
                  <a:lnTo>
                    <a:pt x="1589532" y="924305"/>
                  </a:lnTo>
                  <a:lnTo>
                    <a:pt x="1595627" y="1056893"/>
                  </a:lnTo>
                  <a:lnTo>
                    <a:pt x="1585721" y="1172717"/>
                  </a:lnTo>
                  <a:lnTo>
                    <a:pt x="1559814" y="1270253"/>
                  </a:lnTo>
                  <a:lnTo>
                    <a:pt x="1517903" y="1351025"/>
                  </a:lnTo>
                  <a:lnTo>
                    <a:pt x="1459991" y="1414271"/>
                  </a:lnTo>
                  <a:lnTo>
                    <a:pt x="1386077" y="1459992"/>
                  </a:lnTo>
                  <a:lnTo>
                    <a:pt x="1296161" y="1488186"/>
                  </a:lnTo>
                  <a:lnTo>
                    <a:pt x="1190243" y="1498853"/>
                  </a:lnTo>
                  <a:lnTo>
                    <a:pt x="1067561" y="1491995"/>
                  </a:lnTo>
                  <a:lnTo>
                    <a:pt x="929639" y="1468373"/>
                  </a:lnTo>
                  <a:lnTo>
                    <a:pt x="775715" y="1427225"/>
                  </a:lnTo>
                  <a:lnTo>
                    <a:pt x="605789" y="1368552"/>
                  </a:lnTo>
                  <a:lnTo>
                    <a:pt x="419861" y="1292352"/>
                  </a:lnTo>
                  <a:lnTo>
                    <a:pt x="217931" y="1198625"/>
                  </a:lnTo>
                  <a:lnTo>
                    <a:pt x="0" y="1087373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63188" y="3718464"/>
              <a:ext cx="118046" cy="1119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3974" y="2631293"/>
              <a:ext cx="117129" cy="11110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44190" y="2631293"/>
              <a:ext cx="117236" cy="1111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44190" y="3718774"/>
              <a:ext cx="117236" cy="111331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199286" y="3118770"/>
            <a:ext cx="401955" cy="319405"/>
            <a:chOff x="4199286" y="3118770"/>
            <a:chExt cx="401955" cy="319405"/>
          </a:xfrm>
        </p:grpSpPr>
        <p:sp>
          <p:nvSpPr>
            <p:cNvPr id="28" name="object 28"/>
            <p:cNvSpPr/>
            <p:nvPr/>
          </p:nvSpPr>
          <p:spPr>
            <a:xfrm>
              <a:off x="4200397" y="3119881"/>
              <a:ext cx="399415" cy="317500"/>
            </a:xfrm>
            <a:custGeom>
              <a:avLst/>
              <a:gdLst/>
              <a:ahLst/>
              <a:cxnLst/>
              <a:rect l="l" t="t" r="r" b="b"/>
              <a:pathLst>
                <a:path w="399414" h="317500">
                  <a:moveTo>
                    <a:pt x="399288" y="158496"/>
                  </a:moveTo>
                  <a:lnTo>
                    <a:pt x="232409" y="0"/>
                  </a:lnTo>
                  <a:lnTo>
                    <a:pt x="232409" y="104394"/>
                  </a:lnTo>
                  <a:lnTo>
                    <a:pt x="0" y="104394"/>
                  </a:lnTo>
                  <a:lnTo>
                    <a:pt x="0" y="211836"/>
                  </a:lnTo>
                  <a:lnTo>
                    <a:pt x="232409" y="211836"/>
                  </a:lnTo>
                  <a:lnTo>
                    <a:pt x="232409" y="316992"/>
                  </a:lnTo>
                  <a:lnTo>
                    <a:pt x="399288" y="15849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200397" y="3119881"/>
              <a:ext cx="399415" cy="317500"/>
            </a:xfrm>
            <a:custGeom>
              <a:avLst/>
              <a:gdLst/>
              <a:ahLst/>
              <a:cxnLst/>
              <a:rect l="l" t="t" r="r" b="b"/>
              <a:pathLst>
                <a:path w="399414" h="317500">
                  <a:moveTo>
                    <a:pt x="399288" y="158496"/>
                  </a:moveTo>
                  <a:lnTo>
                    <a:pt x="232409" y="0"/>
                  </a:lnTo>
                  <a:lnTo>
                    <a:pt x="232409" y="104394"/>
                  </a:lnTo>
                  <a:lnTo>
                    <a:pt x="0" y="104394"/>
                  </a:lnTo>
                  <a:lnTo>
                    <a:pt x="0" y="211836"/>
                  </a:lnTo>
                  <a:lnTo>
                    <a:pt x="232409" y="211836"/>
                  </a:lnTo>
                  <a:lnTo>
                    <a:pt x="232409" y="316992"/>
                  </a:lnTo>
                  <a:lnTo>
                    <a:pt x="399288" y="1584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347775" y="4545996"/>
            <a:ext cx="1499235" cy="1188720"/>
            <a:chOff x="5347775" y="4545996"/>
            <a:chExt cx="1499235" cy="1188720"/>
          </a:xfrm>
        </p:grpSpPr>
        <p:sp>
          <p:nvSpPr>
            <p:cNvPr id="31" name="object 31"/>
            <p:cNvSpPr/>
            <p:nvPr/>
          </p:nvSpPr>
          <p:spPr>
            <a:xfrm>
              <a:off x="5408167" y="4603496"/>
              <a:ext cx="1377950" cy="1073785"/>
            </a:xfrm>
            <a:custGeom>
              <a:avLst/>
              <a:gdLst/>
              <a:ahLst/>
              <a:cxnLst/>
              <a:rect l="l" t="t" r="r" b="b"/>
              <a:pathLst>
                <a:path w="1377950" h="1073785">
                  <a:moveTo>
                    <a:pt x="1377696" y="0"/>
                  </a:moveTo>
                  <a:lnTo>
                    <a:pt x="0" y="0"/>
                  </a:lnTo>
                  <a:lnTo>
                    <a:pt x="0" y="1073658"/>
                  </a:lnTo>
                  <a:lnTo>
                    <a:pt x="1377696" y="1073658"/>
                  </a:lnTo>
                </a:path>
                <a:path w="1377950" h="1073785">
                  <a:moveTo>
                    <a:pt x="1377696" y="0"/>
                  </a:moveTo>
                  <a:lnTo>
                    <a:pt x="1377696" y="1073658"/>
                  </a:lnTo>
                </a:path>
                <a:path w="1377950" h="1073785">
                  <a:moveTo>
                    <a:pt x="1150620" y="204215"/>
                  </a:moveTo>
                  <a:lnTo>
                    <a:pt x="279654" y="204216"/>
                  </a:lnTo>
                  <a:lnTo>
                    <a:pt x="280416" y="430530"/>
                  </a:lnTo>
                  <a:lnTo>
                    <a:pt x="281178" y="653034"/>
                  </a:lnTo>
                  <a:lnTo>
                    <a:pt x="281940" y="870204"/>
                  </a:lnTo>
                  <a:lnTo>
                    <a:pt x="1148334" y="870204"/>
                  </a:lnTo>
                </a:path>
                <a:path w="1377950" h="1073785">
                  <a:moveTo>
                    <a:pt x="1150620" y="204215"/>
                  </a:moveTo>
                  <a:lnTo>
                    <a:pt x="1149858" y="430530"/>
                  </a:lnTo>
                  <a:lnTo>
                    <a:pt x="1149096" y="653034"/>
                  </a:lnTo>
                  <a:lnTo>
                    <a:pt x="1148334" y="870204"/>
                  </a:lnTo>
                </a:path>
                <a:path w="1377950" h="1073785">
                  <a:moveTo>
                    <a:pt x="1377696" y="0"/>
                  </a:moveTo>
                  <a:lnTo>
                    <a:pt x="1262634" y="103632"/>
                  </a:lnTo>
                  <a:lnTo>
                    <a:pt x="1150620" y="204215"/>
                  </a:lnTo>
                </a:path>
                <a:path w="1377950" h="1073785">
                  <a:moveTo>
                    <a:pt x="281940" y="870204"/>
                  </a:moveTo>
                  <a:lnTo>
                    <a:pt x="138684" y="973074"/>
                  </a:lnTo>
                  <a:lnTo>
                    <a:pt x="0" y="1073658"/>
                  </a:lnTo>
                </a:path>
                <a:path w="1377950" h="1073785">
                  <a:moveTo>
                    <a:pt x="0" y="0"/>
                  </a:moveTo>
                  <a:lnTo>
                    <a:pt x="141732" y="103632"/>
                  </a:lnTo>
                  <a:lnTo>
                    <a:pt x="279654" y="204216"/>
                  </a:lnTo>
                </a:path>
                <a:path w="1377950" h="1073785">
                  <a:moveTo>
                    <a:pt x="1148334" y="870204"/>
                  </a:moveTo>
                  <a:lnTo>
                    <a:pt x="1264920" y="973074"/>
                  </a:lnTo>
                  <a:lnTo>
                    <a:pt x="1377696" y="107365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27417" y="4750224"/>
              <a:ext cx="120475" cy="1149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47775" y="4545996"/>
              <a:ext cx="120784" cy="11466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99038" y="4750224"/>
              <a:ext cx="120261" cy="1149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25471" y="4545996"/>
              <a:ext cx="120784" cy="1146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96303" y="5416550"/>
              <a:ext cx="120014" cy="113664"/>
            </a:xfrm>
            <a:custGeom>
              <a:avLst/>
              <a:gdLst/>
              <a:ahLst/>
              <a:cxnLst/>
              <a:rect l="l" t="t" r="r" b="b"/>
              <a:pathLst>
                <a:path w="120015" h="113664">
                  <a:moveTo>
                    <a:pt x="119634" y="57149"/>
                  </a:moveTo>
                  <a:lnTo>
                    <a:pt x="114954" y="34718"/>
                  </a:lnTo>
                  <a:lnTo>
                    <a:pt x="102203" y="16573"/>
                  </a:lnTo>
                  <a:lnTo>
                    <a:pt x="83308" y="4429"/>
                  </a:lnTo>
                  <a:lnTo>
                    <a:pt x="60198" y="0"/>
                  </a:lnTo>
                  <a:lnTo>
                    <a:pt x="36647" y="4429"/>
                  </a:lnTo>
                  <a:lnTo>
                    <a:pt x="17526" y="16573"/>
                  </a:lnTo>
                  <a:lnTo>
                    <a:pt x="4691" y="34718"/>
                  </a:lnTo>
                  <a:lnTo>
                    <a:pt x="0" y="57150"/>
                  </a:lnTo>
                  <a:lnTo>
                    <a:pt x="4691" y="79140"/>
                  </a:lnTo>
                  <a:lnTo>
                    <a:pt x="17526" y="97059"/>
                  </a:lnTo>
                  <a:lnTo>
                    <a:pt x="36647" y="109120"/>
                  </a:lnTo>
                  <a:lnTo>
                    <a:pt x="60198" y="113538"/>
                  </a:lnTo>
                  <a:lnTo>
                    <a:pt x="83308" y="109120"/>
                  </a:lnTo>
                  <a:lnTo>
                    <a:pt x="102203" y="97059"/>
                  </a:lnTo>
                  <a:lnTo>
                    <a:pt x="114954" y="79140"/>
                  </a:lnTo>
                  <a:lnTo>
                    <a:pt x="119634" y="5714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496303" y="5416550"/>
              <a:ext cx="120014" cy="113664"/>
            </a:xfrm>
            <a:custGeom>
              <a:avLst/>
              <a:gdLst/>
              <a:ahLst/>
              <a:cxnLst/>
              <a:rect l="l" t="t" r="r" b="b"/>
              <a:pathLst>
                <a:path w="120015" h="113664">
                  <a:moveTo>
                    <a:pt x="0" y="57150"/>
                  </a:moveTo>
                  <a:lnTo>
                    <a:pt x="4691" y="34718"/>
                  </a:lnTo>
                  <a:lnTo>
                    <a:pt x="17526" y="16573"/>
                  </a:lnTo>
                  <a:lnTo>
                    <a:pt x="36647" y="4429"/>
                  </a:lnTo>
                  <a:lnTo>
                    <a:pt x="60198" y="0"/>
                  </a:lnTo>
                  <a:lnTo>
                    <a:pt x="83308" y="4429"/>
                  </a:lnTo>
                  <a:lnTo>
                    <a:pt x="102203" y="16573"/>
                  </a:lnTo>
                  <a:lnTo>
                    <a:pt x="114954" y="34718"/>
                  </a:lnTo>
                  <a:lnTo>
                    <a:pt x="119634" y="57149"/>
                  </a:lnTo>
                  <a:lnTo>
                    <a:pt x="114954" y="79140"/>
                  </a:lnTo>
                  <a:lnTo>
                    <a:pt x="102203" y="97059"/>
                  </a:lnTo>
                  <a:lnTo>
                    <a:pt x="83308" y="109120"/>
                  </a:lnTo>
                  <a:lnTo>
                    <a:pt x="60198" y="113538"/>
                  </a:lnTo>
                  <a:lnTo>
                    <a:pt x="36647" y="109120"/>
                  </a:lnTo>
                  <a:lnTo>
                    <a:pt x="17526" y="97059"/>
                  </a:lnTo>
                  <a:lnTo>
                    <a:pt x="4691" y="79140"/>
                  </a:lnTo>
                  <a:lnTo>
                    <a:pt x="0" y="571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726427" y="5620004"/>
              <a:ext cx="119380" cy="113664"/>
            </a:xfrm>
            <a:custGeom>
              <a:avLst/>
              <a:gdLst/>
              <a:ahLst/>
              <a:cxnLst/>
              <a:rect l="l" t="t" r="r" b="b"/>
              <a:pathLst>
                <a:path w="119379" h="113664">
                  <a:moveTo>
                    <a:pt x="118872" y="57149"/>
                  </a:moveTo>
                  <a:lnTo>
                    <a:pt x="114192" y="35040"/>
                  </a:lnTo>
                  <a:lnTo>
                    <a:pt x="101441" y="16859"/>
                  </a:lnTo>
                  <a:lnTo>
                    <a:pt x="82546" y="4536"/>
                  </a:lnTo>
                  <a:lnTo>
                    <a:pt x="59436" y="0"/>
                  </a:lnTo>
                  <a:lnTo>
                    <a:pt x="36325" y="4536"/>
                  </a:lnTo>
                  <a:lnTo>
                    <a:pt x="17430" y="16859"/>
                  </a:lnTo>
                  <a:lnTo>
                    <a:pt x="4679" y="35040"/>
                  </a:lnTo>
                  <a:lnTo>
                    <a:pt x="0" y="57150"/>
                  </a:lnTo>
                  <a:lnTo>
                    <a:pt x="4679" y="79140"/>
                  </a:lnTo>
                  <a:lnTo>
                    <a:pt x="17430" y="97059"/>
                  </a:lnTo>
                  <a:lnTo>
                    <a:pt x="36325" y="109120"/>
                  </a:lnTo>
                  <a:lnTo>
                    <a:pt x="59436" y="113538"/>
                  </a:lnTo>
                  <a:lnTo>
                    <a:pt x="82546" y="109120"/>
                  </a:lnTo>
                  <a:lnTo>
                    <a:pt x="101441" y="97059"/>
                  </a:lnTo>
                  <a:lnTo>
                    <a:pt x="114192" y="79140"/>
                  </a:lnTo>
                  <a:lnTo>
                    <a:pt x="118872" y="5714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726427" y="5620004"/>
              <a:ext cx="119380" cy="113664"/>
            </a:xfrm>
            <a:custGeom>
              <a:avLst/>
              <a:gdLst/>
              <a:ahLst/>
              <a:cxnLst/>
              <a:rect l="l" t="t" r="r" b="b"/>
              <a:pathLst>
                <a:path w="119379" h="113664">
                  <a:moveTo>
                    <a:pt x="0" y="57150"/>
                  </a:moveTo>
                  <a:lnTo>
                    <a:pt x="4679" y="35040"/>
                  </a:lnTo>
                  <a:lnTo>
                    <a:pt x="17430" y="16859"/>
                  </a:lnTo>
                  <a:lnTo>
                    <a:pt x="36325" y="4536"/>
                  </a:lnTo>
                  <a:lnTo>
                    <a:pt x="59436" y="0"/>
                  </a:lnTo>
                  <a:lnTo>
                    <a:pt x="82546" y="4536"/>
                  </a:lnTo>
                  <a:lnTo>
                    <a:pt x="101441" y="16859"/>
                  </a:lnTo>
                  <a:lnTo>
                    <a:pt x="114192" y="35040"/>
                  </a:lnTo>
                  <a:lnTo>
                    <a:pt x="118872" y="57149"/>
                  </a:lnTo>
                  <a:lnTo>
                    <a:pt x="114192" y="79140"/>
                  </a:lnTo>
                  <a:lnTo>
                    <a:pt x="101441" y="97059"/>
                  </a:lnTo>
                  <a:lnTo>
                    <a:pt x="82546" y="109120"/>
                  </a:lnTo>
                  <a:lnTo>
                    <a:pt x="59436" y="113538"/>
                  </a:lnTo>
                  <a:lnTo>
                    <a:pt x="36325" y="109120"/>
                  </a:lnTo>
                  <a:lnTo>
                    <a:pt x="17430" y="97059"/>
                  </a:lnTo>
                  <a:lnTo>
                    <a:pt x="4679" y="79140"/>
                  </a:lnTo>
                  <a:lnTo>
                    <a:pt x="0" y="571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30036" y="5416200"/>
              <a:ext cx="120475" cy="11466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47775" y="5619666"/>
              <a:ext cx="120784" cy="114653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4265580" y="4954428"/>
            <a:ext cx="401955" cy="318770"/>
            <a:chOff x="4265580" y="4954428"/>
            <a:chExt cx="401955" cy="318770"/>
          </a:xfrm>
        </p:grpSpPr>
        <p:sp>
          <p:nvSpPr>
            <p:cNvPr id="43" name="object 43"/>
            <p:cNvSpPr/>
            <p:nvPr/>
          </p:nvSpPr>
          <p:spPr>
            <a:xfrm>
              <a:off x="4266691" y="4955539"/>
              <a:ext cx="399415" cy="316230"/>
            </a:xfrm>
            <a:custGeom>
              <a:avLst/>
              <a:gdLst/>
              <a:ahLst/>
              <a:cxnLst/>
              <a:rect l="l" t="t" r="r" b="b"/>
              <a:pathLst>
                <a:path w="399414" h="316229">
                  <a:moveTo>
                    <a:pt x="399288" y="158495"/>
                  </a:moveTo>
                  <a:lnTo>
                    <a:pt x="233172" y="0"/>
                  </a:lnTo>
                  <a:lnTo>
                    <a:pt x="233172" y="104393"/>
                  </a:lnTo>
                  <a:lnTo>
                    <a:pt x="0" y="104393"/>
                  </a:lnTo>
                  <a:lnTo>
                    <a:pt x="0" y="211835"/>
                  </a:lnTo>
                  <a:lnTo>
                    <a:pt x="233172" y="211835"/>
                  </a:lnTo>
                  <a:lnTo>
                    <a:pt x="233172" y="316229"/>
                  </a:lnTo>
                  <a:lnTo>
                    <a:pt x="399288" y="158495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266691" y="4955539"/>
              <a:ext cx="399415" cy="316230"/>
            </a:xfrm>
            <a:custGeom>
              <a:avLst/>
              <a:gdLst/>
              <a:ahLst/>
              <a:cxnLst/>
              <a:rect l="l" t="t" r="r" b="b"/>
              <a:pathLst>
                <a:path w="399414" h="316229">
                  <a:moveTo>
                    <a:pt x="399288" y="158495"/>
                  </a:moveTo>
                  <a:lnTo>
                    <a:pt x="233172" y="0"/>
                  </a:lnTo>
                  <a:lnTo>
                    <a:pt x="233172" y="104393"/>
                  </a:lnTo>
                  <a:lnTo>
                    <a:pt x="0" y="104393"/>
                  </a:lnTo>
                  <a:lnTo>
                    <a:pt x="0" y="211835"/>
                  </a:lnTo>
                  <a:lnTo>
                    <a:pt x="233172" y="211835"/>
                  </a:lnTo>
                  <a:lnTo>
                    <a:pt x="233172" y="316229"/>
                  </a:lnTo>
                  <a:lnTo>
                    <a:pt x="399288" y="1584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1076452"/>
            <a:ext cx="775335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Giả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sử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(V,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đỉnh.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mặt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thị.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đó: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5475" y="2882899"/>
            <a:ext cx="4029074" cy="3009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3995" y="3668774"/>
            <a:ext cx="329946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4925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cạnh: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đỉnh: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mặt: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f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096" y="1076452"/>
            <a:ext cx="7764780" cy="199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minh: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Bằng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Quy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nạp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7665" marR="17780" lvl="0" indent="-3429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lần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lượt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mặt,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do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biểu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diễn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sinh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0" lvl="0" indent="0" defTabSz="91440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Trường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hợp: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=1,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=2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thì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875" y="3340099"/>
            <a:ext cx="3324224" cy="7147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3403" y="4581650"/>
            <a:ext cx="789813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Giả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sử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thỏa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thức: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0365" marR="30480" lvl="0" indent="0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Thêm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vào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(a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để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phải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minh: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0365" marR="0" lvl="0" indent="0" defTabSz="914400" eaLnBrk="1" fontAlgn="auto" latinLnBrk="0" hangingPunct="1">
              <a:lnSpc>
                <a:spcPts val="27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Xảy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trường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hợp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9701" y="1076452"/>
            <a:ext cx="4222750" cy="3313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930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(Chứng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minh)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47700" marR="30480" lvl="0" indent="-254635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n: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4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0" lvl="0" indent="0" defTabSz="914400" eaLnBrk="1" fontAlgn="auto" latinLnBrk="0" hangingPunct="1">
              <a:lnSpc>
                <a:spcPts val="27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0" lvl="0" indent="0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3600" b="0" i="0" u="none" strike="noStrike" kern="0" cap="none" spc="-1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=v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700" marR="1069340" lvl="0" indent="-34353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==&gt;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2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 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850900" marR="0" lvl="0" indent="0" defTabSz="91440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7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14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2197099"/>
            <a:ext cx="4410075" cy="33619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9701" y="1076452"/>
            <a:ext cx="4133850" cy="4409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930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(Chứng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minh)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7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Cả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700" marR="0" lvl="0" indent="0" defTabSz="914400" eaLnBrk="1" fontAlgn="auto" latinLnBrk="0" hangingPunct="1">
              <a:lnSpc>
                <a:spcPts val="2875"/>
              </a:lnSpc>
              <a:spcBef>
                <a:spcPts val="5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3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2242820" lvl="0" indent="25400" defTabSz="914400" eaLnBrk="1" fontAlgn="auto" latinLnBrk="0" hangingPunct="1">
              <a:lnSpc>
                <a:spcPct val="79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3600" b="0" i="0" u="none" strike="noStrike" kern="0" cap="none" spc="-44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-3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11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3119" algn="l"/>
              </a:tabLst>
              <a:defRPr/>
            </a:pPr>
            <a:r>
              <a:rPr kumimoji="0" sz="3600" b="0" i="0" u="none" strike="noStrike" kern="0" cap="none" spc="-7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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f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3600" b="0" i="0" u="none" strike="noStrike" kern="0" cap="none" spc="-22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16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3600" b="0" i="0" u="none" strike="noStrike" kern="0" cap="none" spc="-3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3600" b="0" i="0" u="none" strike="noStrike" kern="0" cap="none" spc="-1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-7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3600" b="0" i="0" u="none" strike="noStrike" kern="0" cap="none" spc="0" normalizeH="0" baseline="13888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74700" marR="0" lvl="0" indent="0" defTabSz="914400" eaLnBrk="1" fontAlgn="auto" latinLnBrk="0" hangingPunct="1">
              <a:lnSpc>
                <a:spcPts val="2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 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747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7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14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06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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ĐPCM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1225" y="1968499"/>
            <a:ext cx="4181474" cy="3314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1076452"/>
            <a:ext cx="776859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Kuratowski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5080" lvl="0" indent="-635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Phép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chia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(u,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việc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bỏ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(u,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thêm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mới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cùng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(u,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w),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(w,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306" y="4980178"/>
            <a:ext cx="784987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59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0" i="0" u="heavy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nghĩa</a:t>
            </a:r>
            <a:r>
              <a:rPr kumimoji="0" sz="2400" b="0" i="0" u="heavy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đồng</a:t>
            </a:r>
            <a:r>
              <a:rPr kumimoji="0" sz="2400" b="0" i="0" u="heavy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cấu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5080" lvl="0" indent="0" defTabSz="914400" eaLnBrk="1" fontAlgn="auto" latinLnBrk="0" hangingPunct="1">
              <a:lnSpc>
                <a:spcPct val="798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cấu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chúng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thể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từ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cùng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nhờ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phép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chia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550" y="2578100"/>
            <a:ext cx="6153150" cy="1981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101" y="1076452"/>
            <a:ext cx="8081009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Kuratovski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17780" lvl="0" indent="0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58840" algn="l"/>
              </a:tabLst>
              <a:defRPr/>
            </a:pP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Điều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kiện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cần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đủ</a:t>
            </a:r>
            <a:r>
              <a:rPr kumimoji="0" sz="2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để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này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chứa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nào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đồng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cấu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K</a:t>
            </a:r>
            <a:r>
              <a:rPr kumimoji="0" sz="2400" b="0" i="1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3,3</a:t>
            </a:r>
            <a:r>
              <a:rPr kumimoji="0" sz="2400" b="0" i="1" u="none" strike="noStrike" kern="0" cap="none" spc="26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1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39737" y="1125537"/>
            <a:ext cx="7629525" cy="5267325"/>
            <a:chOff x="439737" y="1125537"/>
            <a:chExt cx="7629525" cy="5267325"/>
          </a:xfrm>
        </p:grpSpPr>
        <p:sp>
          <p:nvSpPr>
            <p:cNvPr id="4" name="object 4"/>
            <p:cNvSpPr/>
            <p:nvPr/>
          </p:nvSpPr>
          <p:spPr>
            <a:xfrm>
              <a:off x="2078227" y="1587500"/>
              <a:ext cx="2721610" cy="4573905"/>
            </a:xfrm>
            <a:custGeom>
              <a:avLst/>
              <a:gdLst/>
              <a:ahLst/>
              <a:cxnLst/>
              <a:rect l="l" t="t" r="r" b="b"/>
              <a:pathLst>
                <a:path w="2721610" h="4573905">
                  <a:moveTo>
                    <a:pt x="542544" y="4573524"/>
                  </a:moveTo>
                  <a:lnTo>
                    <a:pt x="0" y="4573524"/>
                  </a:lnTo>
                  <a:lnTo>
                    <a:pt x="0" y="0"/>
                  </a:lnTo>
                </a:path>
                <a:path w="2721610" h="4573905">
                  <a:moveTo>
                    <a:pt x="2721102" y="3887724"/>
                  </a:moveTo>
                  <a:lnTo>
                    <a:pt x="2176272" y="3887724"/>
                  </a:lnTo>
                  <a:lnTo>
                    <a:pt x="2176272" y="3430524"/>
                  </a:lnTo>
                </a:path>
                <a:path w="2721610" h="4573905">
                  <a:moveTo>
                    <a:pt x="542544" y="3201924"/>
                  </a:moveTo>
                  <a:lnTo>
                    <a:pt x="0" y="3201924"/>
                  </a:lnTo>
                  <a:lnTo>
                    <a:pt x="0" y="0"/>
                  </a:lnTo>
                </a:path>
                <a:path w="2721610" h="4573905">
                  <a:moveTo>
                    <a:pt x="2721102" y="1830324"/>
                  </a:moveTo>
                  <a:lnTo>
                    <a:pt x="2176272" y="1830324"/>
                  </a:lnTo>
                  <a:lnTo>
                    <a:pt x="2176272" y="1373124"/>
                  </a:lnTo>
                </a:path>
                <a:path w="2721610" h="4573905">
                  <a:moveTo>
                    <a:pt x="542544" y="2516124"/>
                  </a:moveTo>
                  <a:lnTo>
                    <a:pt x="0" y="2516124"/>
                  </a:lnTo>
                  <a:lnTo>
                    <a:pt x="0" y="0"/>
                  </a:lnTo>
                </a:path>
                <a:path w="2721610" h="4573905">
                  <a:moveTo>
                    <a:pt x="542544" y="1146048"/>
                  </a:moveTo>
                  <a:lnTo>
                    <a:pt x="0" y="1146048"/>
                  </a:lnTo>
                  <a:lnTo>
                    <a:pt x="0" y="0"/>
                  </a:lnTo>
                </a:path>
                <a:path w="2721610" h="4573905">
                  <a:moveTo>
                    <a:pt x="542544" y="460248"/>
                  </a:moveTo>
                  <a:lnTo>
                    <a:pt x="0" y="460248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44500" y="1130300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3265170" y="380999"/>
                  </a:moveTo>
                  <a:lnTo>
                    <a:pt x="3265170" y="76199"/>
                  </a:lnTo>
                  <a:lnTo>
                    <a:pt x="3259264" y="46612"/>
                  </a:lnTo>
                  <a:lnTo>
                    <a:pt x="3243072" y="22383"/>
                  </a:lnTo>
                  <a:lnTo>
                    <a:pt x="3218878" y="6012"/>
                  </a:lnTo>
                  <a:lnTo>
                    <a:pt x="3188970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878" y="451187"/>
                  </a:lnTo>
                  <a:lnTo>
                    <a:pt x="3243072" y="434816"/>
                  </a:lnTo>
                  <a:lnTo>
                    <a:pt x="3259264" y="410587"/>
                  </a:lnTo>
                  <a:lnTo>
                    <a:pt x="3265170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4500" y="1130300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878" y="451187"/>
                  </a:lnTo>
                  <a:lnTo>
                    <a:pt x="3243072" y="434816"/>
                  </a:lnTo>
                  <a:lnTo>
                    <a:pt x="3259264" y="410587"/>
                  </a:lnTo>
                  <a:lnTo>
                    <a:pt x="3265170" y="380999"/>
                  </a:lnTo>
                  <a:lnTo>
                    <a:pt x="3265170" y="76199"/>
                  </a:lnTo>
                  <a:lnTo>
                    <a:pt x="3259264" y="46612"/>
                  </a:lnTo>
                  <a:lnTo>
                    <a:pt x="3243072" y="22383"/>
                  </a:lnTo>
                  <a:lnTo>
                    <a:pt x="3218878" y="6012"/>
                  </a:lnTo>
                  <a:lnTo>
                    <a:pt x="3188970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20772" y="1816100"/>
              <a:ext cx="3267710" cy="459105"/>
            </a:xfrm>
            <a:custGeom>
              <a:avLst/>
              <a:gdLst/>
              <a:ahLst/>
              <a:cxnLst/>
              <a:rect l="l" t="t" r="r" b="b"/>
              <a:pathLst>
                <a:path w="3267710" h="459105">
                  <a:moveTo>
                    <a:pt x="3267455" y="382523"/>
                  </a:moveTo>
                  <a:lnTo>
                    <a:pt x="3267455" y="76199"/>
                  </a:lnTo>
                  <a:lnTo>
                    <a:pt x="3261431" y="46612"/>
                  </a:lnTo>
                  <a:lnTo>
                    <a:pt x="3244977" y="22383"/>
                  </a:lnTo>
                  <a:lnTo>
                    <a:pt x="3220521" y="6012"/>
                  </a:lnTo>
                  <a:lnTo>
                    <a:pt x="3190494" y="0"/>
                  </a:lnTo>
                  <a:lnTo>
                    <a:pt x="76962" y="0"/>
                  </a:lnTo>
                  <a:lnTo>
                    <a:pt x="46934" y="6012"/>
                  </a:lnTo>
                  <a:lnTo>
                    <a:pt x="22479" y="22383"/>
                  </a:lnTo>
                  <a:lnTo>
                    <a:pt x="6024" y="46612"/>
                  </a:lnTo>
                  <a:lnTo>
                    <a:pt x="0" y="76200"/>
                  </a:lnTo>
                  <a:lnTo>
                    <a:pt x="0" y="382524"/>
                  </a:lnTo>
                  <a:lnTo>
                    <a:pt x="6024" y="412111"/>
                  </a:lnTo>
                  <a:lnTo>
                    <a:pt x="22479" y="436340"/>
                  </a:lnTo>
                  <a:lnTo>
                    <a:pt x="46934" y="452711"/>
                  </a:lnTo>
                  <a:lnTo>
                    <a:pt x="76962" y="458723"/>
                  </a:lnTo>
                  <a:lnTo>
                    <a:pt x="3190494" y="458723"/>
                  </a:lnTo>
                  <a:lnTo>
                    <a:pt x="3220521" y="452711"/>
                  </a:lnTo>
                  <a:lnTo>
                    <a:pt x="3244977" y="436340"/>
                  </a:lnTo>
                  <a:lnTo>
                    <a:pt x="3261431" y="412111"/>
                  </a:lnTo>
                  <a:lnTo>
                    <a:pt x="3267455" y="382523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20772" y="1816100"/>
              <a:ext cx="3267710" cy="459105"/>
            </a:xfrm>
            <a:custGeom>
              <a:avLst/>
              <a:gdLst/>
              <a:ahLst/>
              <a:cxnLst/>
              <a:rect l="l" t="t" r="r" b="b"/>
              <a:pathLst>
                <a:path w="3267710" h="459105">
                  <a:moveTo>
                    <a:pt x="76962" y="0"/>
                  </a:moveTo>
                  <a:lnTo>
                    <a:pt x="46934" y="6012"/>
                  </a:lnTo>
                  <a:lnTo>
                    <a:pt x="22479" y="22383"/>
                  </a:lnTo>
                  <a:lnTo>
                    <a:pt x="6024" y="46612"/>
                  </a:lnTo>
                  <a:lnTo>
                    <a:pt x="0" y="76200"/>
                  </a:lnTo>
                  <a:lnTo>
                    <a:pt x="0" y="382524"/>
                  </a:lnTo>
                  <a:lnTo>
                    <a:pt x="6024" y="412111"/>
                  </a:lnTo>
                  <a:lnTo>
                    <a:pt x="22479" y="436340"/>
                  </a:lnTo>
                  <a:lnTo>
                    <a:pt x="46934" y="452711"/>
                  </a:lnTo>
                  <a:lnTo>
                    <a:pt x="76962" y="458723"/>
                  </a:lnTo>
                  <a:lnTo>
                    <a:pt x="3190494" y="458723"/>
                  </a:lnTo>
                  <a:lnTo>
                    <a:pt x="3220521" y="452711"/>
                  </a:lnTo>
                  <a:lnTo>
                    <a:pt x="3244977" y="436340"/>
                  </a:lnTo>
                  <a:lnTo>
                    <a:pt x="3261431" y="412111"/>
                  </a:lnTo>
                  <a:lnTo>
                    <a:pt x="3267455" y="382523"/>
                  </a:lnTo>
                  <a:lnTo>
                    <a:pt x="3267455" y="76199"/>
                  </a:lnTo>
                  <a:lnTo>
                    <a:pt x="3261431" y="46612"/>
                  </a:lnTo>
                  <a:lnTo>
                    <a:pt x="3244977" y="22383"/>
                  </a:lnTo>
                  <a:lnTo>
                    <a:pt x="3220521" y="6012"/>
                  </a:lnTo>
                  <a:lnTo>
                    <a:pt x="3190494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20772" y="2503424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3267455" y="380999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620772" y="2503424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620772" y="38750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3267455" y="380999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20772" y="38750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799329" y="3189223"/>
              <a:ext cx="3265170" cy="455930"/>
            </a:xfrm>
            <a:custGeom>
              <a:avLst/>
              <a:gdLst/>
              <a:ahLst/>
              <a:cxnLst/>
              <a:rect l="l" t="t" r="r" b="b"/>
              <a:pathLst>
                <a:path w="3265170" h="455929">
                  <a:moveTo>
                    <a:pt x="3265170" y="379475"/>
                  </a:move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5437" y="0"/>
                  </a:lnTo>
                  <a:lnTo>
                    <a:pt x="45970" y="6012"/>
                  </a:lnTo>
                  <a:lnTo>
                    <a:pt x="22002" y="22383"/>
                  </a:lnTo>
                  <a:lnTo>
                    <a:pt x="5893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5893" y="409063"/>
                  </a:lnTo>
                  <a:lnTo>
                    <a:pt x="22002" y="433292"/>
                  </a:lnTo>
                  <a:lnTo>
                    <a:pt x="45970" y="449663"/>
                  </a:lnTo>
                  <a:lnTo>
                    <a:pt x="75438" y="455676"/>
                  </a:lnTo>
                  <a:lnTo>
                    <a:pt x="3188970" y="455675"/>
                  </a:lnTo>
                  <a:lnTo>
                    <a:pt x="3218557" y="449663"/>
                  </a:lnTo>
                  <a:lnTo>
                    <a:pt x="3242786" y="433292"/>
                  </a:lnTo>
                  <a:lnTo>
                    <a:pt x="3259157" y="409063"/>
                  </a:lnTo>
                  <a:lnTo>
                    <a:pt x="3265170" y="379475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99329" y="3189223"/>
              <a:ext cx="3265170" cy="455930"/>
            </a:xfrm>
            <a:custGeom>
              <a:avLst/>
              <a:gdLst/>
              <a:ahLst/>
              <a:cxnLst/>
              <a:rect l="l" t="t" r="r" b="b"/>
              <a:pathLst>
                <a:path w="3265170" h="455929">
                  <a:moveTo>
                    <a:pt x="75437" y="0"/>
                  </a:moveTo>
                  <a:lnTo>
                    <a:pt x="45970" y="6012"/>
                  </a:lnTo>
                  <a:lnTo>
                    <a:pt x="22002" y="22383"/>
                  </a:lnTo>
                  <a:lnTo>
                    <a:pt x="5893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5893" y="409063"/>
                  </a:lnTo>
                  <a:lnTo>
                    <a:pt x="22002" y="433292"/>
                  </a:lnTo>
                  <a:lnTo>
                    <a:pt x="45970" y="449663"/>
                  </a:lnTo>
                  <a:lnTo>
                    <a:pt x="75438" y="455676"/>
                  </a:lnTo>
                  <a:lnTo>
                    <a:pt x="3188970" y="455675"/>
                  </a:lnTo>
                  <a:lnTo>
                    <a:pt x="3218557" y="449663"/>
                  </a:lnTo>
                  <a:lnTo>
                    <a:pt x="3242786" y="433292"/>
                  </a:lnTo>
                  <a:lnTo>
                    <a:pt x="3259157" y="409063"/>
                  </a:lnTo>
                  <a:lnTo>
                    <a:pt x="3265170" y="379475"/>
                  </a:ln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543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20772" y="45608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3267455" y="380999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20772" y="45608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99329" y="5246623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3265170" y="380999"/>
                  </a:move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6200" y="0"/>
                  </a:lnTo>
                  <a:lnTo>
                    <a:pt x="46291" y="6012"/>
                  </a:lnTo>
                  <a:lnTo>
                    <a:pt x="22097" y="22383"/>
                  </a:lnTo>
                  <a:lnTo>
                    <a:pt x="5905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05" y="410587"/>
                  </a:lnTo>
                  <a:lnTo>
                    <a:pt x="22098" y="434816"/>
                  </a:lnTo>
                  <a:lnTo>
                    <a:pt x="46291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557" y="451187"/>
                  </a:lnTo>
                  <a:lnTo>
                    <a:pt x="3242786" y="434816"/>
                  </a:lnTo>
                  <a:lnTo>
                    <a:pt x="3259157" y="410587"/>
                  </a:lnTo>
                  <a:lnTo>
                    <a:pt x="3265170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799329" y="5246623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76200" y="0"/>
                  </a:moveTo>
                  <a:lnTo>
                    <a:pt x="46291" y="6012"/>
                  </a:lnTo>
                  <a:lnTo>
                    <a:pt x="22097" y="22383"/>
                  </a:lnTo>
                  <a:lnTo>
                    <a:pt x="5905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05" y="410587"/>
                  </a:lnTo>
                  <a:lnTo>
                    <a:pt x="22098" y="434816"/>
                  </a:lnTo>
                  <a:lnTo>
                    <a:pt x="46291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557" y="451187"/>
                  </a:lnTo>
                  <a:lnTo>
                    <a:pt x="3242786" y="434816"/>
                  </a:lnTo>
                  <a:lnTo>
                    <a:pt x="3259157" y="410587"/>
                  </a:lnTo>
                  <a:lnTo>
                    <a:pt x="3265170" y="380999"/>
                  </a:ln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620772" y="5932423"/>
              <a:ext cx="3267710" cy="455930"/>
            </a:xfrm>
            <a:custGeom>
              <a:avLst/>
              <a:gdLst/>
              <a:ahLst/>
              <a:cxnLst/>
              <a:rect l="l" t="t" r="r" b="b"/>
              <a:pathLst>
                <a:path w="3267710" h="455929">
                  <a:moveTo>
                    <a:pt x="3267455" y="379475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6012" y="409063"/>
                  </a:lnTo>
                  <a:lnTo>
                    <a:pt x="22383" y="433292"/>
                  </a:lnTo>
                  <a:lnTo>
                    <a:pt x="46612" y="449663"/>
                  </a:lnTo>
                  <a:lnTo>
                    <a:pt x="76200" y="455676"/>
                  </a:lnTo>
                  <a:lnTo>
                    <a:pt x="3191256" y="455675"/>
                  </a:lnTo>
                  <a:lnTo>
                    <a:pt x="3220843" y="449663"/>
                  </a:lnTo>
                  <a:lnTo>
                    <a:pt x="3245072" y="433292"/>
                  </a:lnTo>
                  <a:lnTo>
                    <a:pt x="3261443" y="409063"/>
                  </a:lnTo>
                  <a:lnTo>
                    <a:pt x="3267455" y="379475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620772" y="5932423"/>
              <a:ext cx="3267710" cy="455930"/>
            </a:xfrm>
            <a:custGeom>
              <a:avLst/>
              <a:gdLst/>
              <a:ahLst/>
              <a:cxnLst/>
              <a:rect l="l" t="t" r="r" b="b"/>
              <a:pathLst>
                <a:path w="3267710" h="455929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6012" y="409063"/>
                  </a:lnTo>
                  <a:lnTo>
                    <a:pt x="22383" y="433292"/>
                  </a:lnTo>
                  <a:lnTo>
                    <a:pt x="46612" y="449663"/>
                  </a:lnTo>
                  <a:lnTo>
                    <a:pt x="76200" y="455676"/>
                  </a:lnTo>
                  <a:lnTo>
                    <a:pt x="3191256" y="455675"/>
                  </a:lnTo>
                  <a:lnTo>
                    <a:pt x="3220843" y="449663"/>
                  </a:lnTo>
                  <a:lnTo>
                    <a:pt x="3245072" y="433292"/>
                  </a:lnTo>
                  <a:lnTo>
                    <a:pt x="3261443" y="409063"/>
                  </a:lnTo>
                  <a:lnTo>
                    <a:pt x="3267455" y="379475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06195" y="1209801"/>
            <a:ext cx="7033259" cy="5086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Các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dạng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đặc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biệt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30175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đầy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(K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30175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vòng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(C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218305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bánh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xe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(W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3081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siêu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khối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(Q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29539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hai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phía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218305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hai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phía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đầy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(K</a:t>
            </a:r>
            <a:r>
              <a:rPr kumimoji="0" sz="1650" b="0" i="0" u="none" strike="noStrike" kern="0" cap="none" spc="-15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m,n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29539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phẳng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44" y="1004062"/>
            <a:ext cx="7787005" cy="46253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8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2007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100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64769" lvl="0" indent="-304800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3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20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bậc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bằng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3.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biểu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diễn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nhiêu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mặt?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835" marR="2227580" lvl="0" indent="-304800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283335" algn="l"/>
                <a:tab pos="247332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Cho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phân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đôi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q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cạnh.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CM: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q ≤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p</a:t>
            </a:r>
            <a:r>
              <a:rPr kumimoji="0" sz="2400" b="0" i="0" u="none" strike="noStrike" kern="0" cap="none" spc="-30" normalizeH="0" baseline="24305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/4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Dấu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xảy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nào?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17780" lvl="0" indent="-304800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3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≥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n.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Chứng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minh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trình.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bao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nhiêu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đơn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gồm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hoặc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5137</Words>
  <Application>Microsoft Office PowerPoint</Application>
  <PresentationFormat>Custom</PresentationFormat>
  <Paragraphs>657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UD Digi Kyokasho NK-B</vt:lpstr>
      <vt:lpstr>Arial</vt:lpstr>
      <vt:lpstr>Calibri</vt:lpstr>
      <vt:lpstr>Symbol</vt:lpstr>
      <vt:lpstr>Times New Roman</vt:lpstr>
      <vt:lpstr>Verdana</vt:lpstr>
      <vt:lpstr>Wingdings</vt:lpstr>
      <vt:lpstr>Office Theme</vt:lpstr>
      <vt:lpstr>LÝ THUYẾT ĐỒ THỊ</vt:lpstr>
      <vt:lpstr>Nội dung chương trình</vt:lpstr>
      <vt:lpstr>Nội dung chương trình</vt:lpstr>
      <vt:lpstr>Kiểm tra đánh giá</vt:lpstr>
      <vt:lpstr>Giáo trình và Tài liệu tham khảo</vt:lpstr>
      <vt:lpstr>Lý thuyết đồ thị</vt:lpstr>
      <vt:lpstr>Nội dung</vt:lpstr>
      <vt:lpstr>I. Định nghĩa đồ thị</vt:lpstr>
      <vt:lpstr>I. Định nghĩa đồ thị</vt:lpstr>
      <vt:lpstr>I. Định nghĩa đồ thị</vt:lpstr>
      <vt:lpstr>I. Định nghĩa đồ thị</vt:lpstr>
      <vt:lpstr>Nội dung</vt:lpstr>
      <vt:lpstr>II. Các loại đồ thị</vt:lpstr>
      <vt:lpstr>II. Các loại đồ thị</vt:lpstr>
      <vt:lpstr>II. Các loại đồ thị</vt:lpstr>
      <vt:lpstr>II. Các loại đồ thị</vt:lpstr>
      <vt:lpstr>II. Các loại đồ thị</vt:lpstr>
      <vt:lpstr>II. Các loại đồ thị</vt:lpstr>
      <vt:lpstr>II. Các loại đồ thị</vt:lpstr>
      <vt:lpstr>Nội dung</vt:lpstr>
      <vt:lpstr>III. Các thuật ngữ cơ bản</vt:lpstr>
      <vt:lpstr>III. Các thuật ngữ cơ bản</vt:lpstr>
      <vt:lpstr>PowerPoint Presentation</vt:lpstr>
      <vt:lpstr>III. Các thuật ngữ cơ bản</vt:lpstr>
      <vt:lpstr>III. Các thuật ngữ cơ bản</vt:lpstr>
      <vt:lpstr>III. Các thuật ngữ cơ bản</vt:lpstr>
      <vt:lpstr>III. Các thuật ngữ cơ bản</vt:lpstr>
      <vt:lpstr>III. Các thuật ngữ cơ bản</vt:lpstr>
      <vt:lpstr>III. Các thuật ngữ cơ bản</vt:lpstr>
      <vt:lpstr>BÀI TẬP</vt:lpstr>
      <vt:lpstr>LÝ THUYẾT ĐỒ THỊ</vt:lpstr>
      <vt:lpstr>Nội dung</vt:lpstr>
      <vt:lpstr>IV. Đường đi, chu trình</vt:lpstr>
      <vt:lpstr>IV. Đường đi, chu trình</vt:lpstr>
      <vt:lpstr>IV. Đường đi, chu trình</vt:lpstr>
      <vt:lpstr>Nội dung</vt:lpstr>
      <vt:lpstr>V.Đồ thị liên thông</vt:lpstr>
      <vt:lpstr>V.Đồ thị liên thông</vt:lpstr>
      <vt:lpstr>VI. Một số dạng đồ thị đặc biệt</vt:lpstr>
      <vt:lpstr>V.Đồ thị liên thông</vt:lpstr>
      <vt:lpstr>V.Đồ thị liên thông</vt:lpstr>
      <vt:lpstr>V.Đồ thị liên thông</vt:lpstr>
      <vt:lpstr>V.Đồ thị liên thông</vt:lpstr>
      <vt:lpstr>Nội dung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LÝ THUYẾT ĐỒ THỊ</dc:title>
  <dc:creator>Le Tuan Thu</dc:creator>
  <cp:lastModifiedBy>Le Tuan Thu</cp:lastModifiedBy>
  <cp:revision>188</cp:revision>
  <dcterms:created xsi:type="dcterms:W3CDTF">2024-05-06T13:43:19Z</dcterms:created>
  <dcterms:modified xsi:type="dcterms:W3CDTF">2025-01-07T08:47:05Z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2013-06-28T00:00:00Z</vt:filetime>
  </property>
  <property fmtid="{D5CDD505-2E9C-101B-9397-08002B2CF9AE}" pid="3" name="Creator">
    <vt:lpwstr>Nitro PDF Professional  (6, 0, 2, 6)</vt:lpwstr>
  </property>
  <property fmtid="{D5CDD505-2E9C-101B-9397-08002B2CF9AE}" pid="4" name="LastSaved">
    <vt:filetime>2024-05-06T00:00:00Z</vt:filetime>
  </property>
  <property fmtid="{D5CDD505-2E9C-101B-9397-08002B2CF9AE}" pid="5" name="Producer">
    <vt:lpwstr>Nitro PDF Professional  (6, 0, 2, 6)</vt:lpwstr>
  </property>
</Properties>
</file>